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8" r:id="rId10"/>
    <p:sldId id="265"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2" d="100"/>
          <a:sy n="82" d="100"/>
        </p:scale>
        <p:origin x="643" y="6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9/9/2024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9/9/2024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FDB73E-C6BA-44A8-B997-A9065A1E05AE}" type="datetime1">
              <a:rPr lang="en-US" smtClean="0"/>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4335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127F69-9E7E-46E3-86C9-A4FAAB96C04C}"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3563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39F63248-C34D-47B2-8E5F-87E72234AC97}" type="datetime1">
              <a:rPr lang="en-US" smtClean="0"/>
              <a:t>9/9/2024</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862762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27D655-AF97-4D32-AF5D-7CCB36E4F628}" type="datetime1">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33700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D5053E-ED82-4D6F-8497-0988C3A5DAF9}" type="datetime1">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83544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30595E-A882-4821-8B0E-918136657C2A}" type="datetime1">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4811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3D27A-4A8C-467A-B546-85AFFA97462F}" type="datetime1">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969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EF9113-05AA-4BA1-B607-FABBCF94FF64}" type="datetime1">
              <a:rPr lang="en-US" smtClean="0"/>
              <a:t>9/9/2024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9260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11C716-5BC2-4BA6-80AE-D0B37BA8823A}" type="datetime1">
              <a:rPr lang="en-US" smtClean="0"/>
              <a:t>9/9/2024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2840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3E0B78-32BC-4E8C-9230-BCDD7976430A}" type="datetime1">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51546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57FB8977-B1F2-40C1-93C8-9142AF3B2B17}" type="datetime1">
              <a:rPr lang="en-US" smtClean="0"/>
              <a:t>9/9/2024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22535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3BC6EF7D-2AEE-4105-AFEA-E180CC491B81}" type="datetime1">
              <a:rPr lang="en-US" smtClean="0"/>
              <a:t>9/9/2024</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1689648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w3c.org/" TargetMode="External"/><Relationship Id="rId7" Type="http://schemas.openxmlformats.org/officeDocument/2006/relationships/hyperlink" Target="https://hellosayarwon.com/" TargetMode="External"/><Relationship Id="rId2" Type="http://schemas.openxmlformats.org/officeDocument/2006/relationships/hyperlink" Target="https://www.scribd.com/document/695455535/Web-Development-and-Design-Foundations-With-Html5-6th-Edition-Felke-Morris-Solutions-Manual" TargetMode="External"/><Relationship Id="rId1" Type="http://schemas.openxmlformats.org/officeDocument/2006/relationships/slideLayout" Target="../slideLayouts/slideLayout2.xml"/><Relationship Id="rId6" Type="http://schemas.openxmlformats.org/officeDocument/2006/relationships/hyperlink" Target="https://www.w3schools.com/" TargetMode="External"/><Relationship Id="rId5" Type="http://schemas.openxmlformats.org/officeDocument/2006/relationships/hyperlink" Target="https://www.geeksforgeeks.org/" TargetMode="External"/><Relationship Id="rId4" Type="http://schemas.openxmlformats.org/officeDocument/2006/relationships/hyperlink" Target="http://www.webprofessionals.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133600"/>
            <a:ext cx="11471565" cy="1739347"/>
          </a:xfrm>
        </p:spPr>
        <p:txBody>
          <a:bodyPr/>
          <a:lstStyle/>
          <a:p>
            <a:r>
              <a:rPr lang="en-US" i="1" dirty="0">
                <a:latin typeface="Times New Roman" panose="02020603050405020304" pitchFamily="18" charset="0"/>
                <a:cs typeface="Times New Roman" panose="02020603050405020304" pitchFamily="18" charset="0"/>
              </a:rPr>
              <a:t>HEALTHY LIFE STYLE</a:t>
            </a:r>
          </a:p>
        </p:txBody>
      </p:sp>
      <p:sp>
        <p:nvSpPr>
          <p:cNvPr id="3" name="Subtitle 2"/>
          <p:cNvSpPr>
            <a:spLocks noGrp="1"/>
          </p:cNvSpPr>
          <p:nvPr>
            <p:ph type="subTitle" idx="1"/>
          </p:nvPr>
        </p:nvSpPr>
        <p:spPr>
          <a:xfrm>
            <a:off x="1524000" y="4876800"/>
            <a:ext cx="9144000" cy="2081074"/>
          </a:xfrm>
        </p:spPr>
        <p:txBody>
          <a:bodyPr>
            <a:normAutofit/>
          </a:bodyPr>
          <a:lstStyle/>
          <a:p>
            <a:r>
              <a:rPr lang="en-US" sz="4000" dirty="0">
                <a:latin typeface="Times New Roman" panose="02020603050405020304" pitchFamily="18" charset="0"/>
                <a:cs typeface="Times New Roman" panose="02020603050405020304" pitchFamily="18" charset="0"/>
              </a:rPr>
              <a:t>GROUP-7</a:t>
            </a:r>
          </a:p>
        </p:txBody>
      </p:sp>
      <p:sp>
        <p:nvSpPr>
          <p:cNvPr id="4" name="Slide Number Placeholder 3">
            <a:extLst>
              <a:ext uri="{FF2B5EF4-FFF2-40B4-BE49-F238E27FC236}">
                <a16:creationId xmlns:a16="http://schemas.microsoft.com/office/drawing/2014/main" id="{79D8749A-8445-4553-A28D-5D83430F3213}"/>
              </a:ext>
            </a:extLst>
          </p:cNvPr>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t>1</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MEMBERS</a:t>
            </a:r>
          </a:p>
        </p:txBody>
      </p:sp>
      <p:sp>
        <p:nvSpPr>
          <p:cNvPr id="3" name="Content Placeholder 2"/>
          <p:cNvSpPr>
            <a:spLocks noGrp="1"/>
          </p:cNvSpPr>
          <p:nvPr>
            <p:ph idx="1"/>
          </p:nvPr>
        </p:nvSpPr>
        <p:spPr>
          <a:xfrm>
            <a:off x="1202919" y="2590800"/>
            <a:ext cx="9784080" cy="4206240"/>
          </a:xfrm>
        </p:spPr>
        <p:txBody>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KPTMYK-001298  	</a:t>
            </a:r>
            <a:r>
              <a:rPr lang="en-US" sz="1800">
                <a:latin typeface="Times New Roman" panose="02020603050405020304" pitchFamily="18" charset="0"/>
                <a:cs typeface="Times New Roman" panose="02020603050405020304" pitchFamily="18" charset="0"/>
              </a:rPr>
              <a:t>		MG </a:t>
            </a:r>
            <a:r>
              <a:rPr lang="en-US" sz="1800" dirty="0">
                <a:latin typeface="Times New Roman" panose="02020603050405020304" pitchFamily="18" charset="0"/>
                <a:cs typeface="Times New Roman" panose="02020603050405020304" pitchFamily="18" charset="0"/>
              </a:rPr>
              <a:t>MIN HAN SET NAING</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KPTMYK-001273  			MG BHONE PYAE THU</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KPTMYK-001275  			MA MOE MYINT MYAT TUN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KPTMYK-001285  			MA MAY THIRI PAING</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KPTMYK-001288  			MA PANN CHERRY MYO</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KPTMYK-001337  			MA NADI HTWE</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11A0415-4AD2-4186-BC6E-97F26A31FE66}"/>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US" dirty="0"/>
          </a:p>
        </p:txBody>
      </p:sp>
      <p:sp>
        <p:nvSpPr>
          <p:cNvPr id="4" name="Content Placeholder 3">
            <a:extLst>
              <a:ext uri="{FF2B5EF4-FFF2-40B4-BE49-F238E27FC236}">
                <a16:creationId xmlns:a16="http://schemas.microsoft.com/office/drawing/2014/main" id="{2F042E8F-F0EA-420E-A708-9DE97320E0A9}"/>
              </a:ext>
            </a:extLst>
          </p:cNvPr>
          <p:cNvSpPr>
            <a:spLocks noGrp="1"/>
          </p:cNvSpPr>
          <p:nvPr>
            <p:ph idx="1"/>
          </p:nvPr>
        </p:nvSpPr>
        <p:spPr>
          <a:xfrm>
            <a:off x="1202919" y="2514600"/>
            <a:ext cx="9784080" cy="4206240"/>
          </a:xfrm>
        </p:spPr>
        <p:txBody>
          <a:bodyPr>
            <a:normAutofit/>
          </a:bodyPr>
          <a:lstStyle/>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Healthy lifestyle is an important topic for everyone because it contains many fundamental parts of human life.</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A healthy lifestyle leaves you fit, energetic and at reduced risk for disease, based on the choices you make about your daily habits.</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Living healthy is about maintaining a healthy lifestyle and introducing habits that will improve your health.</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Healthy is essential for everyone.</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Among many healthy are physical health and mental health.</a:t>
            </a:r>
          </a:p>
          <a:p>
            <a:pPr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As the saying goes, if you are healthy, you must live and eat healthy eating well, being physically active, and taking care of your mind as much as possible is the best way to support you health.</a:t>
            </a:r>
          </a:p>
          <a:p>
            <a:pPr algn="just"/>
            <a:endParaRPr lang="en-US" dirty="0"/>
          </a:p>
        </p:txBody>
      </p:sp>
      <p:sp>
        <p:nvSpPr>
          <p:cNvPr id="5" name="Slide Number Placeholder 4">
            <a:extLst>
              <a:ext uri="{FF2B5EF4-FFF2-40B4-BE49-F238E27FC236}">
                <a16:creationId xmlns:a16="http://schemas.microsoft.com/office/drawing/2014/main" id="{7BBE1A8A-149D-4A2A-B07E-B93AA192CA97}"/>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865F6-5F1A-45A1-AB42-3D7C3D5A6BF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a:t>
            </a:r>
            <a:endParaRPr lang="en-US" dirty="0"/>
          </a:p>
        </p:txBody>
      </p:sp>
      <p:sp>
        <p:nvSpPr>
          <p:cNvPr id="3" name="Content Placeholder 2">
            <a:extLst>
              <a:ext uri="{FF2B5EF4-FFF2-40B4-BE49-F238E27FC236}">
                <a16:creationId xmlns:a16="http://schemas.microsoft.com/office/drawing/2014/main" id="{015221B4-6DB4-4300-BE7F-08B15432BD9D}"/>
              </a:ext>
            </a:extLst>
          </p:cNvPr>
          <p:cNvSpPr>
            <a:spLocks noGrp="1"/>
          </p:cNvSpPr>
          <p:nvPr>
            <p:ph idx="1"/>
          </p:nvPr>
        </p:nvSpPr>
        <p:spPr>
          <a:xfrm>
            <a:off x="1202919" y="2590800"/>
            <a:ext cx="9784080" cy="4206240"/>
          </a:xfrm>
        </p:spPr>
        <p:txBody>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aim of the project is to raise awareness about the importance of having a healthy lifestyle and along with that the ways of how we can live in a healthy way.</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list the guidelines for a healthy lifestyle.</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Describe the health benefits of physical activity.</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Identify healthy and unhealthy foods.</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Understanding the importance of a healthy lifestyle among the participants.</a:t>
            </a:r>
          </a:p>
          <a:p>
            <a:pPr algn="just"/>
            <a:endParaRPr lang="en-US" dirty="0"/>
          </a:p>
        </p:txBody>
      </p:sp>
      <p:sp>
        <p:nvSpPr>
          <p:cNvPr id="4" name="Slide Number Placeholder 3">
            <a:extLst>
              <a:ext uri="{FF2B5EF4-FFF2-40B4-BE49-F238E27FC236}">
                <a16:creationId xmlns:a16="http://schemas.microsoft.com/office/drawing/2014/main" id="{741E2AFF-B8E3-4397-AAB7-E7B342E19EFA}"/>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782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7EAF-8B17-4CBE-823B-4727AB3325C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IMPLEMENTATION</a:t>
            </a:r>
            <a:endParaRPr lang="en-US" dirty="0"/>
          </a:p>
        </p:txBody>
      </p:sp>
      <p:sp>
        <p:nvSpPr>
          <p:cNvPr id="3" name="Content Placeholder 2">
            <a:extLst>
              <a:ext uri="{FF2B5EF4-FFF2-40B4-BE49-F238E27FC236}">
                <a16:creationId xmlns:a16="http://schemas.microsoft.com/office/drawing/2014/main" id="{E55641E1-227A-45C7-8064-632F23A2A693}"/>
              </a:ext>
            </a:extLst>
          </p:cNvPr>
          <p:cNvSpPr>
            <a:spLocks noGrp="1"/>
          </p:cNvSpPr>
          <p:nvPr>
            <p:ph idx="1"/>
          </p:nvPr>
        </p:nvSpPr>
        <p:spPr>
          <a:xfrm>
            <a:off x="1202919" y="2743200"/>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HOME</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ABOUT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CONTACT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REVIEW</a:t>
            </a:r>
          </a:p>
        </p:txBody>
      </p:sp>
      <p:sp>
        <p:nvSpPr>
          <p:cNvPr id="4" name="Slide Number Placeholder 3">
            <a:extLst>
              <a:ext uri="{FF2B5EF4-FFF2-40B4-BE49-F238E27FC236}">
                <a16:creationId xmlns:a16="http://schemas.microsoft.com/office/drawing/2014/main" id="{ACCB0B24-032C-4F37-B2F6-36D2A5514EAA}"/>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48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7AB7-AFC1-4332-AE77-8E4D5BD2E5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HOME PAGE</a:t>
            </a:r>
          </a:p>
        </p:txBody>
      </p:sp>
      <p:sp>
        <p:nvSpPr>
          <p:cNvPr id="3" name="Content Placeholder 2">
            <a:extLst>
              <a:ext uri="{FF2B5EF4-FFF2-40B4-BE49-F238E27FC236}">
                <a16:creationId xmlns:a16="http://schemas.microsoft.com/office/drawing/2014/main" id="{148891AC-7FA8-424E-B0C3-141BA97FC571}"/>
              </a:ext>
            </a:extLst>
          </p:cNvPr>
          <p:cNvSpPr>
            <a:spLocks noGrp="1"/>
          </p:cNvSpPr>
          <p:nvPr>
            <p:ph idx="1"/>
          </p:nvPr>
        </p:nvSpPr>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is the home page. You can access our website by clicking view more.</a:t>
            </a:r>
          </a:p>
        </p:txBody>
      </p:sp>
      <p:pic>
        <p:nvPicPr>
          <p:cNvPr id="5" name="Picture 4">
            <a:extLst>
              <a:ext uri="{FF2B5EF4-FFF2-40B4-BE49-F238E27FC236}">
                <a16:creationId xmlns:a16="http://schemas.microsoft.com/office/drawing/2014/main" id="{DF85E022-275B-4AF5-9F69-351A57DBCD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71600" y="2647508"/>
            <a:ext cx="7315200" cy="3024213"/>
          </a:xfrm>
          <a:prstGeom prst="rect">
            <a:avLst/>
          </a:prstGeom>
        </p:spPr>
      </p:pic>
      <p:sp>
        <p:nvSpPr>
          <p:cNvPr id="6" name="TextBox 5">
            <a:extLst>
              <a:ext uri="{FF2B5EF4-FFF2-40B4-BE49-F238E27FC236}">
                <a16:creationId xmlns:a16="http://schemas.microsoft.com/office/drawing/2014/main" id="{56E7EDB9-43E9-45E1-9B56-ED977232FBE5}"/>
              </a:ext>
            </a:extLst>
          </p:cNvPr>
          <p:cNvSpPr txBox="1"/>
          <p:nvPr/>
        </p:nvSpPr>
        <p:spPr>
          <a:xfrm>
            <a:off x="3886200" y="5848588"/>
            <a:ext cx="2438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Figure-1 : Home page</a:t>
            </a:r>
          </a:p>
        </p:txBody>
      </p:sp>
      <p:sp>
        <p:nvSpPr>
          <p:cNvPr id="7" name="Slide Number Placeholder 6">
            <a:extLst>
              <a:ext uri="{FF2B5EF4-FFF2-40B4-BE49-F238E27FC236}">
                <a16:creationId xmlns:a16="http://schemas.microsoft.com/office/drawing/2014/main" id="{8CC9C144-4626-4DE9-99A8-2DB35B635E97}"/>
              </a:ext>
            </a:extLst>
          </p:cNvPr>
          <p:cNvSpPr>
            <a:spLocks noGrp="1"/>
          </p:cNvSpPr>
          <p:nvPr>
            <p:ph type="sldNum" sz="quarter" idx="12"/>
          </p:nvPr>
        </p:nvSpPr>
        <p:spPr/>
        <p:txBody>
          <a:bodyPr/>
          <a:lstStyle/>
          <a:p>
            <a:fld id="{E31375A4-56A4-47D6-9801-1991572033F7}" type="slidenum">
              <a:rPr lang="en-US" smtClean="0"/>
              <a:t>6</a:t>
            </a:fld>
            <a:endParaRPr lang="en-US" dirty="0"/>
          </a:p>
        </p:txBody>
      </p:sp>
    </p:spTree>
    <p:extLst>
      <p:ext uri="{BB962C8B-B14F-4D97-AF65-F5344CB8AC3E}">
        <p14:creationId xmlns:p14="http://schemas.microsoft.com/office/powerpoint/2010/main" val="119921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3F96-7019-4E13-81D5-00BABAE13C6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About page</a:t>
            </a:r>
          </a:p>
        </p:txBody>
      </p:sp>
      <p:sp>
        <p:nvSpPr>
          <p:cNvPr id="6" name="Content Placeholder 5">
            <a:extLst>
              <a:ext uri="{FF2B5EF4-FFF2-40B4-BE49-F238E27FC236}">
                <a16:creationId xmlns:a16="http://schemas.microsoft.com/office/drawing/2014/main" id="{5FF1B2C9-654A-4D0E-9E0E-147B80CF726C}"/>
              </a:ext>
            </a:extLst>
          </p:cNvPr>
          <p:cNvSpPr>
            <a:spLocks noGrp="1"/>
          </p:cNvSpPr>
          <p:nvPr>
            <p:ph idx="1"/>
          </p:nvPr>
        </p:nvSpPr>
        <p:spPr>
          <a:xfrm>
            <a:off x="1202919" y="2217021"/>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About page has two categories : physical health and mental health.</a:t>
            </a:r>
          </a:p>
        </p:txBody>
      </p:sp>
      <p:pic>
        <p:nvPicPr>
          <p:cNvPr id="7" name="Picture 6">
            <a:extLst>
              <a:ext uri="{FF2B5EF4-FFF2-40B4-BE49-F238E27FC236}">
                <a16:creationId xmlns:a16="http://schemas.microsoft.com/office/drawing/2014/main" id="{BC4F5D05-178A-487B-AF75-478ADEEE7E5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95400" y="2903070"/>
            <a:ext cx="7848600" cy="2368868"/>
          </a:xfrm>
          <a:prstGeom prst="rect">
            <a:avLst/>
          </a:prstGeom>
        </p:spPr>
      </p:pic>
      <p:sp>
        <p:nvSpPr>
          <p:cNvPr id="9" name="TextBox 8">
            <a:extLst>
              <a:ext uri="{FF2B5EF4-FFF2-40B4-BE49-F238E27FC236}">
                <a16:creationId xmlns:a16="http://schemas.microsoft.com/office/drawing/2014/main" id="{05FE4000-65AF-483D-B4E5-8E57BB7EF93F}"/>
              </a:ext>
            </a:extLst>
          </p:cNvPr>
          <p:cNvSpPr txBox="1"/>
          <p:nvPr/>
        </p:nvSpPr>
        <p:spPr>
          <a:xfrm>
            <a:off x="4000500" y="5884465"/>
            <a:ext cx="24384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Figure-2 : About page </a:t>
            </a:r>
          </a:p>
        </p:txBody>
      </p:sp>
      <p:sp>
        <p:nvSpPr>
          <p:cNvPr id="10" name="Slide Number Placeholder 9">
            <a:extLst>
              <a:ext uri="{FF2B5EF4-FFF2-40B4-BE49-F238E27FC236}">
                <a16:creationId xmlns:a16="http://schemas.microsoft.com/office/drawing/2014/main" id="{EEA793E6-C406-4CC5-8B72-E63299AA5224}"/>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475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EB5B-3F7D-446D-88D2-6CF8DD442EE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3B747A8C-026A-48B4-B5B2-47B65B4DAF24}"/>
              </a:ext>
            </a:extLst>
          </p:cNvPr>
          <p:cNvSpPr>
            <a:spLocks noGrp="1"/>
          </p:cNvSpPr>
          <p:nvPr>
            <p:ph idx="1"/>
          </p:nvPr>
        </p:nvSpPr>
        <p:spPr>
          <a:xfrm>
            <a:off x="1201439" y="2209800"/>
            <a:ext cx="10012680" cy="41300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If you click on physical health, you can see importance of physical health.</a:t>
            </a:r>
          </a:p>
        </p:txBody>
      </p:sp>
      <p:pic>
        <p:nvPicPr>
          <p:cNvPr id="4" name="Picture 3">
            <a:extLst>
              <a:ext uri="{FF2B5EF4-FFF2-40B4-BE49-F238E27FC236}">
                <a16:creationId xmlns:a16="http://schemas.microsoft.com/office/drawing/2014/main" id="{FA59C486-EA84-44A0-ABCC-092BE6C719F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828800" y="2751565"/>
            <a:ext cx="6963833" cy="2819400"/>
          </a:xfrm>
          <a:prstGeom prst="rect">
            <a:avLst/>
          </a:prstGeom>
        </p:spPr>
      </p:pic>
      <p:sp>
        <p:nvSpPr>
          <p:cNvPr id="5" name="TextBox 4">
            <a:extLst>
              <a:ext uri="{FF2B5EF4-FFF2-40B4-BE49-F238E27FC236}">
                <a16:creationId xmlns:a16="http://schemas.microsoft.com/office/drawing/2014/main" id="{D974450E-2075-4409-BCD7-B31F8E1FD2ED}"/>
              </a:ext>
            </a:extLst>
          </p:cNvPr>
          <p:cNvSpPr txBox="1"/>
          <p:nvPr/>
        </p:nvSpPr>
        <p:spPr>
          <a:xfrm>
            <a:off x="3848100" y="5768404"/>
            <a:ext cx="2667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Figure-3 : About page </a:t>
            </a:r>
          </a:p>
        </p:txBody>
      </p:sp>
      <p:sp>
        <p:nvSpPr>
          <p:cNvPr id="6" name="Slide Number Placeholder 5">
            <a:extLst>
              <a:ext uri="{FF2B5EF4-FFF2-40B4-BE49-F238E27FC236}">
                <a16:creationId xmlns:a16="http://schemas.microsoft.com/office/drawing/2014/main" id="{D4062A44-5C41-4D6B-ABAA-2902BB001122}"/>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0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4C35D-984B-41F1-AB34-85235983F7B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cont’d</a:t>
            </a:r>
            <a:endParaRPr lang="en-US" dirty="0"/>
          </a:p>
        </p:txBody>
      </p:sp>
      <p:sp>
        <p:nvSpPr>
          <p:cNvPr id="3" name="Content Placeholder 2">
            <a:extLst>
              <a:ext uri="{FF2B5EF4-FFF2-40B4-BE49-F238E27FC236}">
                <a16:creationId xmlns:a16="http://schemas.microsoft.com/office/drawing/2014/main" id="{89DD4CB4-E752-403D-A795-4D3E525A0FE2}"/>
              </a:ext>
            </a:extLst>
          </p:cNvPr>
          <p:cNvSpPr>
            <a:spLocks noGrp="1"/>
          </p:cNvSpPr>
          <p:nvPr>
            <p:ph idx="1"/>
          </p:nvPr>
        </p:nvSpPr>
        <p:spPr>
          <a:xfrm>
            <a:off x="1202919" y="2133600"/>
            <a:ext cx="9784080" cy="4206240"/>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Click the mental health, you can see what is mental health.</a:t>
            </a:r>
          </a:p>
        </p:txBody>
      </p:sp>
      <p:pic>
        <p:nvPicPr>
          <p:cNvPr id="4" name="Picture 3">
            <a:extLst>
              <a:ext uri="{FF2B5EF4-FFF2-40B4-BE49-F238E27FC236}">
                <a16:creationId xmlns:a16="http://schemas.microsoft.com/office/drawing/2014/main" id="{E1EBC377-F6D1-43A0-B329-E38955C159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362200" y="2768859"/>
            <a:ext cx="6248400" cy="2667000"/>
          </a:xfrm>
          <a:prstGeom prst="rect">
            <a:avLst/>
          </a:prstGeom>
        </p:spPr>
      </p:pic>
      <p:sp>
        <p:nvSpPr>
          <p:cNvPr id="5" name="TextBox 4">
            <a:extLst>
              <a:ext uri="{FF2B5EF4-FFF2-40B4-BE49-F238E27FC236}">
                <a16:creationId xmlns:a16="http://schemas.microsoft.com/office/drawing/2014/main" id="{F58EC76B-B98E-4E2B-B50F-732A16A48C8B}"/>
              </a:ext>
            </a:extLst>
          </p:cNvPr>
          <p:cNvSpPr txBox="1"/>
          <p:nvPr/>
        </p:nvSpPr>
        <p:spPr>
          <a:xfrm>
            <a:off x="3962400" y="5776523"/>
            <a:ext cx="25908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Figure-4 : About page </a:t>
            </a:r>
          </a:p>
          <a:p>
            <a:endParaRPr lang="en-US" dirty="0"/>
          </a:p>
        </p:txBody>
      </p:sp>
      <p:sp>
        <p:nvSpPr>
          <p:cNvPr id="6" name="Slide Number Placeholder 5">
            <a:extLst>
              <a:ext uri="{FF2B5EF4-FFF2-40B4-BE49-F238E27FC236}">
                <a16:creationId xmlns:a16="http://schemas.microsoft.com/office/drawing/2014/main" id="{940E652E-8CA8-4FDD-B8FB-F57E62194914}"/>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71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2C54-DB9D-4A12-A728-95FF3BAF43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contact</a:t>
            </a:r>
          </a:p>
        </p:txBody>
      </p:sp>
      <p:pic>
        <p:nvPicPr>
          <p:cNvPr id="4" name="Content Placeholder 3">
            <a:extLst>
              <a:ext uri="{FF2B5EF4-FFF2-40B4-BE49-F238E27FC236}">
                <a16:creationId xmlns:a16="http://schemas.microsoft.com/office/drawing/2014/main" id="{7699F5EB-B532-4D28-8462-C3CB2D8E74F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1752600" y="3012658"/>
            <a:ext cx="7763522" cy="2895600"/>
          </a:xfrm>
          <a:prstGeom prst="rect">
            <a:avLst/>
          </a:prstGeom>
        </p:spPr>
      </p:pic>
      <p:sp>
        <p:nvSpPr>
          <p:cNvPr id="5" name="TextBox 4">
            <a:extLst>
              <a:ext uri="{FF2B5EF4-FFF2-40B4-BE49-F238E27FC236}">
                <a16:creationId xmlns:a16="http://schemas.microsoft.com/office/drawing/2014/main" id="{CA8CAFDA-468D-43CD-922C-D97200D3447B}"/>
              </a:ext>
            </a:extLst>
          </p:cNvPr>
          <p:cNvSpPr txBox="1"/>
          <p:nvPr/>
        </p:nvSpPr>
        <p:spPr>
          <a:xfrm>
            <a:off x="3996061" y="5927493"/>
            <a:ext cx="25146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Figure-5 : Contact page  </a:t>
            </a:r>
          </a:p>
          <a:p>
            <a:endParaRPr lang="en-US" dirty="0"/>
          </a:p>
        </p:txBody>
      </p:sp>
      <p:sp>
        <p:nvSpPr>
          <p:cNvPr id="6" name="Slide Number Placeholder 5">
            <a:extLst>
              <a:ext uri="{FF2B5EF4-FFF2-40B4-BE49-F238E27FC236}">
                <a16:creationId xmlns:a16="http://schemas.microsoft.com/office/drawing/2014/main" id="{23C73F07-B682-4E95-B283-A1B5F3E35DE6}"/>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E8517B5-0552-43AD-8528-74F3F0359391}"/>
              </a:ext>
            </a:extLst>
          </p:cNvPr>
          <p:cNvSpPr txBox="1"/>
          <p:nvPr/>
        </p:nvSpPr>
        <p:spPr>
          <a:xfrm>
            <a:off x="1231771" y="2218131"/>
            <a:ext cx="10233591"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you want to know more information about health, you can continue to study on the hello doctor website.</a:t>
            </a:r>
          </a:p>
        </p:txBody>
      </p:sp>
    </p:spTree>
    <p:extLst>
      <p:ext uri="{BB962C8B-B14F-4D97-AF65-F5344CB8AC3E}">
        <p14:creationId xmlns:p14="http://schemas.microsoft.com/office/powerpoint/2010/main" val="3503937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5A0D-E7D6-424C-B264-52EC66A4C0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BB8D7B9-016D-403B-90DA-BC2C7F2DCCB4}"/>
              </a:ext>
            </a:extLst>
          </p:cNvPr>
          <p:cNvSpPr>
            <a:spLocks noGrp="1"/>
          </p:cNvSpPr>
          <p:nvPr>
            <p:ph idx="1"/>
          </p:nvPr>
        </p:nvSpPr>
        <p:spPr>
          <a:xfrm>
            <a:off x="1202919" y="2514600"/>
            <a:ext cx="9784080" cy="2931465"/>
          </a:xfrm>
        </p:spPr>
        <p:txBody>
          <a:bodyPr>
            <a:norm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conclusion, achieving and maintaining good health is a lifelong journey that requires conscious choices and daily commitment.</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By focusing on a balanced diet, regular exercise, sufficient sleep, stress management, and avoiding harmful habits, you can significantly improve your well-being. Additionally, staying proactive with preventive healthcare and nurturing your mental health and social connections are equally essential.</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Remember that good health is a precious gift, and it's up to you to protect and nurture it throughout your life. </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Your choices today will shape your health for years to come, so make them count.</a:t>
            </a:r>
          </a:p>
        </p:txBody>
      </p:sp>
      <p:sp>
        <p:nvSpPr>
          <p:cNvPr id="4" name="Slide Number Placeholder 3">
            <a:extLst>
              <a:ext uri="{FF2B5EF4-FFF2-40B4-BE49-F238E27FC236}">
                <a16:creationId xmlns:a16="http://schemas.microsoft.com/office/drawing/2014/main" id="{604BA019-8AE6-4AB3-B76C-FE33EA3DBC1C}"/>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11</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23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C8C44-99D7-4CCC-98B2-29522FEC7DC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references</a:t>
            </a:r>
          </a:p>
        </p:txBody>
      </p:sp>
      <p:sp>
        <p:nvSpPr>
          <p:cNvPr id="6" name="Content Placeholder 5">
            <a:extLst>
              <a:ext uri="{FF2B5EF4-FFF2-40B4-BE49-F238E27FC236}">
                <a16:creationId xmlns:a16="http://schemas.microsoft.com/office/drawing/2014/main" id="{22547BA2-87A2-4443-8DF1-C546B4183302}"/>
              </a:ext>
            </a:extLst>
          </p:cNvPr>
          <p:cNvSpPr>
            <a:spLocks noGrp="1"/>
          </p:cNvSpPr>
          <p:nvPr>
            <p:ph idx="1"/>
          </p:nvPr>
        </p:nvSpPr>
        <p:spPr>
          <a:xfrm>
            <a:off x="1197001" y="2057400"/>
            <a:ext cx="9784080" cy="4084320"/>
          </a:xfrm>
        </p:spPr>
        <p:txBody>
          <a:bodyPr>
            <a:normAutofit fontScale="92500" lnSpcReduction="10000"/>
          </a:bodyPr>
          <a:lstStyle/>
          <a:p>
            <a:pPr marL="0" indent="0">
              <a:buNone/>
            </a:pPr>
            <a:endParaRPr lang="en-US" dirty="0">
              <a:hlinkClick r:id="rId2">
                <a:extLst>
                  <a:ext uri="{A12FA001-AC4F-418D-AE19-62706E023703}">
                    <ahyp:hlinkClr xmlns:ahyp="http://schemas.microsoft.com/office/drawing/2018/hyperlinkcolor" val="tx"/>
                  </a:ext>
                </a:extLst>
              </a:hlinkClick>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Web Development and Design Foundations With Html5, Terry </a:t>
            </a:r>
            <a:r>
              <a:rPr lang="en-US" sz="1800" dirty="0" err="1">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Felke</a:t>
            </a:r>
            <a:r>
              <a:rPr lang="en-US" sz="1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-Morris, 6th Edition</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W3C</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Web Professionals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GreeksforGreeks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W3Schools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Hello Doctor</a:t>
            </a:r>
            <a:endParaRPr lang="en-US" sz="1800" dirty="0">
              <a:latin typeface="Times New Roman" panose="02020603050405020304" pitchFamily="18" charset="0"/>
              <a:cs typeface="Times New Roman" panose="02020603050405020304" pitchFamily="18" charset="0"/>
            </a:endParaRPr>
          </a:p>
          <a:p>
            <a:pPr marL="0" indent="0">
              <a:buNone/>
            </a:pPr>
            <a:endParaRPr lang="en-US" sz="1300" dirty="0"/>
          </a:p>
          <a:p>
            <a:endParaRPr lang="en-US" dirty="0"/>
          </a:p>
          <a:p>
            <a:pPr marL="0" indent="0">
              <a:buNone/>
            </a:pPr>
            <a:br>
              <a:rPr lang="en-US" dirty="0"/>
            </a:br>
            <a:endParaRPr lang="en-US" dirty="0"/>
          </a:p>
        </p:txBody>
      </p:sp>
      <p:sp>
        <p:nvSpPr>
          <p:cNvPr id="7" name="Slide Number Placeholder 6">
            <a:extLst>
              <a:ext uri="{FF2B5EF4-FFF2-40B4-BE49-F238E27FC236}">
                <a16:creationId xmlns:a16="http://schemas.microsoft.com/office/drawing/2014/main" id="{68FCE871-97AB-4F50-A54E-25A193B1C3C7}"/>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5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4DFCD1-385D-4B14-A4F3-5374450EC838}"/>
              </a:ext>
            </a:extLst>
          </p:cNvPr>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13</a:t>
            </a:fld>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6822D08-A242-4EA8-AE51-94E9A29E0D1D}"/>
              </a:ext>
            </a:extLst>
          </p:cNvPr>
          <p:cNvPicPr>
            <a:picLocks noChangeAspect="1"/>
          </p:cNvPicPr>
          <p:nvPr/>
        </p:nvPicPr>
        <p:blipFill>
          <a:blip r:embed="rId2"/>
          <a:stretch>
            <a:fillRect/>
          </a:stretch>
        </p:blipFill>
        <p:spPr>
          <a:xfrm>
            <a:off x="1981200" y="685800"/>
            <a:ext cx="8471806" cy="5168781"/>
          </a:xfrm>
          <a:prstGeom prst="roundRect">
            <a:avLst>
              <a:gd name="adj" fmla="val 16667"/>
            </a:avLst>
          </a:prstGeom>
          <a:ln>
            <a:noFill/>
          </a:ln>
          <a:effectLst>
            <a:reflection blurRad="6350" stA="50000" endA="275" endPos="40000" dist="1016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a:extLst>
              <a:ext uri="{FF2B5EF4-FFF2-40B4-BE49-F238E27FC236}">
                <a16:creationId xmlns:a16="http://schemas.microsoft.com/office/drawing/2014/main" id="{549A1C0B-0BE0-4141-B4BF-D17A6A816BB3}"/>
              </a:ext>
            </a:extLst>
          </p:cNvPr>
          <p:cNvSpPr txBox="1"/>
          <p:nvPr/>
        </p:nvSpPr>
        <p:spPr>
          <a:xfrm>
            <a:off x="2743200" y="2407419"/>
            <a:ext cx="4800600" cy="1015663"/>
          </a:xfrm>
          <a:prstGeom prst="rect">
            <a:avLst/>
          </a:prstGeom>
          <a:noFill/>
        </p:spPr>
        <p:txBody>
          <a:bodyPr wrap="square" rtlCol="0">
            <a:spAutoFit/>
          </a:bodyPr>
          <a:lstStyle/>
          <a:p>
            <a:r>
              <a:rPr lang="en-US" sz="6000" dirty="0">
                <a:solidFill>
                  <a:srgbClr val="FF0000"/>
                </a:solidFill>
                <a:latin typeface="MV Boli" panose="02000500030200090000" pitchFamily="2" charset="0"/>
                <a:cs typeface="MV Boli" panose="02000500030200090000" pitchFamily="2" charset="0"/>
              </a:rPr>
              <a:t>Thank you</a:t>
            </a:r>
          </a:p>
        </p:txBody>
      </p:sp>
    </p:spTree>
    <p:extLst>
      <p:ext uri="{BB962C8B-B14F-4D97-AF65-F5344CB8AC3E}">
        <p14:creationId xmlns:p14="http://schemas.microsoft.com/office/powerpoint/2010/main" val="121834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243</TotalTime>
  <Words>500</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Corbel</vt:lpstr>
      <vt:lpstr>Franklin Gothic Medium</vt:lpstr>
      <vt:lpstr>MV Boli</vt:lpstr>
      <vt:lpstr>Times New Roman</vt:lpstr>
      <vt:lpstr>Wingdings</vt:lpstr>
      <vt:lpstr>Banded</vt:lpstr>
      <vt:lpstr>HEALTHY LIFE STYLE</vt:lpstr>
      <vt:lpstr>MEMBERS</vt:lpstr>
      <vt:lpstr>INTRODUCTION</vt:lpstr>
      <vt:lpstr>OBJECTIVE</vt:lpstr>
      <vt:lpstr>IMPLEMENTATION</vt:lpstr>
      <vt:lpstr>HOME PAGE</vt:lpstr>
      <vt:lpstr>About page</vt:lpstr>
      <vt:lpstr>cont’d</vt:lpstr>
      <vt:lpstr>cont’d</vt:lpstr>
      <vt:lpstr>contact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HEALTHY LIFE STYLE</dc:title>
  <dc:creator>nadi htwe</dc:creator>
  <cp:lastModifiedBy>Error_Behime Error_Behime</cp:lastModifiedBy>
  <cp:revision>22</cp:revision>
  <dcterms:created xsi:type="dcterms:W3CDTF">2024-03-12T12:12:58Z</dcterms:created>
  <dcterms:modified xsi:type="dcterms:W3CDTF">2024-09-09T11:49:46Z</dcterms:modified>
</cp:coreProperties>
</file>