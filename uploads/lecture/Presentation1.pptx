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0" autoAdjust="0"/>
  </p:normalViewPr>
  <p:slideViewPr>
    <p:cSldViewPr snapToGrid="0">
      <p:cViewPr varScale="1">
        <p:scale>
          <a:sx n="81" d="100"/>
          <a:sy n="81" d="100"/>
        </p:scale>
        <p:origin x="11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9T07:43:02.539"/>
    </inkml:context>
    <inkml:brush xml:id="br0">
      <inkml:brushProperty name="width" value="0.2" units="cm"/>
      <inkml:brushProperty name="height" value="0.2" units="cm"/>
      <inkml:brushProperty name="color" value="#333333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9T07:43:09.679"/>
    </inkml:context>
    <inkml:brush xml:id="br0">
      <inkml:brushProperty name="width" value="0.2" units="cm"/>
      <inkml:brushProperty name="height" value="0.2" units="cm"/>
      <inkml:brushProperty name="color" value="#333333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580C2-D533-4270-A1E2-2E6C9E4416A5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44B89-4D2E-47C2-A92C-CD7A56D88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5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2492F-1AF6-456B-B71A-398EA30209DE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1C348-DBF8-4587-90B6-E56C29790494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7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ADF6-37F2-41B0-9D41-83D4CEB2DE4E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2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9C10D-11F9-4099-918C-5126997D2B66}" type="datetime1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56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7321C-0A7E-4A07-AA11-CECA720FBD0D}" type="datetime1">
              <a:rPr lang="en-US" smtClean="0"/>
              <a:t>7/9/2023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9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C0956-0035-461F-A048-826924FFA7E7}" type="datetime1">
              <a:rPr lang="en-US" smtClean="0"/>
              <a:t>7/9/2023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1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9EA1E-112F-4AD4-9726-6BEB45BDCDE8}" type="datetime1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4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642CC-60E4-4852-BD56-EFB7E4B4FF06}" type="datetime1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2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4A87B-CB85-4F3F-BA0C-018EB76BE02F}" type="datetime1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57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13EE-7C36-47AF-B8C1-8B56CE04CB32}" type="datetime1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90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849E-15C5-493D-AFF4-60F1923AD3EF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62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4691-461B-4B60-9F69-55CE79265464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12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6BD9-77AC-47AC-A039-939D96192EDB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04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88CD-210A-4CA5-ADFD-03B273171F21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7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66BA-EACE-43A5-BC47-69DE47C2E10B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83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81B56-48F5-4EE9-8481-0FE517E12CBC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50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3D6-0793-48B3-94F0-BF464F7AA9D3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AA945DE-9F13-440E-A733-0903FAEBAF5F}" type="datetime1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98200A4-31EF-4AF7-96C7-155851E3B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9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1D30B8-D6D2-5612-036E-90B53ACFFAE5}"/>
              </a:ext>
            </a:extLst>
          </p:cNvPr>
          <p:cNvSpPr txBox="1"/>
          <p:nvPr/>
        </p:nvSpPr>
        <p:spPr>
          <a:xfrm>
            <a:off x="3950208" y="758952"/>
            <a:ext cx="47091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 Black" panose="020B0A04020102020204" pitchFamily="34" charset="0"/>
              </a:rPr>
              <a:t>Grade 11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ECC5B-831F-6691-2479-72082F0383B9}"/>
              </a:ext>
            </a:extLst>
          </p:cNvPr>
          <p:cNvSpPr txBox="1"/>
          <p:nvPr/>
        </p:nvSpPr>
        <p:spPr>
          <a:xfrm>
            <a:off x="3169920" y="1859376"/>
            <a:ext cx="65958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Arial Black" panose="020B0A04020102020204" pitchFamily="34" charset="0"/>
              </a:rPr>
              <a:t>Mathematics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AAB02-A627-D233-CB2C-CA5FA1F775F3}"/>
              </a:ext>
            </a:extLst>
          </p:cNvPr>
          <p:cNvSpPr txBox="1"/>
          <p:nvPr/>
        </p:nvSpPr>
        <p:spPr>
          <a:xfrm>
            <a:off x="10222992" y="6519446"/>
            <a:ext cx="2289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Daw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Sawtheingi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Aung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79A0CE-82A7-5692-D2E3-20B02C92D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19446"/>
            <a:ext cx="4324044" cy="365125"/>
          </a:xfrm>
        </p:spPr>
        <p:txBody>
          <a:bodyPr/>
          <a:lstStyle/>
          <a:p>
            <a:r>
              <a:rPr lang="en-US" sz="2000" b="1" dirty="0">
                <a:latin typeface="Arial Black" panose="020B0A040201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7620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C19C62-C3E0-439E-0410-17612A4F81A4}"/>
              </a:ext>
            </a:extLst>
          </p:cNvPr>
          <p:cNvSpPr txBox="1"/>
          <p:nvPr/>
        </p:nvSpPr>
        <p:spPr>
          <a:xfrm>
            <a:off x="1455302" y="187871"/>
            <a:ext cx="680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 Properties of Tangents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AFDB0-797E-5418-BB01-5AA0ED351E47}"/>
              </a:ext>
            </a:extLst>
          </p:cNvPr>
          <p:cNvSpPr txBox="1"/>
          <p:nvPr/>
        </p:nvSpPr>
        <p:spPr>
          <a:xfrm>
            <a:off x="1477091" y="861871"/>
            <a:ext cx="2008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64B0F2-8E62-7785-C7DA-4772019C0AF7}"/>
              </a:ext>
            </a:extLst>
          </p:cNvPr>
          <p:cNvGrpSpPr/>
          <p:nvPr/>
        </p:nvGrpSpPr>
        <p:grpSpPr>
          <a:xfrm>
            <a:off x="976265" y="1876189"/>
            <a:ext cx="2780834" cy="1793837"/>
            <a:chOff x="358588" y="2438401"/>
            <a:chExt cx="2976282" cy="206188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62BD13F-07AE-4877-C312-763838DE0113}"/>
                </a:ext>
              </a:extLst>
            </p:cNvPr>
            <p:cNvSpPr/>
            <p:nvPr/>
          </p:nvSpPr>
          <p:spPr>
            <a:xfrm>
              <a:off x="770965" y="2438401"/>
              <a:ext cx="2124635" cy="2061882"/>
            </a:xfrm>
            <a:prstGeom prst="ellips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noFill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8DF8E1-F473-F2F7-CD2F-795BD60FF0F6}"/>
                </a:ext>
              </a:extLst>
            </p:cNvPr>
            <p:cNvCxnSpPr>
              <a:cxnSpLocks/>
              <a:endCxn id="7" idx="4"/>
            </p:cNvCxnSpPr>
            <p:nvPr/>
          </p:nvCxnSpPr>
          <p:spPr>
            <a:xfrm>
              <a:off x="1833282" y="3469342"/>
              <a:ext cx="1" cy="1030941"/>
            </a:xfrm>
            <a:prstGeom prst="line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C8BC59E-ED12-F349-77F4-B383A78F7B17}"/>
                </a:ext>
              </a:extLst>
            </p:cNvPr>
            <p:cNvCxnSpPr/>
            <p:nvPr/>
          </p:nvCxnSpPr>
          <p:spPr>
            <a:xfrm>
              <a:off x="358588" y="4500283"/>
              <a:ext cx="2976282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prstDash val="lg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10D13A29-D0DE-E40A-7AF1-847A51092693}"/>
                </a:ext>
              </a:extLst>
            </p:cNvPr>
            <p:cNvSpPr/>
            <p:nvPr/>
          </p:nvSpPr>
          <p:spPr>
            <a:xfrm>
              <a:off x="1778000" y="3388660"/>
              <a:ext cx="101001" cy="126402"/>
            </a:xfrm>
            <a:prstGeom prst="flowChartConnector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525ACA2-4025-5565-7B4A-08B4C1C742BD}"/>
                </a:ext>
              </a:extLst>
            </p:cNvPr>
            <p:cNvSpPr/>
            <p:nvPr/>
          </p:nvSpPr>
          <p:spPr>
            <a:xfrm>
              <a:off x="1833282" y="4389120"/>
              <a:ext cx="233254" cy="111162"/>
            </a:xfrm>
            <a:prstGeom prst="rect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29B43D6-83A8-E698-8D11-14A69BABA66E}"/>
              </a:ext>
            </a:extLst>
          </p:cNvPr>
          <p:cNvSpPr txBox="1"/>
          <p:nvPr/>
        </p:nvSpPr>
        <p:spPr>
          <a:xfrm>
            <a:off x="5947185" y="908829"/>
            <a:ext cx="1697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Corollary 7.2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5CBF33-4002-3DC0-92FC-A96DB120AAE1}"/>
              </a:ext>
            </a:extLst>
          </p:cNvPr>
          <p:cNvGrpSpPr/>
          <p:nvPr/>
        </p:nvGrpSpPr>
        <p:grpSpPr>
          <a:xfrm>
            <a:off x="7645153" y="1216200"/>
            <a:ext cx="2743798" cy="1793837"/>
            <a:chOff x="8157882" y="1407459"/>
            <a:chExt cx="2976282" cy="206188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A1382A8-1F2B-1272-FC36-D87591A72926}"/>
                </a:ext>
              </a:extLst>
            </p:cNvPr>
            <p:cNvSpPr/>
            <p:nvPr/>
          </p:nvSpPr>
          <p:spPr>
            <a:xfrm>
              <a:off x="8570259" y="1407459"/>
              <a:ext cx="2124635" cy="2061882"/>
            </a:xfrm>
            <a:prstGeom prst="ellips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noFill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A38C626-612D-95BE-2D39-5AE4D8D7AB95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9632576" y="2438400"/>
              <a:ext cx="1" cy="1030941"/>
            </a:xfrm>
            <a:prstGeom prst="line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420D09F-3545-9E23-B71E-542EE2DC40E8}"/>
                </a:ext>
              </a:extLst>
            </p:cNvPr>
            <p:cNvCxnSpPr/>
            <p:nvPr/>
          </p:nvCxnSpPr>
          <p:spPr>
            <a:xfrm>
              <a:off x="8157882" y="3469342"/>
              <a:ext cx="2976282" cy="0"/>
            </a:xfrm>
            <a:prstGeom prst="straightConnector1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0D81444C-C549-8A46-121A-A356F09477FC}"/>
                </a:ext>
              </a:extLst>
            </p:cNvPr>
            <p:cNvSpPr/>
            <p:nvPr/>
          </p:nvSpPr>
          <p:spPr>
            <a:xfrm>
              <a:off x="9577294" y="2357718"/>
              <a:ext cx="101001" cy="126402"/>
            </a:xfrm>
            <a:prstGeom prst="flowChartConnector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7C67FB6-65C3-B0C8-6648-9F2FAE129500}"/>
                </a:ext>
              </a:extLst>
            </p:cNvPr>
            <p:cNvSpPr/>
            <p:nvPr/>
          </p:nvSpPr>
          <p:spPr>
            <a:xfrm>
              <a:off x="9632576" y="3358179"/>
              <a:ext cx="233254" cy="111162"/>
            </a:xfrm>
            <a:prstGeom prst="rect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5C5C327-DE26-80AB-1B9D-1F424A7F4381}"/>
              </a:ext>
            </a:extLst>
          </p:cNvPr>
          <p:cNvSpPr txBox="1"/>
          <p:nvPr/>
        </p:nvSpPr>
        <p:spPr>
          <a:xfrm>
            <a:off x="7141914" y="3274876"/>
            <a:ext cx="4833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tangent is perpendicular to a radius</a:t>
            </a:r>
            <a:r>
              <a:rPr lang="en-US" dirty="0"/>
              <a:t>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82A24DF-CA8E-AD0E-BEBF-E5C8046893B3}"/>
              </a:ext>
            </a:extLst>
          </p:cNvPr>
          <p:cNvGrpSpPr/>
          <p:nvPr/>
        </p:nvGrpSpPr>
        <p:grpSpPr>
          <a:xfrm>
            <a:off x="872125" y="3794900"/>
            <a:ext cx="5107471" cy="769192"/>
            <a:chOff x="872125" y="3794900"/>
            <a:chExt cx="5107471" cy="76919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3D0092E-3C2F-A632-01F0-2D01FD860F67}"/>
                </a:ext>
              </a:extLst>
            </p:cNvPr>
            <p:cNvSpPr txBox="1"/>
            <p:nvPr/>
          </p:nvSpPr>
          <p:spPr>
            <a:xfrm>
              <a:off x="872125" y="3794900"/>
              <a:ext cx="51074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Perpendicular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the radius at a point on a circle </a:t>
              </a:r>
            </a:p>
          </p:txBody>
        </p:sp>
        <p:sp>
          <p:nvSpPr>
            <p:cNvPr id="31" name="Arrow: Notched Right 30">
              <a:extLst>
                <a:ext uri="{FF2B5EF4-FFF2-40B4-BE49-F238E27FC236}">
                  <a16:creationId xmlns:a16="http://schemas.microsoft.com/office/drawing/2014/main" id="{88B4C6E0-C937-D893-E921-AF221E9B1BAE}"/>
                </a:ext>
              </a:extLst>
            </p:cNvPr>
            <p:cNvSpPr/>
            <p:nvPr/>
          </p:nvSpPr>
          <p:spPr>
            <a:xfrm>
              <a:off x="894606" y="4297078"/>
              <a:ext cx="320040" cy="164946"/>
            </a:xfrm>
            <a:prstGeom prst="notchedRightArrow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F50138-6672-AF07-F8E7-8C3351BB48D2}"/>
                </a:ext>
              </a:extLst>
            </p:cNvPr>
            <p:cNvSpPr txBox="1"/>
            <p:nvPr/>
          </p:nvSpPr>
          <p:spPr>
            <a:xfrm>
              <a:off x="1250511" y="4163982"/>
              <a:ext cx="335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line is a tangent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7A6447-F854-522D-E056-ADD2824D130F}"/>
              </a:ext>
            </a:extLst>
          </p:cNvPr>
          <p:cNvGrpSpPr/>
          <p:nvPr/>
        </p:nvGrpSpPr>
        <p:grpSpPr>
          <a:xfrm>
            <a:off x="7645153" y="3948538"/>
            <a:ext cx="2827545" cy="1762508"/>
            <a:chOff x="7972535" y="4358639"/>
            <a:chExt cx="2827545" cy="1762508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899AC77-8481-0822-E8DC-0B1A9DF458B7}"/>
                </a:ext>
              </a:extLst>
            </p:cNvPr>
            <p:cNvSpPr/>
            <p:nvPr/>
          </p:nvSpPr>
          <p:spPr>
            <a:xfrm>
              <a:off x="8364304" y="4358639"/>
              <a:ext cx="2018458" cy="1762507"/>
            </a:xfrm>
            <a:prstGeom prst="ellipse">
              <a:avLst/>
            </a:prstGeom>
            <a:noFill/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noFill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60AA71-E6AC-270C-58D8-AD5746422F2C}"/>
                </a:ext>
              </a:extLst>
            </p:cNvPr>
            <p:cNvCxnSpPr>
              <a:cxnSpLocks/>
              <a:endCxn id="34" idx="4"/>
            </p:cNvCxnSpPr>
            <p:nvPr/>
          </p:nvCxnSpPr>
          <p:spPr>
            <a:xfrm>
              <a:off x="9373533" y="5239893"/>
              <a:ext cx="1" cy="881254"/>
            </a:xfrm>
            <a:prstGeom prst="line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448FA2F-D299-DF65-6D1B-DDB2D825D9B6}"/>
                </a:ext>
              </a:extLst>
            </p:cNvPr>
            <p:cNvCxnSpPr/>
            <p:nvPr/>
          </p:nvCxnSpPr>
          <p:spPr>
            <a:xfrm>
              <a:off x="7972535" y="6121146"/>
              <a:ext cx="2827545" cy="0"/>
            </a:xfrm>
            <a:prstGeom prst="straightConnector1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89B73103-BE5B-9103-9E80-7ECD5A6D6F3E}"/>
                </a:ext>
              </a:extLst>
            </p:cNvPr>
            <p:cNvSpPr/>
            <p:nvPr/>
          </p:nvSpPr>
          <p:spPr>
            <a:xfrm>
              <a:off x="9321013" y="5170925"/>
              <a:ext cx="95954" cy="108049"/>
            </a:xfrm>
            <a:prstGeom prst="flowChartConnector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993654E-5C84-3A90-1573-54E706993273}"/>
                </a:ext>
              </a:extLst>
            </p:cNvPr>
            <p:cNvSpPr/>
            <p:nvPr/>
          </p:nvSpPr>
          <p:spPr>
            <a:xfrm>
              <a:off x="9373533" y="6026123"/>
              <a:ext cx="221597" cy="95022"/>
            </a:xfrm>
            <a:prstGeom prst="rect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12690AE-B6DE-10A0-D01C-DACE20801189}"/>
              </a:ext>
            </a:extLst>
          </p:cNvPr>
          <p:cNvSpPr txBox="1"/>
          <p:nvPr/>
        </p:nvSpPr>
        <p:spPr>
          <a:xfrm>
            <a:off x="5947186" y="3763872"/>
            <a:ext cx="1697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Corollary 7.3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47A56CF-BF40-99C8-6262-B6186D08FAF7}"/>
              </a:ext>
            </a:extLst>
          </p:cNvPr>
          <p:cNvGrpSpPr/>
          <p:nvPr/>
        </p:nvGrpSpPr>
        <p:grpSpPr>
          <a:xfrm>
            <a:off x="6659880" y="5780013"/>
            <a:ext cx="6436711" cy="704440"/>
            <a:chOff x="6659880" y="5780013"/>
            <a:chExt cx="6436711" cy="70444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1C38576-9483-E420-C490-8284F6CED144}"/>
                </a:ext>
              </a:extLst>
            </p:cNvPr>
            <p:cNvSpPr txBox="1"/>
            <p:nvPr/>
          </p:nvSpPr>
          <p:spPr>
            <a:xfrm>
              <a:off x="6659880" y="5780013"/>
              <a:ext cx="64367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Perpendicular to a tangent at the point of contact </a:t>
              </a:r>
            </a:p>
          </p:txBody>
        </p:sp>
        <p:sp>
          <p:nvSpPr>
            <p:cNvPr id="42" name="Arrow: Notched Right 41">
              <a:extLst>
                <a:ext uri="{FF2B5EF4-FFF2-40B4-BE49-F238E27FC236}">
                  <a16:creationId xmlns:a16="http://schemas.microsoft.com/office/drawing/2014/main" id="{6946ED9B-DD7E-6818-7E20-46B593D83AEB}"/>
                </a:ext>
              </a:extLst>
            </p:cNvPr>
            <p:cNvSpPr/>
            <p:nvPr/>
          </p:nvSpPr>
          <p:spPr>
            <a:xfrm>
              <a:off x="6724127" y="6201925"/>
              <a:ext cx="320040" cy="164946"/>
            </a:xfrm>
            <a:prstGeom prst="notchedRightArrow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5D57ED-5BD5-DC94-59AB-93C72E8381A8}"/>
                </a:ext>
              </a:extLst>
            </p:cNvPr>
            <p:cNvSpPr txBox="1"/>
            <p:nvPr/>
          </p:nvSpPr>
          <p:spPr>
            <a:xfrm>
              <a:off x="7093572" y="6084343"/>
              <a:ext cx="4126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line is a passes through the center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F5DB83-CA7F-C400-3D88-DA5E0059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95" y="6467380"/>
            <a:ext cx="7084177" cy="365125"/>
          </a:xfrm>
        </p:spPr>
        <p:txBody>
          <a:bodyPr/>
          <a:lstStyle/>
          <a:p>
            <a:r>
              <a:rPr lang="en-US" sz="2000" dirty="0">
                <a:latin typeface="Arial Black" panose="020B0A040201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8577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34FBB9-CAD1-68DE-E4A4-085F2401AD36}"/>
              </a:ext>
            </a:extLst>
          </p:cNvPr>
          <p:cNvSpPr txBox="1"/>
          <p:nvPr/>
        </p:nvSpPr>
        <p:spPr>
          <a:xfrm>
            <a:off x="1551703" y="330087"/>
            <a:ext cx="189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7.4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319F79F-B2C9-0725-FEB3-0266FC12F811}"/>
              </a:ext>
            </a:extLst>
          </p:cNvPr>
          <p:cNvGrpSpPr/>
          <p:nvPr/>
        </p:nvGrpSpPr>
        <p:grpSpPr>
          <a:xfrm>
            <a:off x="1280757" y="1174387"/>
            <a:ext cx="3345031" cy="1766037"/>
            <a:chOff x="1711063" y="1444404"/>
            <a:chExt cx="3298594" cy="20773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59DF6C-F09E-DB05-A9B6-CA8EAFADA5B5}"/>
                </a:ext>
              </a:extLst>
            </p:cNvPr>
            <p:cNvSpPr txBox="1"/>
            <p:nvPr/>
          </p:nvSpPr>
          <p:spPr>
            <a:xfrm>
              <a:off x="2749895" y="2128008"/>
              <a:ext cx="438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γ</a:t>
              </a:r>
              <a:endParaRPr lang="en-US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AD88713-2203-927C-487F-60ED0539E59B}"/>
                </a:ext>
              </a:extLst>
            </p:cNvPr>
            <p:cNvGrpSpPr/>
            <p:nvPr/>
          </p:nvGrpSpPr>
          <p:grpSpPr>
            <a:xfrm>
              <a:off x="1711063" y="1444404"/>
              <a:ext cx="3298594" cy="2077390"/>
              <a:chOff x="1666240" y="1453368"/>
              <a:chExt cx="3298594" cy="207739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4EF14F8-4DA5-1AE2-5C76-DAE4B4A6C125}"/>
                  </a:ext>
                </a:extLst>
              </p:cNvPr>
              <p:cNvSpPr/>
              <p:nvPr/>
            </p:nvSpPr>
            <p:spPr>
              <a:xfrm>
                <a:off x="1666240" y="1505997"/>
                <a:ext cx="1757680" cy="1923003"/>
              </a:xfrm>
              <a:prstGeom prst="ellipse">
                <a:avLst/>
              </a:prstGeom>
              <a:noFill/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6B62917-4630-DC8E-4D6C-5443674100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9840" y="2550160"/>
                <a:ext cx="1981200" cy="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840AEB2E-0083-FEDC-4E3F-FCB0DBD483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1039" y="1898973"/>
                <a:ext cx="1270001" cy="651186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04B2A2C-89E1-FD57-6292-EE0194F712CE}"/>
                  </a:ext>
                </a:extLst>
              </p:cNvPr>
              <p:cNvCxnSpPr>
                <a:cxnSpLocks/>
                <a:stCxn id="6" idx="5"/>
              </p:cNvCxnSpPr>
              <p:nvPr/>
            </p:nvCxnSpPr>
            <p:spPr>
              <a:xfrm flipV="1">
                <a:off x="3166514" y="2547620"/>
                <a:ext cx="1344526" cy="599763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24ECEF-11CD-A665-2635-FC4B8E71AC71}"/>
                  </a:ext>
                </a:extLst>
              </p:cNvPr>
              <p:cNvSpPr txBox="1"/>
              <p:nvPr/>
            </p:nvSpPr>
            <p:spPr>
              <a:xfrm>
                <a:off x="3195290" y="1453368"/>
                <a:ext cx="365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8732D8-8C49-FE3B-463D-6D71CA58C7D9}"/>
                  </a:ext>
                </a:extLst>
              </p:cNvPr>
              <p:cNvSpPr txBox="1"/>
              <p:nvPr/>
            </p:nvSpPr>
            <p:spPr>
              <a:xfrm>
                <a:off x="4511040" y="2316787"/>
                <a:ext cx="4537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</a:t>
                </a:r>
                <a:endParaRPr 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2C6D83-B6AB-CD56-4423-A8259E728037}"/>
                  </a:ext>
                </a:extLst>
              </p:cNvPr>
              <p:cNvSpPr txBox="1"/>
              <p:nvPr/>
            </p:nvSpPr>
            <p:spPr>
              <a:xfrm>
                <a:off x="3166514" y="3069093"/>
                <a:ext cx="6502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C05B5FF-357B-0D6E-2C69-2FA3B0130BBC}"/>
                  </a:ext>
                </a:extLst>
              </p:cNvPr>
              <p:cNvSpPr txBox="1"/>
              <p:nvPr/>
            </p:nvSpPr>
            <p:spPr>
              <a:xfrm>
                <a:off x="2164080" y="2237274"/>
                <a:ext cx="4537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</a:t>
                </a:r>
                <a:endParaRPr lang="en-US" dirty="0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6003F66-A731-2FC6-AF9B-91AC463A1F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29840" y="1912637"/>
                <a:ext cx="680714" cy="625626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86B0E43-3FED-898D-CC55-43E275E2817B}"/>
                  </a:ext>
                </a:extLst>
              </p:cNvPr>
              <p:cNvCxnSpPr>
                <a:cxnSpLocks/>
                <a:endCxn id="6" idx="5"/>
              </p:cNvCxnSpPr>
              <p:nvPr/>
            </p:nvCxnSpPr>
            <p:spPr>
              <a:xfrm>
                <a:off x="2528974" y="2573446"/>
                <a:ext cx="637540" cy="573937"/>
              </a:xfrm>
              <a:prstGeom prst="line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ADC858-7367-6A9F-1D61-17E8E077F049}"/>
                  </a:ext>
                </a:extLst>
              </p:cNvPr>
              <p:cNvSpPr txBox="1"/>
              <p:nvPr/>
            </p:nvSpPr>
            <p:spPr>
              <a:xfrm>
                <a:off x="3937808" y="2190488"/>
                <a:ext cx="508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α</a:t>
                </a:r>
                <a:endParaRPr lang="en-US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FEB19E9-213D-B854-F390-C1111B7554D0}"/>
                  </a:ext>
                </a:extLst>
              </p:cNvPr>
              <p:cNvSpPr txBox="1"/>
              <p:nvPr/>
            </p:nvSpPr>
            <p:spPr>
              <a:xfrm>
                <a:off x="3786424" y="2489903"/>
                <a:ext cx="3844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β</a:t>
                </a:r>
                <a:endParaRPr lang="en-US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1385E98-8237-975C-94B5-99CDB1D2FCBD}"/>
                  </a:ext>
                </a:extLst>
              </p:cNvPr>
              <p:cNvSpPr txBox="1"/>
              <p:nvPr/>
            </p:nvSpPr>
            <p:spPr>
              <a:xfrm>
                <a:off x="2650894" y="2489903"/>
                <a:ext cx="453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endParaRPr lang="en-US" dirty="0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40D7FDB-697D-2D4D-C92C-430B5F8AC4A3}"/>
              </a:ext>
            </a:extLst>
          </p:cNvPr>
          <p:cNvGrpSpPr/>
          <p:nvPr/>
        </p:nvGrpSpPr>
        <p:grpSpPr>
          <a:xfrm>
            <a:off x="1178914" y="2985938"/>
            <a:ext cx="3397624" cy="1290192"/>
            <a:chOff x="1178914" y="2985938"/>
            <a:chExt cx="3397624" cy="129019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48C6083-CD7C-0551-90C4-787491C09008}"/>
                </a:ext>
              </a:extLst>
            </p:cNvPr>
            <p:cNvSpPr txBox="1"/>
            <p:nvPr/>
          </p:nvSpPr>
          <p:spPr>
            <a:xfrm>
              <a:off x="1178914" y="2985938"/>
              <a:ext cx="3397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 and PB are tangent segments</a:t>
              </a:r>
            </a:p>
          </p:txBody>
        </p:sp>
        <p:sp>
          <p:nvSpPr>
            <p:cNvPr id="39" name="Arrow: Notched Right 38">
              <a:extLst>
                <a:ext uri="{FF2B5EF4-FFF2-40B4-BE49-F238E27FC236}">
                  <a16:creationId xmlns:a16="http://schemas.microsoft.com/office/drawing/2014/main" id="{EA839693-839C-F586-4763-8D3F9091CE48}"/>
                </a:ext>
              </a:extLst>
            </p:cNvPr>
            <p:cNvSpPr/>
            <p:nvPr/>
          </p:nvSpPr>
          <p:spPr>
            <a:xfrm>
              <a:off x="1280757" y="3456511"/>
              <a:ext cx="320040" cy="164946"/>
            </a:xfrm>
            <a:prstGeom prst="notchedRightArrow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64807B8-B910-AFF5-AE5F-B4CDFE5B8558}"/>
                </a:ext>
              </a:extLst>
            </p:cNvPr>
            <p:cNvSpPr txBox="1"/>
            <p:nvPr/>
          </p:nvSpPr>
          <p:spPr>
            <a:xfrm>
              <a:off x="1740310" y="3352800"/>
              <a:ext cx="259860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 = PB ,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γ=θ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α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35B4CFD-E89A-CFF9-C32F-22E63A557990}"/>
              </a:ext>
            </a:extLst>
          </p:cNvPr>
          <p:cNvGrpSpPr/>
          <p:nvPr/>
        </p:nvGrpSpPr>
        <p:grpSpPr>
          <a:xfrm>
            <a:off x="7584929" y="1075987"/>
            <a:ext cx="2648371" cy="2057295"/>
            <a:chOff x="7845552" y="1242895"/>
            <a:chExt cx="2648371" cy="2057295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D3BB165-8C85-EF82-2414-A63CFE7B062F}"/>
                </a:ext>
              </a:extLst>
            </p:cNvPr>
            <p:cNvCxnSpPr>
              <a:cxnSpLocks/>
            </p:cNvCxnSpPr>
            <p:nvPr/>
          </p:nvCxnSpPr>
          <p:spPr>
            <a:xfrm>
              <a:off x="7845552" y="2969410"/>
              <a:ext cx="2420112" cy="0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D131D68-294F-140A-B752-425BAE2891AB}"/>
                </a:ext>
              </a:extLst>
            </p:cNvPr>
            <p:cNvGrpSpPr/>
            <p:nvPr/>
          </p:nvGrpSpPr>
          <p:grpSpPr>
            <a:xfrm>
              <a:off x="8026396" y="1242895"/>
              <a:ext cx="2467527" cy="2057295"/>
              <a:chOff x="7941269" y="1260605"/>
              <a:chExt cx="2467527" cy="2057295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BCE47E8-9427-4164-2BAE-4EE84EB7CE06}"/>
                  </a:ext>
                </a:extLst>
              </p:cNvPr>
              <p:cNvSpPr/>
              <p:nvPr/>
            </p:nvSpPr>
            <p:spPr>
              <a:xfrm>
                <a:off x="8025801" y="1260606"/>
                <a:ext cx="1757680" cy="1708804"/>
              </a:xfrm>
              <a:prstGeom prst="ellipse">
                <a:avLst/>
              </a:prstGeom>
              <a:noFill/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Isosceles Triangle 44">
                <a:extLst>
                  <a:ext uri="{FF2B5EF4-FFF2-40B4-BE49-F238E27FC236}">
                    <a16:creationId xmlns:a16="http://schemas.microsoft.com/office/drawing/2014/main" id="{40957745-3A71-2233-0407-3A7DA493A514}"/>
                  </a:ext>
                </a:extLst>
              </p:cNvPr>
              <p:cNvSpPr/>
              <p:nvPr/>
            </p:nvSpPr>
            <p:spPr>
              <a:xfrm rot="2558968">
                <a:off x="8346453" y="1274198"/>
                <a:ext cx="1287880" cy="1426775"/>
              </a:xfrm>
              <a:prstGeom prst="triangle">
                <a:avLst>
                  <a:gd name="adj" fmla="val 56412"/>
                </a:avLst>
              </a:prstGeom>
              <a:noFill/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41C2726-A911-5156-C67D-8303583112BC}"/>
                  </a:ext>
                </a:extLst>
              </p:cNvPr>
              <p:cNvSpPr/>
              <p:nvPr/>
            </p:nvSpPr>
            <p:spPr>
              <a:xfrm>
                <a:off x="8851392" y="2688347"/>
                <a:ext cx="487680" cy="542533"/>
              </a:xfrm>
              <a:prstGeom prst="arc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F1915A1-36E1-CEB9-229D-77824300627A}"/>
                  </a:ext>
                </a:extLst>
              </p:cNvPr>
              <p:cNvSpPr txBox="1"/>
              <p:nvPr/>
            </p:nvSpPr>
            <p:spPr>
              <a:xfrm>
                <a:off x="9450156" y="1260605"/>
                <a:ext cx="2804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DB4B177-14A9-0C9F-F9FE-04ACC98AC1C1}"/>
                  </a:ext>
                </a:extLst>
              </p:cNvPr>
              <p:cNvSpPr txBox="1"/>
              <p:nvPr/>
            </p:nvSpPr>
            <p:spPr>
              <a:xfrm>
                <a:off x="8827619" y="2948568"/>
                <a:ext cx="2804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D5E5C06-6B12-4073-F474-9C98A7823572}"/>
                  </a:ext>
                </a:extLst>
              </p:cNvPr>
              <p:cNvSpPr txBox="1"/>
              <p:nvPr/>
            </p:nvSpPr>
            <p:spPr>
              <a:xfrm>
                <a:off x="10173003" y="2892443"/>
                <a:ext cx="2357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6C53927-882F-C2BC-906F-4D2E9873F3B4}"/>
                  </a:ext>
                </a:extLst>
              </p:cNvPr>
              <p:cNvSpPr txBox="1"/>
              <p:nvPr/>
            </p:nvSpPr>
            <p:spPr>
              <a:xfrm>
                <a:off x="8421662" y="1863944"/>
                <a:ext cx="4450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dirty="0"/>
                  <a:t>γ</a:t>
                </a:r>
                <a:endParaRPr lang="en-US" dirty="0"/>
              </a:p>
            </p:txBody>
          </p:sp>
          <p:sp>
            <p:nvSpPr>
              <p:cNvPr id="57" name="Arc 56">
                <a:extLst>
                  <a:ext uri="{FF2B5EF4-FFF2-40B4-BE49-F238E27FC236}">
                    <a16:creationId xmlns:a16="http://schemas.microsoft.com/office/drawing/2014/main" id="{09195AD5-0111-ABB8-6F5D-C7E3135C6751}"/>
                  </a:ext>
                </a:extLst>
              </p:cNvPr>
              <p:cNvSpPr/>
              <p:nvPr/>
            </p:nvSpPr>
            <p:spPr>
              <a:xfrm rot="2652958">
                <a:off x="7941269" y="1911791"/>
                <a:ext cx="487680" cy="542533"/>
              </a:xfrm>
              <a:prstGeom prst="arc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30422BAC-AFCF-3433-4153-DC0255DC79F3}"/>
              </a:ext>
            </a:extLst>
          </p:cNvPr>
          <p:cNvSpPr txBox="1"/>
          <p:nvPr/>
        </p:nvSpPr>
        <p:spPr>
          <a:xfrm>
            <a:off x="6346246" y="413534"/>
            <a:ext cx="189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7.5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045425D-8A98-117C-2472-78D92DF0A549}"/>
              </a:ext>
            </a:extLst>
          </p:cNvPr>
          <p:cNvGrpSpPr/>
          <p:nvPr/>
        </p:nvGrpSpPr>
        <p:grpSpPr>
          <a:xfrm>
            <a:off x="6096000" y="3285919"/>
            <a:ext cx="4697029" cy="918640"/>
            <a:chOff x="6096000" y="3285919"/>
            <a:chExt cx="4697029" cy="91864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430570FE-F404-9576-BCB2-A71AF813C236}"/>
                </a:ext>
              </a:extLst>
            </p:cNvPr>
            <p:cNvGrpSpPr/>
            <p:nvPr/>
          </p:nvGrpSpPr>
          <p:grpSpPr>
            <a:xfrm>
              <a:off x="6096000" y="3285919"/>
              <a:ext cx="4697029" cy="918640"/>
              <a:chOff x="6096000" y="3285919"/>
              <a:chExt cx="4697029" cy="918640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0D2D176-DA24-856A-8D6B-E83C549996BE}"/>
                  </a:ext>
                </a:extLst>
              </p:cNvPr>
              <p:cNvSpPr txBox="1"/>
              <p:nvPr/>
            </p:nvSpPr>
            <p:spPr>
              <a:xfrm>
                <a:off x="6144311" y="3285919"/>
                <a:ext cx="46487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is a tangent and AC is a chord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868D422-4DA2-68C0-9449-110BFA499D16}"/>
                  </a:ext>
                </a:extLst>
              </p:cNvPr>
              <p:cNvSpPr txBox="1"/>
              <p:nvPr/>
            </p:nvSpPr>
            <p:spPr>
              <a:xfrm>
                <a:off x="6096000" y="3560573"/>
                <a:ext cx="46487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angle between tangent and chord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73E09D0-13E7-5EC3-DEE8-D42E5B4184C2}"/>
                  </a:ext>
                </a:extLst>
              </p:cNvPr>
              <p:cNvSpPr txBox="1"/>
              <p:nvPr/>
            </p:nvSpPr>
            <p:spPr>
              <a:xfrm>
                <a:off x="6144311" y="3835227"/>
                <a:ext cx="46487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angle in the alternate segment of the circle</a:t>
                </a:r>
              </a:p>
            </p:txBody>
          </p:sp>
        </p:grpSp>
        <p:sp>
          <p:nvSpPr>
            <p:cNvPr id="64" name="Arrow: Notched Right 63">
              <a:extLst>
                <a:ext uri="{FF2B5EF4-FFF2-40B4-BE49-F238E27FC236}">
                  <a16:creationId xmlns:a16="http://schemas.microsoft.com/office/drawing/2014/main" id="{5BABF0FC-A49B-07DF-5187-49B183E6F5E6}"/>
                </a:ext>
              </a:extLst>
            </p:cNvPr>
            <p:cNvSpPr/>
            <p:nvPr/>
          </p:nvSpPr>
          <p:spPr>
            <a:xfrm>
              <a:off x="9451811" y="3395627"/>
              <a:ext cx="320040" cy="164946"/>
            </a:xfrm>
            <a:prstGeom prst="notchedRightArrow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4DDCE9A2-D782-2D32-6444-F8A9E1A5AD88}"/>
              </a:ext>
            </a:extLst>
          </p:cNvPr>
          <p:cNvSpPr txBox="1"/>
          <p:nvPr/>
        </p:nvSpPr>
        <p:spPr>
          <a:xfrm>
            <a:off x="6096000" y="4384475"/>
            <a:ext cx="189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7.6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79D4DFE-7C4C-7B4C-AF01-4D9F38A05DE2}"/>
              </a:ext>
            </a:extLst>
          </p:cNvPr>
          <p:cNvGrpSpPr/>
          <p:nvPr/>
        </p:nvGrpSpPr>
        <p:grpSpPr>
          <a:xfrm>
            <a:off x="6133301" y="4890057"/>
            <a:ext cx="3397624" cy="646331"/>
            <a:chOff x="6144311" y="4990004"/>
            <a:chExt cx="3397624" cy="646331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40E88F3-C469-5B95-6E5F-4068C717266C}"/>
                </a:ext>
              </a:extLst>
            </p:cNvPr>
            <p:cNvSpPr txBox="1"/>
            <p:nvPr/>
          </p:nvSpPr>
          <p:spPr>
            <a:xfrm>
              <a:off x="6144311" y="4990004"/>
              <a:ext cx="33976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 is  a chord and 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γ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AT is a tangent  </a:t>
              </a:r>
            </a:p>
          </p:txBody>
        </p:sp>
        <p:sp>
          <p:nvSpPr>
            <p:cNvPr id="69" name="Arrow: Notched Right 68">
              <a:extLst>
                <a:ext uri="{FF2B5EF4-FFF2-40B4-BE49-F238E27FC236}">
                  <a16:creationId xmlns:a16="http://schemas.microsoft.com/office/drawing/2014/main" id="{BB0FE92A-5364-E440-FCAF-023598430473}"/>
                </a:ext>
              </a:extLst>
            </p:cNvPr>
            <p:cNvSpPr/>
            <p:nvPr/>
          </p:nvSpPr>
          <p:spPr>
            <a:xfrm>
              <a:off x="8468670" y="5125395"/>
              <a:ext cx="320040" cy="164946"/>
            </a:xfrm>
            <a:prstGeom prst="notchedRightArrow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D0FEBE-67CB-EE92-0F60-3E774781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530" y="6492875"/>
            <a:ext cx="7084177" cy="365125"/>
          </a:xfrm>
        </p:spPr>
        <p:txBody>
          <a:bodyPr/>
          <a:lstStyle/>
          <a:p>
            <a:r>
              <a:rPr lang="en-US" sz="2000" b="1" dirty="0">
                <a:latin typeface="Arial Black" panose="020B0A040201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2347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0" grpId="0"/>
      <p:bldP spid="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5156136-7E5B-C431-56A5-E276505A2DA9}"/>
              </a:ext>
            </a:extLst>
          </p:cNvPr>
          <p:cNvGrpSpPr/>
          <p:nvPr/>
        </p:nvGrpSpPr>
        <p:grpSpPr>
          <a:xfrm>
            <a:off x="5435600" y="1493520"/>
            <a:ext cx="6664960" cy="3556000"/>
            <a:chOff x="6207760" y="2072640"/>
            <a:chExt cx="6664960" cy="3556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9A744B3-4CFA-B67B-E7B5-585D7371C879}"/>
                </a:ext>
              </a:extLst>
            </p:cNvPr>
            <p:cNvSpPr/>
            <p:nvPr/>
          </p:nvSpPr>
          <p:spPr>
            <a:xfrm>
              <a:off x="6207760" y="2072640"/>
              <a:ext cx="3992880" cy="3556000"/>
            </a:xfrm>
            <a:prstGeom prst="ellipse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CFE51A7-2064-9340-1D69-CFC7822CEDB3}"/>
                </a:ext>
              </a:extLst>
            </p:cNvPr>
            <p:cNvSpPr/>
            <p:nvPr/>
          </p:nvSpPr>
          <p:spPr>
            <a:xfrm>
              <a:off x="8625840" y="3119120"/>
              <a:ext cx="1574800" cy="1463040"/>
            </a:xfrm>
            <a:prstGeom prst="ellipse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D44E0B5-6F0D-B695-396B-6FA8611219F5}"/>
                </a:ext>
              </a:extLst>
            </p:cNvPr>
            <p:cNvSpPr/>
            <p:nvPr/>
          </p:nvSpPr>
          <p:spPr>
            <a:xfrm>
              <a:off x="10200640" y="2590800"/>
              <a:ext cx="2672080" cy="2519680"/>
            </a:xfrm>
            <a:prstGeom prst="ellipse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FB1EF3-066E-4D05-9F1A-47EA479A1D82}"/>
              </a:ext>
            </a:extLst>
          </p:cNvPr>
          <p:cNvGrpSpPr/>
          <p:nvPr/>
        </p:nvGrpSpPr>
        <p:grpSpPr>
          <a:xfrm>
            <a:off x="1178560" y="1728708"/>
            <a:ext cx="2876550" cy="2095778"/>
            <a:chOff x="1178560" y="1728708"/>
            <a:chExt cx="2876550" cy="209577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581C462-FBAC-C0FB-3D35-789F5F4A103D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>
              <a:off x="1965960" y="2092960"/>
              <a:ext cx="1719580" cy="10160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2ECE861-A67A-9875-DDE4-FE80CDED963F}"/>
                </a:ext>
              </a:extLst>
            </p:cNvPr>
            <p:cNvGrpSpPr/>
            <p:nvPr/>
          </p:nvGrpSpPr>
          <p:grpSpPr>
            <a:xfrm>
              <a:off x="1178560" y="1728708"/>
              <a:ext cx="2876550" cy="2095778"/>
              <a:chOff x="1178560" y="1728708"/>
              <a:chExt cx="2876550" cy="2095778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5DA0B8E-05D6-BB87-1A90-C03188341654}"/>
                  </a:ext>
                </a:extLst>
              </p:cNvPr>
              <p:cNvSpPr/>
              <p:nvPr/>
            </p:nvSpPr>
            <p:spPr>
              <a:xfrm>
                <a:off x="1178560" y="2092960"/>
                <a:ext cx="1574800" cy="1463040"/>
              </a:xfrm>
              <a:prstGeom prst="ellipse">
                <a:avLst/>
              </a:prstGeom>
              <a:noFill/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4227578-D782-BFEC-DD3C-CB7DD61028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1640" y="2103120"/>
                <a:ext cx="1993900" cy="1374140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BAB5D1-8D1F-6BC5-D950-A65C6BECD156}"/>
                  </a:ext>
                </a:extLst>
              </p:cNvPr>
              <p:cNvSpPr txBox="1"/>
              <p:nvPr/>
            </p:nvSpPr>
            <p:spPr>
              <a:xfrm>
                <a:off x="1897380" y="1728708"/>
                <a:ext cx="3886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D9BB9B-967C-8D82-4272-681A8DF2DF8B}"/>
                  </a:ext>
                </a:extLst>
              </p:cNvPr>
              <p:cNvSpPr txBox="1"/>
              <p:nvPr/>
            </p:nvSpPr>
            <p:spPr>
              <a:xfrm>
                <a:off x="3666490" y="1839714"/>
                <a:ext cx="3886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FEAF83-11D1-2DE5-3B99-F417635B5756}"/>
                  </a:ext>
                </a:extLst>
              </p:cNvPr>
              <p:cNvSpPr txBox="1"/>
              <p:nvPr/>
            </p:nvSpPr>
            <p:spPr>
              <a:xfrm>
                <a:off x="1417320" y="3455154"/>
                <a:ext cx="3581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5FDF3A-858A-B6AE-740A-509FC02EA30B}"/>
                  </a:ext>
                </a:extLst>
              </p:cNvPr>
              <p:cNvSpPr txBox="1"/>
              <p:nvPr/>
            </p:nvSpPr>
            <p:spPr>
              <a:xfrm>
                <a:off x="2811780" y="2605524"/>
                <a:ext cx="3886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57A9316-9538-BF48-FFF0-6B74C647D90B}"/>
              </a:ext>
            </a:extLst>
          </p:cNvPr>
          <p:cNvSpPr txBox="1"/>
          <p:nvPr/>
        </p:nvSpPr>
        <p:spPr>
          <a:xfrm>
            <a:off x="1524000" y="345440"/>
            <a:ext cx="189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C61A78-AE0B-442E-2526-5951ABBB0351}"/>
              </a:ext>
            </a:extLst>
          </p:cNvPr>
          <p:cNvSpPr txBox="1"/>
          <p:nvPr/>
        </p:nvSpPr>
        <p:spPr>
          <a:xfrm>
            <a:off x="6146800" y="345440"/>
            <a:ext cx="189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7.8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B244D09-F3EB-34E4-AC22-63CF33091DB6}"/>
              </a:ext>
            </a:extLst>
          </p:cNvPr>
          <p:cNvCxnSpPr>
            <a:cxnSpLocks/>
          </p:cNvCxnSpPr>
          <p:nvPr/>
        </p:nvCxnSpPr>
        <p:spPr>
          <a:xfrm>
            <a:off x="7355840" y="3271520"/>
            <a:ext cx="340868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292FB71-588E-CF07-D2D7-E5A1393F23FF}"/>
              </a:ext>
            </a:extLst>
          </p:cNvPr>
          <p:cNvSpPr txBox="1"/>
          <p:nvPr/>
        </p:nvSpPr>
        <p:spPr>
          <a:xfrm>
            <a:off x="6931661" y="3059668"/>
            <a:ext cx="474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CFB71F-5CBF-9C4E-425B-C294A00AB92F}"/>
              </a:ext>
            </a:extLst>
          </p:cNvPr>
          <p:cNvSpPr txBox="1"/>
          <p:nvPr/>
        </p:nvSpPr>
        <p:spPr>
          <a:xfrm>
            <a:off x="10705972" y="3107928"/>
            <a:ext cx="556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39378F-2861-3C24-29B6-B99CD3126C01}"/>
              </a:ext>
            </a:extLst>
          </p:cNvPr>
          <p:cNvSpPr txBox="1"/>
          <p:nvPr/>
        </p:nvSpPr>
        <p:spPr>
          <a:xfrm>
            <a:off x="9457816" y="2875002"/>
            <a:ext cx="3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0D37A-659A-650C-9CAA-6FC9F1BDFF61}"/>
              </a:ext>
            </a:extLst>
          </p:cNvPr>
          <p:cNvSpPr txBox="1"/>
          <p:nvPr/>
        </p:nvSpPr>
        <p:spPr>
          <a:xfrm>
            <a:off x="8520938" y="3309481"/>
            <a:ext cx="498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43A040-17C9-3C22-128F-70AB8C6770DF}"/>
              </a:ext>
            </a:extLst>
          </p:cNvPr>
          <p:cNvSpPr txBox="1"/>
          <p:nvPr/>
        </p:nvSpPr>
        <p:spPr>
          <a:xfrm>
            <a:off x="822960" y="4098389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 is a tangent and PBC is a secant </a:t>
            </a:r>
          </a:p>
        </p:txBody>
      </p:sp>
      <p:sp>
        <p:nvSpPr>
          <p:cNvPr id="36" name="Arrow: Notched Right 35">
            <a:extLst>
              <a:ext uri="{FF2B5EF4-FFF2-40B4-BE49-F238E27FC236}">
                <a16:creationId xmlns:a16="http://schemas.microsoft.com/office/drawing/2014/main" id="{FB441331-F0B2-643B-28F4-E13B9F249660}"/>
              </a:ext>
            </a:extLst>
          </p:cNvPr>
          <p:cNvSpPr/>
          <p:nvPr/>
        </p:nvSpPr>
        <p:spPr>
          <a:xfrm>
            <a:off x="858520" y="4502975"/>
            <a:ext cx="320040" cy="164946"/>
          </a:xfrm>
          <a:prstGeom prst="notchedRightArrow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A61875-4BB2-6C07-75E5-C7DFD8F2D5E4}"/>
              </a:ext>
            </a:extLst>
          </p:cNvPr>
          <p:cNvSpPr txBox="1"/>
          <p:nvPr/>
        </p:nvSpPr>
        <p:spPr>
          <a:xfrm>
            <a:off x="1296594" y="4412173"/>
            <a:ext cx="2407920" cy="774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</a:t>
            </a:r>
            <a:r>
              <a:rPr lang="en-US" kern="1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PB . PC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811975-53B5-DD36-D3E9-71AD8E43F9A6}"/>
              </a:ext>
            </a:extLst>
          </p:cNvPr>
          <p:cNvSpPr txBox="1"/>
          <p:nvPr/>
        </p:nvSpPr>
        <p:spPr>
          <a:xfrm>
            <a:off x="5933440" y="5204320"/>
            <a:ext cx="625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Centers of (internally or externally) tangent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Circles and the point of contact are collinear.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13DA1-8DD7-9713-986A-6A6500C6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84177" cy="365125"/>
          </a:xfrm>
        </p:spPr>
        <p:txBody>
          <a:bodyPr/>
          <a:lstStyle/>
          <a:p>
            <a:r>
              <a:rPr lang="en-US" sz="2000" b="1" dirty="0">
                <a:latin typeface="Arial Black" panose="020B0A040201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203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  <p:bldP spid="31" grpId="0"/>
      <p:bldP spid="32" grpId="0"/>
      <p:bldP spid="34" grpId="0"/>
      <p:bldP spid="35" grpId="0"/>
      <p:bldP spid="36" grpId="0" animBg="1"/>
      <p:bldP spid="38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021EE7-B282-293F-4625-14DA29974CA3}"/>
              </a:ext>
            </a:extLst>
          </p:cNvPr>
          <p:cNvSpPr txBox="1"/>
          <p:nvPr/>
        </p:nvSpPr>
        <p:spPr>
          <a:xfrm>
            <a:off x="1455302" y="187871"/>
            <a:ext cx="6804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  Concyclic Points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5E35C-4728-A6BA-DAE8-F92004258971}"/>
              </a:ext>
            </a:extLst>
          </p:cNvPr>
          <p:cNvSpPr txBox="1"/>
          <p:nvPr/>
        </p:nvSpPr>
        <p:spPr>
          <a:xfrm>
            <a:off x="7181538" y="914861"/>
            <a:ext cx="189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9D67C-214E-DC8E-BFB1-7888BBCD9AE7}"/>
              </a:ext>
            </a:extLst>
          </p:cNvPr>
          <p:cNvSpPr txBox="1"/>
          <p:nvPr/>
        </p:nvSpPr>
        <p:spPr>
          <a:xfrm>
            <a:off x="1551703" y="914862"/>
            <a:ext cx="189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7.4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14E987-9166-A9AA-7EA1-B6534A77CA85}"/>
              </a:ext>
            </a:extLst>
          </p:cNvPr>
          <p:cNvGrpSpPr/>
          <p:nvPr/>
        </p:nvGrpSpPr>
        <p:grpSpPr>
          <a:xfrm>
            <a:off x="1116823" y="1720557"/>
            <a:ext cx="3404224" cy="2758678"/>
            <a:chOff x="1033157" y="1783182"/>
            <a:chExt cx="3404224" cy="275867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D6E4C0B-C48E-63CC-6FA3-A654F479F180}"/>
                </a:ext>
              </a:extLst>
            </p:cNvPr>
            <p:cNvSpPr txBox="1"/>
            <p:nvPr/>
          </p:nvSpPr>
          <p:spPr>
            <a:xfrm>
              <a:off x="4066472" y="2363107"/>
              <a:ext cx="3709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Q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5E4F519-5A30-D01B-ACBC-E171F4FF97B6}"/>
                </a:ext>
              </a:extLst>
            </p:cNvPr>
            <p:cNvGrpSpPr/>
            <p:nvPr/>
          </p:nvGrpSpPr>
          <p:grpSpPr>
            <a:xfrm>
              <a:off x="1033157" y="1783182"/>
              <a:ext cx="3171290" cy="2758678"/>
              <a:chOff x="1033157" y="1783182"/>
              <a:chExt cx="3171290" cy="2758678"/>
            </a:xfrm>
          </p:grpSpPr>
          <p:sp>
            <p:nvSpPr>
              <p:cNvPr id="18" name="Isosceles Triangle 17">
                <a:extLst>
                  <a:ext uri="{FF2B5EF4-FFF2-40B4-BE49-F238E27FC236}">
                    <a16:creationId xmlns:a16="http://schemas.microsoft.com/office/drawing/2014/main" id="{52F7297E-FE90-929E-1445-73DF72378809}"/>
                  </a:ext>
                </a:extLst>
              </p:cNvPr>
              <p:cNvSpPr/>
              <p:nvPr/>
            </p:nvSpPr>
            <p:spPr>
              <a:xfrm rot="738478">
                <a:off x="1515874" y="2422192"/>
                <a:ext cx="2468427" cy="1440705"/>
              </a:xfrm>
              <a:prstGeom prst="triangle">
                <a:avLst>
                  <a:gd name="adj" fmla="val 100000"/>
                </a:avLst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962E02B-BBD5-C9AC-7769-65562E8435FF}"/>
                  </a:ext>
                </a:extLst>
              </p:cNvPr>
              <p:cNvGrpSpPr/>
              <p:nvPr/>
            </p:nvGrpSpPr>
            <p:grpSpPr>
              <a:xfrm>
                <a:off x="1033157" y="1783182"/>
                <a:ext cx="3171290" cy="2758678"/>
                <a:chOff x="1033157" y="1783182"/>
                <a:chExt cx="3171290" cy="2758678"/>
              </a:xfrm>
            </p:grpSpPr>
            <p:sp>
              <p:nvSpPr>
                <p:cNvPr id="13" name="Flowchart: Connector 12">
                  <a:extLst>
                    <a:ext uri="{FF2B5EF4-FFF2-40B4-BE49-F238E27FC236}">
                      <a16:creationId xmlns:a16="http://schemas.microsoft.com/office/drawing/2014/main" id="{8156CB23-1318-A289-87EA-63981CD15460}"/>
                    </a:ext>
                  </a:extLst>
                </p:cNvPr>
                <p:cNvSpPr/>
                <p:nvPr/>
              </p:nvSpPr>
              <p:spPr>
                <a:xfrm>
                  <a:off x="1326777" y="1879343"/>
                  <a:ext cx="2877670" cy="2662517"/>
                </a:xfrm>
                <a:prstGeom prst="flowChartConnector">
                  <a:avLst/>
                </a:prstGeom>
                <a:no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  <a:prstDash val="lg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Isosceles Triangle 18">
                  <a:extLst>
                    <a:ext uri="{FF2B5EF4-FFF2-40B4-BE49-F238E27FC236}">
                      <a16:creationId xmlns:a16="http://schemas.microsoft.com/office/drawing/2014/main" id="{0A965502-8569-86A6-7FE4-CFF2B2C6E74A}"/>
                    </a:ext>
                  </a:extLst>
                </p:cNvPr>
                <p:cNvSpPr/>
                <p:nvPr/>
              </p:nvSpPr>
              <p:spPr>
                <a:xfrm rot="722662" flipH="1">
                  <a:off x="1539885" y="2413535"/>
                  <a:ext cx="2433785" cy="1458020"/>
                </a:xfrm>
                <a:prstGeom prst="triangle">
                  <a:avLst>
                    <a:gd name="adj" fmla="val 95795"/>
                  </a:avLst>
                </a:prstGeom>
                <a:no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5B5BFC-1413-FBC3-BAF0-DA3CDB3366C8}"/>
                    </a:ext>
                  </a:extLst>
                </p:cNvPr>
                <p:cNvSpPr txBox="1"/>
                <p:nvPr/>
              </p:nvSpPr>
              <p:spPr>
                <a:xfrm>
                  <a:off x="1551703" y="1783182"/>
                  <a:ext cx="3709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P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EA91F63-29A5-B862-662D-0315FE825CA2}"/>
                    </a:ext>
                  </a:extLst>
                </p:cNvPr>
                <p:cNvSpPr txBox="1"/>
                <p:nvPr/>
              </p:nvSpPr>
              <p:spPr>
                <a:xfrm>
                  <a:off x="1033157" y="3332498"/>
                  <a:ext cx="3709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S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46B6004-A87C-9442-D8F8-7E4FE54D8102}"/>
                    </a:ext>
                  </a:extLst>
                </p:cNvPr>
                <p:cNvSpPr txBox="1"/>
                <p:nvPr/>
              </p:nvSpPr>
              <p:spPr>
                <a:xfrm>
                  <a:off x="3762445" y="3919068"/>
                  <a:ext cx="3709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R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3431BF4-4206-89BC-D808-A85FF5487482}"/>
                    </a:ext>
                  </a:extLst>
                </p:cNvPr>
                <p:cNvSpPr txBox="1"/>
                <p:nvPr/>
              </p:nvSpPr>
              <p:spPr>
                <a:xfrm>
                  <a:off x="3683630" y="2702633"/>
                  <a:ext cx="37090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sz="2400" dirty="0"/>
                    <a:t>β</a:t>
                  </a:r>
                  <a:endParaRPr lang="en-US" sz="2400" dirty="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933AA1F-FD63-F0D8-C1C1-9FEF3BD42C57}"/>
                    </a:ext>
                  </a:extLst>
                </p:cNvPr>
                <p:cNvSpPr txBox="1"/>
                <p:nvPr/>
              </p:nvSpPr>
              <p:spPr>
                <a:xfrm>
                  <a:off x="1677927" y="2210264"/>
                  <a:ext cx="40570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sz="2400" dirty="0"/>
                    <a:t>α</a:t>
                  </a:r>
                  <a:endParaRPr lang="en-US" sz="2400" dirty="0"/>
                </a:p>
              </p:txBody>
            </p: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7E53F9-4403-57D9-DCEF-598809E25DDB}"/>
              </a:ext>
            </a:extLst>
          </p:cNvPr>
          <p:cNvGrpSpPr/>
          <p:nvPr/>
        </p:nvGrpSpPr>
        <p:grpSpPr>
          <a:xfrm>
            <a:off x="6790126" y="1518741"/>
            <a:ext cx="3618720" cy="2989510"/>
            <a:chOff x="6490835" y="1552349"/>
            <a:chExt cx="3618720" cy="298951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ED1516-A841-0BC6-D5B1-06A92AEDDAF8}"/>
                </a:ext>
              </a:extLst>
            </p:cNvPr>
            <p:cNvSpPr/>
            <p:nvPr/>
          </p:nvSpPr>
          <p:spPr>
            <a:xfrm rot="19557612">
              <a:off x="8600737" y="2010911"/>
              <a:ext cx="215900" cy="21082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1F80464-62D0-9996-9A03-CF919F9DF6EF}"/>
                </a:ext>
              </a:extLst>
            </p:cNvPr>
            <p:cNvGrpSpPr/>
            <p:nvPr/>
          </p:nvGrpSpPr>
          <p:grpSpPr>
            <a:xfrm>
              <a:off x="6490835" y="1552349"/>
              <a:ext cx="3618720" cy="2989510"/>
              <a:chOff x="6485458" y="1552349"/>
              <a:chExt cx="3618720" cy="2989510"/>
            </a:xfrm>
          </p:grpSpPr>
          <p:sp>
            <p:nvSpPr>
              <p:cNvPr id="26" name="Flowchart: Connector 25">
                <a:extLst>
                  <a:ext uri="{FF2B5EF4-FFF2-40B4-BE49-F238E27FC236}">
                    <a16:creationId xmlns:a16="http://schemas.microsoft.com/office/drawing/2014/main" id="{F0230859-ED30-7F73-93C3-3D7535B4CDED}"/>
                  </a:ext>
                </a:extLst>
              </p:cNvPr>
              <p:cNvSpPr/>
              <p:nvPr/>
            </p:nvSpPr>
            <p:spPr>
              <a:xfrm>
                <a:off x="6856368" y="1879342"/>
                <a:ext cx="2877670" cy="2662517"/>
              </a:xfrm>
              <a:prstGeom prst="flowChartConnector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Isosceles Triangle 26">
                <a:extLst>
                  <a:ext uri="{FF2B5EF4-FFF2-40B4-BE49-F238E27FC236}">
                    <a16:creationId xmlns:a16="http://schemas.microsoft.com/office/drawing/2014/main" id="{C3DA2C2F-653B-2BF5-93B7-956C50E178FE}"/>
                  </a:ext>
                </a:extLst>
              </p:cNvPr>
              <p:cNvSpPr/>
              <p:nvPr/>
            </p:nvSpPr>
            <p:spPr>
              <a:xfrm>
                <a:off x="6856368" y="1970169"/>
                <a:ext cx="2877669" cy="1247540"/>
              </a:xfrm>
              <a:prstGeom prst="triangle">
                <a:avLst>
                  <a:gd name="adj" fmla="val 65358"/>
                </a:avLst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17EE0BB-25CA-F3A7-F56F-D994C77180E1}"/>
                  </a:ext>
                </a:extLst>
              </p:cNvPr>
              <p:cNvSpPr txBox="1"/>
              <p:nvPr/>
            </p:nvSpPr>
            <p:spPr>
              <a:xfrm>
                <a:off x="6485458" y="3009735"/>
                <a:ext cx="3709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Q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90CF6C-667B-3F57-1B5B-CD6DAD053F48}"/>
                  </a:ext>
                </a:extLst>
              </p:cNvPr>
              <p:cNvSpPr txBox="1"/>
              <p:nvPr/>
            </p:nvSpPr>
            <p:spPr>
              <a:xfrm>
                <a:off x="9733269" y="3024400"/>
                <a:ext cx="3709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3A6210E-183E-9B14-FE81-2FBBF927FB75}"/>
                  </a:ext>
                </a:extLst>
              </p:cNvPr>
              <p:cNvSpPr txBox="1"/>
              <p:nvPr/>
            </p:nvSpPr>
            <p:spPr>
              <a:xfrm>
                <a:off x="8109747" y="3210600"/>
                <a:ext cx="3709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629B8D-5B2C-5ADA-1CC8-E02FDE7DEE4C}"/>
                  </a:ext>
                </a:extLst>
              </p:cNvPr>
              <p:cNvSpPr txBox="1"/>
              <p:nvPr/>
            </p:nvSpPr>
            <p:spPr>
              <a:xfrm>
                <a:off x="8554852" y="1552349"/>
                <a:ext cx="3709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</a:t>
                </a:r>
              </a:p>
            </p:txBody>
          </p:sp>
        </p:grpSp>
      </p:grpSp>
      <p:sp>
        <p:nvSpPr>
          <p:cNvPr id="34" name="Arrow: Notched Right 33">
            <a:extLst>
              <a:ext uri="{FF2B5EF4-FFF2-40B4-BE49-F238E27FC236}">
                <a16:creationId xmlns:a16="http://schemas.microsoft.com/office/drawing/2014/main" id="{30BD4DE5-1F4C-D909-8F3F-0C8436C5B374}"/>
              </a:ext>
            </a:extLst>
          </p:cNvPr>
          <p:cNvSpPr/>
          <p:nvPr/>
        </p:nvSpPr>
        <p:spPr>
          <a:xfrm>
            <a:off x="1006737" y="4987630"/>
            <a:ext cx="320040" cy="164946"/>
          </a:xfrm>
          <a:prstGeom prst="notchedRightArrow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Notched Right 34">
            <a:extLst>
              <a:ext uri="{FF2B5EF4-FFF2-40B4-BE49-F238E27FC236}">
                <a16:creationId xmlns:a16="http://schemas.microsoft.com/office/drawing/2014/main" id="{3995A291-BA83-49AB-D9ED-B7D900C20980}"/>
              </a:ext>
            </a:extLst>
          </p:cNvPr>
          <p:cNvSpPr/>
          <p:nvPr/>
        </p:nvSpPr>
        <p:spPr>
          <a:xfrm>
            <a:off x="7181538" y="5235179"/>
            <a:ext cx="320040" cy="164946"/>
          </a:xfrm>
          <a:prstGeom prst="notchedRightArrow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7C4BEF-B9CE-C9CE-C440-A66087CB7138}"/>
              </a:ext>
            </a:extLst>
          </p:cNvPr>
          <p:cNvSpPr txBox="1"/>
          <p:nvPr/>
        </p:nvSpPr>
        <p:spPr>
          <a:xfrm>
            <a:off x="1390686" y="4885382"/>
            <a:ext cx="360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P,Q,R and S are </a:t>
            </a:r>
            <a:r>
              <a:rPr lang="en-US" dirty="0" err="1"/>
              <a:t>conclycic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5BF061-E0D3-2ABE-6768-FE3937546F6A}"/>
              </a:ext>
            </a:extLst>
          </p:cNvPr>
          <p:cNvSpPr txBox="1"/>
          <p:nvPr/>
        </p:nvSpPr>
        <p:spPr>
          <a:xfrm>
            <a:off x="910778" y="4422618"/>
            <a:ext cx="128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sz="2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578F47-1D06-9799-E183-70016E9735AE}"/>
              </a:ext>
            </a:extLst>
          </p:cNvPr>
          <p:cNvSpPr txBox="1"/>
          <p:nvPr/>
        </p:nvSpPr>
        <p:spPr>
          <a:xfrm>
            <a:off x="7098413" y="4786326"/>
            <a:ext cx="314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∆ABC with </a:t>
            </a:r>
            <a:r>
              <a:rPr lang="en-US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∠ABC = 90°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FE5A69-7BC0-915B-FC4B-D6251D92266F}"/>
              </a:ext>
            </a:extLst>
          </p:cNvPr>
          <p:cNvSpPr txBox="1"/>
          <p:nvPr/>
        </p:nvSpPr>
        <p:spPr>
          <a:xfrm>
            <a:off x="7555018" y="5120985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circle with diameter AC passes through B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8C7499-271A-BF4C-E2CD-D298429CF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84177" cy="365125"/>
          </a:xfrm>
        </p:spPr>
        <p:txBody>
          <a:bodyPr/>
          <a:lstStyle/>
          <a:p>
            <a:r>
              <a:rPr lang="en-US" sz="2000" b="1" dirty="0">
                <a:latin typeface="Arial Black" panose="020B0A040201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6298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34" grpId="0" animBg="1"/>
      <p:bldP spid="35" grpId="0" animBg="1"/>
      <p:bldP spid="36" grpId="0"/>
      <p:bldP spid="37" grpId="0"/>
      <p:bldP spid="38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A5D7F7-80B0-5E5C-9954-9670563CA347}"/>
              </a:ext>
            </a:extLst>
          </p:cNvPr>
          <p:cNvSpPr txBox="1"/>
          <p:nvPr/>
        </p:nvSpPr>
        <p:spPr>
          <a:xfrm>
            <a:off x="1471019" y="328152"/>
            <a:ext cx="2195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F48E5-7624-3A8F-2863-BD23F7D00EF8}"/>
              </a:ext>
            </a:extLst>
          </p:cNvPr>
          <p:cNvSpPr txBox="1"/>
          <p:nvPr/>
        </p:nvSpPr>
        <p:spPr>
          <a:xfrm>
            <a:off x="7647702" y="328152"/>
            <a:ext cx="2589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7.12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59BA93-C85E-2E02-B74C-F8D1A9553224}"/>
              </a:ext>
            </a:extLst>
          </p:cNvPr>
          <p:cNvSpPr/>
          <p:nvPr/>
        </p:nvSpPr>
        <p:spPr>
          <a:xfrm>
            <a:off x="1748118" y="1595718"/>
            <a:ext cx="3128682" cy="2949388"/>
          </a:xfrm>
          <a:prstGeom prst="ellipse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F974A7-69E7-4969-D01B-729891CC1736}"/>
              </a:ext>
            </a:extLst>
          </p:cNvPr>
          <p:cNvSpPr/>
          <p:nvPr/>
        </p:nvSpPr>
        <p:spPr>
          <a:xfrm>
            <a:off x="7378356" y="1595718"/>
            <a:ext cx="3128682" cy="2949388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0C35FE-8DBA-EFC6-812F-0D933575D429}"/>
              </a:ext>
            </a:extLst>
          </p:cNvPr>
          <p:cNvGrpSpPr/>
          <p:nvPr/>
        </p:nvGrpSpPr>
        <p:grpSpPr>
          <a:xfrm>
            <a:off x="7378356" y="2023522"/>
            <a:ext cx="2676593" cy="2085532"/>
            <a:chOff x="1742022" y="2027646"/>
            <a:chExt cx="2676593" cy="208553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D856AC7-0E9D-4F58-BF3D-1D5A64907301}"/>
                </a:ext>
              </a:extLst>
            </p:cNvPr>
            <p:cNvCxnSpPr>
              <a:endCxn id="6" idx="5"/>
            </p:cNvCxnSpPr>
            <p:nvPr/>
          </p:nvCxnSpPr>
          <p:spPr>
            <a:xfrm>
              <a:off x="2103120" y="4017264"/>
              <a:ext cx="2315495" cy="95914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711AFE2-C0A7-023B-7F59-97F26B916D1C}"/>
                </a:ext>
              </a:extLst>
            </p:cNvPr>
            <p:cNvCxnSpPr/>
            <p:nvPr/>
          </p:nvCxnSpPr>
          <p:spPr>
            <a:xfrm flipH="1" flipV="1">
              <a:off x="1748118" y="2913888"/>
              <a:ext cx="367194" cy="1103376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A7C21E0-23E1-2760-1C70-1CA0314226B4}"/>
                </a:ext>
              </a:extLst>
            </p:cNvPr>
            <p:cNvCxnSpPr>
              <a:endCxn id="6" idx="7"/>
            </p:cNvCxnSpPr>
            <p:nvPr/>
          </p:nvCxnSpPr>
          <p:spPr>
            <a:xfrm flipV="1">
              <a:off x="1742022" y="2027646"/>
              <a:ext cx="2676593" cy="886242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5BEB2ED-6675-0765-34F5-7AF0C34706A6}"/>
                </a:ext>
              </a:extLst>
            </p:cNvPr>
            <p:cNvCxnSpPr>
              <a:stCxn id="6" idx="5"/>
              <a:endCxn id="6" idx="7"/>
            </p:cNvCxnSpPr>
            <p:nvPr/>
          </p:nvCxnSpPr>
          <p:spPr>
            <a:xfrm flipV="1">
              <a:off x="4418615" y="2027646"/>
              <a:ext cx="0" cy="2085532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0AE5832-CD2B-5FD6-4E9E-09AAEB15157C}"/>
              </a:ext>
            </a:extLst>
          </p:cNvPr>
          <p:cNvSpPr txBox="1"/>
          <p:nvPr/>
        </p:nvSpPr>
        <p:spPr>
          <a:xfrm>
            <a:off x="2057892" y="3665111"/>
            <a:ext cx="286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α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8784E9-93DE-4F77-3FCA-20DAAA2BF345}"/>
              </a:ext>
            </a:extLst>
          </p:cNvPr>
          <p:cNvSpPr txBox="1"/>
          <p:nvPr/>
        </p:nvSpPr>
        <p:spPr>
          <a:xfrm>
            <a:off x="4113815" y="2101435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β</a:t>
            </a:r>
            <a:endParaRPr lang="en-US" sz="2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0A964C-7E4E-3CF2-AE78-0A29B1C522EB}"/>
              </a:ext>
            </a:extLst>
          </p:cNvPr>
          <p:cNvGrpSpPr/>
          <p:nvPr/>
        </p:nvGrpSpPr>
        <p:grpSpPr>
          <a:xfrm>
            <a:off x="1748117" y="2023522"/>
            <a:ext cx="2676593" cy="2085532"/>
            <a:chOff x="1742022" y="2027646"/>
            <a:chExt cx="2676593" cy="208553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701F392-23B0-4B51-4946-48C1A97E8E76}"/>
                </a:ext>
              </a:extLst>
            </p:cNvPr>
            <p:cNvCxnSpPr/>
            <p:nvPr/>
          </p:nvCxnSpPr>
          <p:spPr>
            <a:xfrm>
              <a:off x="2103120" y="4017264"/>
              <a:ext cx="2315495" cy="95914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086B765-80B7-E7C8-164F-9AC1A249A25E}"/>
                </a:ext>
              </a:extLst>
            </p:cNvPr>
            <p:cNvCxnSpPr/>
            <p:nvPr/>
          </p:nvCxnSpPr>
          <p:spPr>
            <a:xfrm flipH="1" flipV="1">
              <a:off x="1748118" y="2913888"/>
              <a:ext cx="367194" cy="1103376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10A9040-67B5-B630-98A8-2A6EF76BC891}"/>
                </a:ext>
              </a:extLst>
            </p:cNvPr>
            <p:cNvCxnSpPr/>
            <p:nvPr/>
          </p:nvCxnSpPr>
          <p:spPr>
            <a:xfrm flipV="1">
              <a:off x="1742022" y="2027646"/>
              <a:ext cx="2676593" cy="886242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B448680-C041-04D3-0084-1FFBE2A12088}"/>
                </a:ext>
              </a:extLst>
            </p:cNvPr>
            <p:cNvCxnSpPr/>
            <p:nvPr/>
          </p:nvCxnSpPr>
          <p:spPr>
            <a:xfrm flipV="1">
              <a:off x="4418615" y="2027646"/>
              <a:ext cx="0" cy="2085532"/>
            </a:xfrm>
            <a:prstGeom prst="line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65DBBFC-B810-B80D-0393-3B1C944D8F32}"/>
              </a:ext>
            </a:extLst>
          </p:cNvPr>
          <p:cNvSpPr txBox="1"/>
          <p:nvPr/>
        </p:nvSpPr>
        <p:spPr>
          <a:xfrm>
            <a:off x="9763191" y="2023522"/>
            <a:ext cx="644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800" dirty="0"/>
              <a:t>β</a:t>
            </a:r>
            <a:endParaRPr lang="en-US" sz="18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1F28E2-1444-9A4C-A94F-4F3C9E630C29}"/>
              </a:ext>
            </a:extLst>
          </p:cNvPr>
          <p:cNvCxnSpPr/>
          <p:nvPr/>
        </p:nvCxnSpPr>
        <p:spPr>
          <a:xfrm flipH="1" flipV="1">
            <a:off x="6721918" y="3865166"/>
            <a:ext cx="1029728" cy="147974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rc 30">
            <a:extLst>
              <a:ext uri="{FF2B5EF4-FFF2-40B4-BE49-F238E27FC236}">
                <a16:creationId xmlns:a16="http://schemas.microsoft.com/office/drawing/2014/main" id="{E2D6351C-441F-744C-04FA-210BC4B830BD}"/>
              </a:ext>
            </a:extLst>
          </p:cNvPr>
          <p:cNvSpPr/>
          <p:nvPr/>
        </p:nvSpPr>
        <p:spPr>
          <a:xfrm rot="15424752">
            <a:off x="7457582" y="3588654"/>
            <a:ext cx="367194" cy="558110"/>
          </a:xfrm>
          <a:prstGeom prst="arc">
            <a:avLst>
              <a:gd name="adj1" fmla="val 15612060"/>
              <a:gd name="adj2" fmla="val 1023216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46B1BE-A6AC-792C-4624-94B866A4DB6F}"/>
              </a:ext>
            </a:extLst>
          </p:cNvPr>
          <p:cNvSpPr txBox="1"/>
          <p:nvPr/>
        </p:nvSpPr>
        <p:spPr>
          <a:xfrm>
            <a:off x="7147562" y="3530999"/>
            <a:ext cx="33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δ</a:t>
            </a:r>
            <a:endParaRPr lang="en-US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9DDE35-8B3C-0280-F42E-33DDA23EF252}"/>
              </a:ext>
            </a:extLst>
          </p:cNvPr>
          <p:cNvSpPr txBox="1"/>
          <p:nvPr/>
        </p:nvSpPr>
        <p:spPr>
          <a:xfrm>
            <a:off x="1805867" y="3902472"/>
            <a:ext cx="365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B2D84E-6009-388F-92CE-22BFD54605F5}"/>
              </a:ext>
            </a:extLst>
          </p:cNvPr>
          <p:cNvSpPr txBox="1"/>
          <p:nvPr/>
        </p:nvSpPr>
        <p:spPr>
          <a:xfrm>
            <a:off x="1511493" y="2619724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B8E80C-4A95-6265-F48F-B2ACF6C465A7}"/>
              </a:ext>
            </a:extLst>
          </p:cNvPr>
          <p:cNvSpPr txBox="1"/>
          <p:nvPr/>
        </p:nvSpPr>
        <p:spPr>
          <a:xfrm>
            <a:off x="4328161" y="1723241"/>
            <a:ext cx="365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E2F45B-1F45-57B4-4655-EDCA3F5B0794}"/>
              </a:ext>
            </a:extLst>
          </p:cNvPr>
          <p:cNvSpPr txBox="1"/>
          <p:nvPr/>
        </p:nvSpPr>
        <p:spPr>
          <a:xfrm>
            <a:off x="4377538" y="4016114"/>
            <a:ext cx="365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3A5753-967F-CA3F-B932-1126174D84FA}"/>
              </a:ext>
            </a:extLst>
          </p:cNvPr>
          <p:cNvSpPr txBox="1"/>
          <p:nvPr/>
        </p:nvSpPr>
        <p:spPr>
          <a:xfrm>
            <a:off x="10039798" y="3948237"/>
            <a:ext cx="365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2327AD-F1DF-77F1-2084-6D8838AF4DB7}"/>
              </a:ext>
            </a:extLst>
          </p:cNvPr>
          <p:cNvSpPr txBox="1"/>
          <p:nvPr/>
        </p:nvSpPr>
        <p:spPr>
          <a:xfrm>
            <a:off x="9958399" y="1693138"/>
            <a:ext cx="365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FFCA25-E895-76FC-A380-FB96F346A5B7}"/>
              </a:ext>
            </a:extLst>
          </p:cNvPr>
          <p:cNvSpPr txBox="1"/>
          <p:nvPr/>
        </p:nvSpPr>
        <p:spPr>
          <a:xfrm>
            <a:off x="7109324" y="2619724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642020-3F97-2045-89CA-EDA1FEF2394D}"/>
              </a:ext>
            </a:extLst>
          </p:cNvPr>
          <p:cNvSpPr txBox="1"/>
          <p:nvPr/>
        </p:nvSpPr>
        <p:spPr>
          <a:xfrm>
            <a:off x="7473480" y="3978928"/>
            <a:ext cx="365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E7A27D-03C8-C84C-CA03-AB8B594D6A54}"/>
              </a:ext>
            </a:extLst>
          </p:cNvPr>
          <p:cNvSpPr txBox="1"/>
          <p:nvPr/>
        </p:nvSpPr>
        <p:spPr>
          <a:xfrm>
            <a:off x="1511493" y="4845387"/>
            <a:ext cx="124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180</a:t>
            </a:r>
            <a:r>
              <a:rPr lang="en-US" dirty="0"/>
              <a:t>° </a:t>
            </a:r>
          </a:p>
        </p:txBody>
      </p:sp>
      <p:sp>
        <p:nvSpPr>
          <p:cNvPr id="43" name="Arrow: Notched Right 42">
            <a:extLst>
              <a:ext uri="{FF2B5EF4-FFF2-40B4-BE49-F238E27FC236}">
                <a16:creationId xmlns:a16="http://schemas.microsoft.com/office/drawing/2014/main" id="{C61594C9-A867-E19C-5EFB-2A0220DC328D}"/>
              </a:ext>
            </a:extLst>
          </p:cNvPr>
          <p:cNvSpPr/>
          <p:nvPr/>
        </p:nvSpPr>
        <p:spPr>
          <a:xfrm>
            <a:off x="2786679" y="4956206"/>
            <a:ext cx="320040" cy="164946"/>
          </a:xfrm>
          <a:prstGeom prst="notchedRightArrow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AD7FD4-EBDC-3EFF-B69B-D941BD033C7A}"/>
              </a:ext>
            </a:extLst>
          </p:cNvPr>
          <p:cNvSpPr txBox="1"/>
          <p:nvPr/>
        </p:nvSpPr>
        <p:spPr>
          <a:xfrm>
            <a:off x="3192780" y="4846482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PQRD is cyclic</a:t>
            </a:r>
          </a:p>
        </p:txBody>
      </p:sp>
      <p:sp>
        <p:nvSpPr>
          <p:cNvPr id="50" name="Arrow: Notched Right 49">
            <a:extLst>
              <a:ext uri="{FF2B5EF4-FFF2-40B4-BE49-F238E27FC236}">
                <a16:creationId xmlns:a16="http://schemas.microsoft.com/office/drawing/2014/main" id="{CEA70452-0483-114F-A5A9-A8192AD2A108}"/>
              </a:ext>
            </a:extLst>
          </p:cNvPr>
          <p:cNvSpPr/>
          <p:nvPr/>
        </p:nvSpPr>
        <p:spPr>
          <a:xfrm>
            <a:off x="8349458" y="4944623"/>
            <a:ext cx="320040" cy="164946"/>
          </a:xfrm>
          <a:prstGeom prst="notchedRightArrow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518000-4F80-4D45-FDE3-0DC6B4A07EAA}"/>
              </a:ext>
            </a:extLst>
          </p:cNvPr>
          <p:cNvSpPr txBox="1"/>
          <p:nvPr/>
        </p:nvSpPr>
        <p:spPr>
          <a:xfrm>
            <a:off x="8755559" y="4834899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PQRD is concyclic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613A1-6B94-E738-3AFB-86DA98CB3DEB}"/>
              </a:ext>
            </a:extLst>
          </p:cNvPr>
          <p:cNvSpPr txBox="1"/>
          <p:nvPr/>
        </p:nvSpPr>
        <p:spPr>
          <a:xfrm>
            <a:off x="7676594" y="4846482"/>
            <a:ext cx="832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02BD1-FAC3-A5EA-C5C5-08F23FF2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385" y="6433536"/>
            <a:ext cx="7084177" cy="365125"/>
          </a:xfrm>
        </p:spPr>
        <p:txBody>
          <a:bodyPr/>
          <a:lstStyle/>
          <a:p>
            <a:r>
              <a:rPr lang="en-US" sz="2000" b="1" dirty="0">
                <a:latin typeface="Arial Black" panose="020B0A040201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3780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19" grpId="0"/>
      <p:bldP spid="20" grpId="0"/>
      <p:bldP spid="28" grpId="0"/>
      <p:bldP spid="31" grpId="0" animBg="1"/>
      <p:bldP spid="32" grpId="0"/>
      <p:bldP spid="33" grpId="0"/>
      <p:bldP spid="34" grpId="0"/>
      <p:bldP spid="35" grpId="0"/>
      <p:bldP spid="37" grpId="0"/>
      <p:bldP spid="38" grpId="0"/>
      <p:bldP spid="39" grpId="0"/>
      <p:bldP spid="40" grpId="0"/>
      <p:bldP spid="41" grpId="0"/>
      <p:bldP spid="42" grpId="0"/>
      <p:bldP spid="43" grpId="0" animBg="1"/>
      <p:bldP spid="46" grpId="0"/>
      <p:bldP spid="50" grpId="0" animBg="1"/>
      <p:bldP spid="51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94E9EA2-483B-F441-A259-CC717488981C}"/>
              </a:ext>
            </a:extLst>
          </p:cNvPr>
          <p:cNvSpPr/>
          <p:nvPr/>
        </p:nvSpPr>
        <p:spPr>
          <a:xfrm>
            <a:off x="1182548" y="1736203"/>
            <a:ext cx="3414532" cy="3009417"/>
          </a:xfrm>
          <a:prstGeom prst="ellips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D47CDD-897F-7C8E-04CD-16F88D94C9FB}"/>
              </a:ext>
            </a:extLst>
          </p:cNvPr>
          <p:cNvSpPr/>
          <p:nvPr/>
        </p:nvSpPr>
        <p:spPr>
          <a:xfrm>
            <a:off x="6286981" y="1736203"/>
            <a:ext cx="3414532" cy="3009417"/>
          </a:xfrm>
          <a:prstGeom prst="ellips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C1DDF-D5E9-4093-E07F-099986397096}"/>
              </a:ext>
            </a:extLst>
          </p:cNvPr>
          <p:cNvSpPr txBox="1"/>
          <p:nvPr/>
        </p:nvSpPr>
        <p:spPr>
          <a:xfrm>
            <a:off x="1471019" y="328152"/>
            <a:ext cx="2195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7.13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25F42A-495B-9851-9693-3F48F117E9F7}"/>
              </a:ext>
            </a:extLst>
          </p:cNvPr>
          <p:cNvCxnSpPr>
            <a:stCxn id="4" idx="1"/>
            <a:endCxn id="4" idx="6"/>
          </p:cNvCxnSpPr>
          <p:nvPr/>
        </p:nvCxnSpPr>
        <p:spPr>
          <a:xfrm>
            <a:off x="1682595" y="2176922"/>
            <a:ext cx="2914485" cy="106399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8F755E-A04A-46CC-1128-61A2587BC915}"/>
              </a:ext>
            </a:extLst>
          </p:cNvPr>
          <p:cNvCxnSpPr>
            <a:cxnSpLocks/>
            <a:stCxn id="4" idx="7"/>
            <a:endCxn id="4" idx="4"/>
          </p:cNvCxnSpPr>
          <p:nvPr/>
        </p:nvCxnSpPr>
        <p:spPr>
          <a:xfrm flipH="1">
            <a:off x="2889814" y="2176922"/>
            <a:ext cx="1207219" cy="2568698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D08B63-59CF-E345-E873-2EEDAE71BC09}"/>
              </a:ext>
            </a:extLst>
          </p:cNvPr>
          <p:cNvCxnSpPr>
            <a:cxnSpLocks/>
            <a:endCxn id="5" idx="1"/>
          </p:cNvCxnSpPr>
          <p:nvPr/>
        </p:nvCxnSpPr>
        <p:spPr>
          <a:xfrm flipH="1" flipV="1">
            <a:off x="6787028" y="2176922"/>
            <a:ext cx="2681063" cy="253762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02400D-1A5F-A5E5-B08F-896DF1872988}"/>
              </a:ext>
            </a:extLst>
          </p:cNvPr>
          <p:cNvCxnSpPr>
            <a:cxnSpLocks/>
            <a:endCxn id="5" idx="4"/>
          </p:cNvCxnSpPr>
          <p:nvPr/>
        </p:nvCxnSpPr>
        <p:spPr>
          <a:xfrm flipH="1">
            <a:off x="7994247" y="3842795"/>
            <a:ext cx="1554867" cy="902825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6DBC67-C4D8-2654-685A-508817C10FE2}"/>
              </a:ext>
            </a:extLst>
          </p:cNvPr>
          <p:cNvCxnSpPr>
            <a:cxnSpLocks/>
          </p:cNvCxnSpPr>
          <p:nvPr/>
        </p:nvCxnSpPr>
        <p:spPr>
          <a:xfrm flipH="1" flipV="1">
            <a:off x="9462304" y="2430684"/>
            <a:ext cx="1794076" cy="18519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1399D0-C426-95AF-6A6C-06956489930D}"/>
              </a:ext>
            </a:extLst>
          </p:cNvPr>
          <p:cNvCxnSpPr>
            <a:cxnSpLocks/>
          </p:cNvCxnSpPr>
          <p:nvPr/>
        </p:nvCxnSpPr>
        <p:spPr>
          <a:xfrm flipH="1">
            <a:off x="9549114" y="2615878"/>
            <a:ext cx="1707266" cy="1226917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239110D-E155-5A28-76BD-EA00161AB587}"/>
              </a:ext>
            </a:extLst>
          </p:cNvPr>
          <p:cNvSpPr/>
          <p:nvPr/>
        </p:nvSpPr>
        <p:spPr>
          <a:xfrm>
            <a:off x="1663545" y="2146584"/>
            <a:ext cx="76200" cy="508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A043E47-D1D3-A062-DBBE-5DFE710E759F}"/>
              </a:ext>
            </a:extLst>
          </p:cNvPr>
          <p:cNvSpPr/>
          <p:nvPr/>
        </p:nvSpPr>
        <p:spPr>
          <a:xfrm>
            <a:off x="2866954" y="4717680"/>
            <a:ext cx="76200" cy="508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E7D14F4-B4FD-C531-A243-624F839FDBB8}"/>
              </a:ext>
            </a:extLst>
          </p:cNvPr>
          <p:cNvSpPr/>
          <p:nvPr/>
        </p:nvSpPr>
        <p:spPr>
          <a:xfrm>
            <a:off x="4058933" y="2164222"/>
            <a:ext cx="76200" cy="508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F4F575-F500-8AB8-CF65-CCFB91527A73}"/>
              </a:ext>
            </a:extLst>
          </p:cNvPr>
          <p:cNvSpPr/>
          <p:nvPr/>
        </p:nvSpPr>
        <p:spPr>
          <a:xfrm>
            <a:off x="4558980" y="3229336"/>
            <a:ext cx="76200" cy="508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A915703-293C-D266-963E-712829BEEACB}"/>
                  </a:ext>
                </a:extLst>
              </p14:cNvPr>
              <p14:cNvContentPartPr/>
              <p14:nvPr/>
            </p14:nvContentPartPr>
            <p14:xfrm>
              <a:off x="6774120" y="2202000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A915703-293C-D266-963E-712829BEEA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8120" y="216600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F24ACFE-50D8-DF2A-C42A-EA1A867F966B}"/>
                  </a:ext>
                </a:extLst>
              </p14:cNvPr>
              <p14:cNvContentPartPr/>
              <p14:nvPr/>
            </p14:nvContentPartPr>
            <p14:xfrm>
              <a:off x="8008560" y="4739640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F24ACFE-50D8-DF2A-C42A-EA1A867F96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2560" y="4703640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FF065816-26D7-DC36-1C36-A4DE83504612}"/>
              </a:ext>
            </a:extLst>
          </p:cNvPr>
          <p:cNvGrpSpPr/>
          <p:nvPr/>
        </p:nvGrpSpPr>
        <p:grpSpPr>
          <a:xfrm>
            <a:off x="3404550" y="5230985"/>
            <a:ext cx="4679351" cy="646331"/>
            <a:chOff x="1554740" y="5147868"/>
            <a:chExt cx="4679351" cy="64633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E6B0704-6433-C9D5-4E79-46B97BDAA09E}"/>
                </a:ext>
              </a:extLst>
            </p:cNvPr>
            <p:cNvSpPr txBox="1"/>
            <p:nvPr/>
          </p:nvSpPr>
          <p:spPr>
            <a:xfrm>
              <a:off x="1554740" y="5147868"/>
              <a:ext cx="24612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each case,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 • PB = CP • PD </a:t>
              </a:r>
            </a:p>
          </p:txBody>
        </p:sp>
        <p:sp>
          <p:nvSpPr>
            <p:cNvPr id="44" name="Arrow: Notched Right 43">
              <a:extLst>
                <a:ext uri="{FF2B5EF4-FFF2-40B4-BE49-F238E27FC236}">
                  <a16:creationId xmlns:a16="http://schemas.microsoft.com/office/drawing/2014/main" id="{86332A27-0A32-0011-E127-6F81BC8517A8}"/>
                </a:ext>
              </a:extLst>
            </p:cNvPr>
            <p:cNvSpPr/>
            <p:nvPr/>
          </p:nvSpPr>
          <p:spPr>
            <a:xfrm>
              <a:off x="3571743" y="5527060"/>
              <a:ext cx="320040" cy="164946"/>
            </a:xfrm>
            <a:prstGeom prst="notchedRightArrow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E196CA6-EE6B-CAE4-F6E1-557B2F147B46}"/>
                </a:ext>
              </a:extLst>
            </p:cNvPr>
            <p:cNvSpPr txBox="1"/>
            <p:nvPr/>
          </p:nvSpPr>
          <p:spPr>
            <a:xfrm>
              <a:off x="3891783" y="5424867"/>
              <a:ext cx="2342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A,C,B,D are concyclic</a:t>
              </a:r>
              <a:r>
                <a:rPr lang="en-US" dirty="0"/>
                <a:t>.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1DF7746-1E7A-3B9E-EC98-36E0D7B5666B}"/>
              </a:ext>
            </a:extLst>
          </p:cNvPr>
          <p:cNvSpPr txBox="1"/>
          <p:nvPr/>
        </p:nvSpPr>
        <p:spPr>
          <a:xfrm>
            <a:off x="1436153" y="1814912"/>
            <a:ext cx="40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D8304-AD07-3818-56B1-D2E3518E8A88}"/>
              </a:ext>
            </a:extLst>
          </p:cNvPr>
          <p:cNvSpPr txBox="1"/>
          <p:nvPr/>
        </p:nvSpPr>
        <p:spPr>
          <a:xfrm>
            <a:off x="4023182" y="1879454"/>
            <a:ext cx="474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07C6B-0347-F85A-779C-A72A4683009C}"/>
              </a:ext>
            </a:extLst>
          </p:cNvPr>
          <p:cNvSpPr txBox="1"/>
          <p:nvPr/>
        </p:nvSpPr>
        <p:spPr>
          <a:xfrm>
            <a:off x="3339270" y="2829226"/>
            <a:ext cx="342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865B89-273C-B067-E3F5-05615E470FF5}"/>
              </a:ext>
            </a:extLst>
          </p:cNvPr>
          <p:cNvSpPr txBox="1"/>
          <p:nvPr/>
        </p:nvSpPr>
        <p:spPr>
          <a:xfrm>
            <a:off x="4603548" y="3054681"/>
            <a:ext cx="770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E0D9F3-CD70-C5E1-80A7-7A16D434898C}"/>
              </a:ext>
            </a:extLst>
          </p:cNvPr>
          <p:cNvSpPr txBox="1"/>
          <p:nvPr/>
        </p:nvSpPr>
        <p:spPr>
          <a:xfrm>
            <a:off x="7841848" y="4717680"/>
            <a:ext cx="476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F86BAB-BE30-D3DB-2133-56504096A9FF}"/>
              </a:ext>
            </a:extLst>
          </p:cNvPr>
          <p:cNvSpPr txBox="1"/>
          <p:nvPr/>
        </p:nvSpPr>
        <p:spPr>
          <a:xfrm>
            <a:off x="6527264" y="1853307"/>
            <a:ext cx="770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366CE4-E01B-5FFA-36CA-943B0F9E467A}"/>
              </a:ext>
            </a:extLst>
          </p:cNvPr>
          <p:cNvSpPr txBox="1"/>
          <p:nvPr/>
        </p:nvSpPr>
        <p:spPr>
          <a:xfrm>
            <a:off x="9464504" y="3769214"/>
            <a:ext cx="474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C20D77-A1CD-6B5D-00CC-4601A3436288}"/>
              </a:ext>
            </a:extLst>
          </p:cNvPr>
          <p:cNvSpPr txBox="1"/>
          <p:nvPr/>
        </p:nvSpPr>
        <p:spPr>
          <a:xfrm>
            <a:off x="9347408" y="2089294"/>
            <a:ext cx="40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8E3BE2-C11B-EB97-CD0A-3C07C75AE3BB}"/>
              </a:ext>
            </a:extLst>
          </p:cNvPr>
          <p:cNvSpPr txBox="1"/>
          <p:nvPr/>
        </p:nvSpPr>
        <p:spPr>
          <a:xfrm>
            <a:off x="11200070" y="2366282"/>
            <a:ext cx="342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A287424D-8D1C-4B67-03F8-9988175A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28807"/>
            <a:ext cx="7084177" cy="365125"/>
          </a:xfrm>
        </p:spPr>
        <p:txBody>
          <a:bodyPr/>
          <a:lstStyle/>
          <a:p>
            <a:r>
              <a:rPr lang="en-US" sz="2000" b="1" dirty="0"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8A669A-7962-437E-FA40-5E2AFED8FD6D}"/>
              </a:ext>
            </a:extLst>
          </p:cNvPr>
          <p:cNvSpPr txBox="1"/>
          <p:nvPr/>
        </p:nvSpPr>
        <p:spPr>
          <a:xfrm>
            <a:off x="2652806" y="4702033"/>
            <a:ext cx="770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7605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7" grpId="0" animBg="1"/>
      <p:bldP spid="30" grpId="0" animBg="1"/>
      <p:bldP spid="32" grpId="0" animBg="1"/>
      <p:bldP spid="34" grpId="0" animBg="1"/>
      <p:bldP spid="7" grpId="0"/>
      <p:bldP spid="9" grpId="0"/>
      <p:bldP spid="12" grpId="0"/>
      <p:bldP spid="13" grpId="0"/>
      <p:bldP spid="15" grpId="0"/>
      <p:bldP spid="17" grpId="0"/>
      <p:bldP spid="18" grpId="0"/>
      <p:bldP spid="19" grpId="0"/>
      <p:bldP spid="21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323D04-C5D1-4E73-E410-1DCC21A3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84177" cy="365125"/>
          </a:xfrm>
        </p:spPr>
        <p:txBody>
          <a:bodyPr/>
          <a:lstStyle/>
          <a:p>
            <a:r>
              <a:rPr lang="en-US" sz="2400" dirty="0">
                <a:latin typeface="Arial Black" panose="020B0A04020102020204" pitchFamily="34" charset="0"/>
              </a:rPr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D63950-7A2A-3040-A2E9-123915D551D3}"/>
              </a:ext>
            </a:extLst>
          </p:cNvPr>
          <p:cNvSpPr txBox="1"/>
          <p:nvPr/>
        </p:nvSpPr>
        <p:spPr>
          <a:xfrm>
            <a:off x="2572279" y="2705493"/>
            <a:ext cx="7786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Arial Black" panose="020B0A04020102020204" pitchFamily="34" charset="0"/>
              </a:rPr>
              <a:t>Thank you all for your attention</a:t>
            </a:r>
            <a:endParaRPr lang="en-US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883930"/>
      </p:ext>
    </p:extLst>
  </p:cSld>
  <p:clrMapOvr>
    <a:masterClrMapping/>
  </p:clrMapOvr>
  <p:transition spd="slow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245</TotalTime>
  <Words>296</Words>
  <Application>Microsoft Office PowerPoint</Application>
  <PresentationFormat>Widescreen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Corbel</vt:lpstr>
      <vt:lpstr>Lucida Sans Unicode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Error_Behime Error_Behime</dc:creator>
  <cp:lastModifiedBy>Error_Behime Error_Behime</cp:lastModifiedBy>
  <cp:revision>3</cp:revision>
  <dcterms:created xsi:type="dcterms:W3CDTF">2023-07-09T01:49:41Z</dcterms:created>
  <dcterms:modified xsi:type="dcterms:W3CDTF">2023-07-09T08:39:30Z</dcterms:modified>
</cp:coreProperties>
</file>