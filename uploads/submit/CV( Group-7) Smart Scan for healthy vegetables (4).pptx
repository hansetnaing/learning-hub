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5" r:id="rId6"/>
    <p:sldId id="284" r:id="rId7"/>
    <p:sldId id="286" r:id="rId8"/>
    <p:sldId id="262" r:id="rId9"/>
    <p:sldId id="287" r:id="rId10"/>
    <p:sldId id="264" r:id="rId11"/>
    <p:sldId id="285" r:id="rId12"/>
    <p:sldId id="271" r:id="rId13"/>
    <p:sldId id="278" r:id="rId14"/>
    <p:sldId id="279" r:id="rId15"/>
    <p:sldId id="269" r:id="rId16"/>
  </p:sldIdLst>
  <p:sldSz cx="9144000" cy="5143500" type="screen16x9"/>
  <p:notesSz cx="6858000" cy="9144000"/>
  <p:embeddedFontLst>
    <p:embeddedFont>
      <p:font typeface="Black Han Sans" panose="020B0604020202020204" charset="-127"/>
      <p:regular r:id="rId18"/>
    </p:embeddedFont>
    <p:embeddedFont>
      <p:font typeface="Nanum Gothic" panose="020B0604020202020204" charset="-127"/>
      <p:regular r:id="rId19"/>
      <p:bold r:id="rId20"/>
    </p:embeddedFont>
    <p:embeddedFont>
      <p:font typeface="Bebas Neue" panose="020B0606020202050201" pitchFamily="34" charset="0"/>
      <p:regular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1205F2D-28B7-4922-8A42-9B1E25D15240}">
  <a:tblStyle styleId="{01205F2D-28B7-4922-8A42-9B1E25D1524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82" autoAdjust="0"/>
    <p:restoredTop sz="93447" autoAdjust="0"/>
  </p:normalViewPr>
  <p:slideViewPr>
    <p:cSldViewPr snapToGrid="0">
      <p:cViewPr varScale="1">
        <p:scale>
          <a:sx n="84" d="100"/>
          <a:sy n="84" d="100"/>
        </p:scale>
        <p:origin x="6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ed3401ed3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ed3401ed3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e1d838b627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e1d838b627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e1d838b627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e1d838b627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e207fd22f2_0_250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e207fd22f2_0_250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ge1d838b627_4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4" name="Google Shape;814;ge1d838b627_4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e1d838b627_4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e1d838b627_4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e1d838b627_4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ge1d838b627_4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ge1d838b627_4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0" name="Google Shape;1250;ge1d838b627_4_2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4" name="Google Shape;2604;g1268c592d13_5_3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5" name="Google Shape;2605;g1268c592d13_5_3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ge1d838b627_4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6" name="Google Shape;1186;ge1d838b627_4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2223325" y="830850"/>
            <a:ext cx="4697400" cy="263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latin typeface="Black Han Sans"/>
                <a:ea typeface="Black Han Sans"/>
                <a:cs typeface="Black Han Sans"/>
                <a:sym typeface="Black Han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578050" y="3757837"/>
            <a:ext cx="3987900" cy="293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Nanum Gothic"/>
                <a:ea typeface="Nanum Gothic"/>
                <a:cs typeface="Nanum Gothic"/>
                <a:sym typeface="Nanum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 rot="-284644">
            <a:off x="-147729" y="2033100"/>
            <a:ext cx="1602052" cy="3145095"/>
          </a:xfrm>
          <a:custGeom>
            <a:avLst/>
            <a:gdLst/>
            <a:ahLst/>
            <a:cxnLst/>
            <a:rect l="l" t="t" r="r" b="b"/>
            <a:pathLst>
              <a:path w="21964" h="43119" extrusionOk="0">
                <a:moveTo>
                  <a:pt x="9175" y="0"/>
                </a:moveTo>
                <a:cubicBezTo>
                  <a:pt x="7189" y="0"/>
                  <a:pt x="5201" y="543"/>
                  <a:pt x="3528" y="1616"/>
                </a:cubicBezTo>
                <a:lnTo>
                  <a:pt x="0" y="38403"/>
                </a:lnTo>
                <a:cubicBezTo>
                  <a:pt x="2626" y="41413"/>
                  <a:pt x="6625" y="43119"/>
                  <a:pt x="10608" y="43119"/>
                </a:cubicBezTo>
                <a:cubicBezTo>
                  <a:pt x="11891" y="43119"/>
                  <a:pt x="13173" y="42942"/>
                  <a:pt x="14407" y="42574"/>
                </a:cubicBezTo>
                <a:cubicBezTo>
                  <a:pt x="17154" y="41756"/>
                  <a:pt x="19729" y="39943"/>
                  <a:pt x="20846" y="37304"/>
                </a:cubicBezTo>
                <a:cubicBezTo>
                  <a:pt x="21963" y="34664"/>
                  <a:pt x="21265" y="31197"/>
                  <a:pt x="18852" y="29648"/>
                </a:cubicBezTo>
                <a:cubicBezTo>
                  <a:pt x="17147" y="28552"/>
                  <a:pt x="14990" y="28549"/>
                  <a:pt x="13026" y="28048"/>
                </a:cubicBezTo>
                <a:cubicBezTo>
                  <a:pt x="11063" y="27546"/>
                  <a:pt x="8981" y="26073"/>
                  <a:pt x="9113" y="24051"/>
                </a:cubicBezTo>
                <a:cubicBezTo>
                  <a:pt x="9193" y="22842"/>
                  <a:pt x="10072" y="21820"/>
                  <a:pt x="11079" y="21148"/>
                </a:cubicBezTo>
                <a:cubicBezTo>
                  <a:pt x="12085" y="20475"/>
                  <a:pt x="13242" y="20062"/>
                  <a:pt x="14296" y="19466"/>
                </a:cubicBezTo>
                <a:cubicBezTo>
                  <a:pt x="17518" y="17640"/>
                  <a:pt x="19620" y="13990"/>
                  <a:pt x="19582" y="10288"/>
                </a:cubicBezTo>
                <a:cubicBezTo>
                  <a:pt x="19544" y="6585"/>
                  <a:pt x="17369" y="2979"/>
                  <a:pt x="14111" y="1220"/>
                </a:cubicBezTo>
                <a:cubicBezTo>
                  <a:pt x="12602" y="404"/>
                  <a:pt x="10889" y="0"/>
                  <a:pt x="917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7469578" y="3539550"/>
            <a:ext cx="1674443" cy="1606270"/>
          </a:xfrm>
          <a:custGeom>
            <a:avLst/>
            <a:gdLst/>
            <a:ahLst/>
            <a:cxnLst/>
            <a:rect l="l" t="t" r="r" b="b"/>
            <a:pathLst>
              <a:path w="26993" h="25894" extrusionOk="0">
                <a:moveTo>
                  <a:pt x="12471" y="1"/>
                </a:moveTo>
                <a:cubicBezTo>
                  <a:pt x="9906" y="1"/>
                  <a:pt x="7360" y="725"/>
                  <a:pt x="5296" y="2240"/>
                </a:cubicBezTo>
                <a:cubicBezTo>
                  <a:pt x="1742" y="4849"/>
                  <a:pt x="0" y="9882"/>
                  <a:pt x="1647" y="13971"/>
                </a:cubicBezTo>
                <a:cubicBezTo>
                  <a:pt x="2283" y="15551"/>
                  <a:pt x="3365" y="16947"/>
                  <a:pt x="3812" y="18590"/>
                </a:cubicBezTo>
                <a:cubicBezTo>
                  <a:pt x="4563" y="21344"/>
                  <a:pt x="3208" y="24527"/>
                  <a:pt x="702" y="25894"/>
                </a:cubicBezTo>
                <a:lnTo>
                  <a:pt x="26993" y="25705"/>
                </a:lnTo>
                <a:lnTo>
                  <a:pt x="26801" y="10447"/>
                </a:lnTo>
                <a:cubicBezTo>
                  <a:pt x="25054" y="6398"/>
                  <a:pt x="21934" y="2850"/>
                  <a:pt x="17885" y="1109"/>
                </a:cubicBezTo>
                <a:cubicBezTo>
                  <a:pt x="16186" y="378"/>
                  <a:pt x="14323" y="1"/>
                  <a:pt x="1247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0975" y="-37125"/>
            <a:ext cx="1303259" cy="1297943"/>
          </a:xfrm>
          <a:custGeom>
            <a:avLst/>
            <a:gdLst/>
            <a:ahLst/>
            <a:cxnLst/>
            <a:rect l="l" t="t" r="r" b="b"/>
            <a:pathLst>
              <a:path w="17160" h="17090" extrusionOk="0">
                <a:moveTo>
                  <a:pt x="8774" y="1"/>
                </a:moveTo>
                <a:cubicBezTo>
                  <a:pt x="3808" y="1"/>
                  <a:pt x="1128" y="5039"/>
                  <a:pt x="329" y="9452"/>
                </a:cubicBezTo>
                <a:cubicBezTo>
                  <a:pt x="1" y="11258"/>
                  <a:pt x="230" y="13248"/>
                  <a:pt x="1358" y="14695"/>
                </a:cubicBezTo>
                <a:cubicBezTo>
                  <a:pt x="2394" y="16025"/>
                  <a:pt x="4060" y="16739"/>
                  <a:pt x="5726" y="16986"/>
                </a:cubicBezTo>
                <a:cubicBezTo>
                  <a:pt x="6195" y="17055"/>
                  <a:pt x="6669" y="17089"/>
                  <a:pt x="7143" y="17089"/>
                </a:cubicBezTo>
                <a:cubicBezTo>
                  <a:pt x="9752" y="17089"/>
                  <a:pt x="12368" y="16053"/>
                  <a:pt x="14166" y="14163"/>
                </a:cubicBezTo>
                <a:cubicBezTo>
                  <a:pt x="16290" y="11929"/>
                  <a:pt x="17159" y="8532"/>
                  <a:pt x="16236" y="5591"/>
                </a:cubicBezTo>
                <a:cubicBezTo>
                  <a:pt x="15313" y="2649"/>
                  <a:pt x="12573" y="328"/>
                  <a:pt x="9505" y="36"/>
                </a:cubicBezTo>
                <a:cubicBezTo>
                  <a:pt x="9256" y="12"/>
                  <a:pt x="9012" y="1"/>
                  <a:pt x="877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6165678" y="-43442"/>
            <a:ext cx="2247307" cy="881049"/>
          </a:xfrm>
          <a:custGeom>
            <a:avLst/>
            <a:gdLst/>
            <a:ahLst/>
            <a:cxnLst/>
            <a:rect l="l" t="t" r="r" b="b"/>
            <a:pathLst>
              <a:path w="41694" h="16346" extrusionOk="0">
                <a:moveTo>
                  <a:pt x="37737" y="0"/>
                </a:moveTo>
                <a:lnTo>
                  <a:pt x="540" y="507"/>
                </a:lnTo>
                <a:cubicBezTo>
                  <a:pt x="267" y="3509"/>
                  <a:pt x="1" y="6582"/>
                  <a:pt x="755" y="9500"/>
                </a:cubicBezTo>
                <a:cubicBezTo>
                  <a:pt x="1510" y="12418"/>
                  <a:pt x="3500" y="15202"/>
                  <a:pt x="6390" y="16057"/>
                </a:cubicBezTo>
                <a:cubicBezTo>
                  <a:pt x="7073" y="16258"/>
                  <a:pt x="7768" y="16346"/>
                  <a:pt x="8467" y="16346"/>
                </a:cubicBezTo>
                <a:cubicBezTo>
                  <a:pt x="10534" y="16346"/>
                  <a:pt x="12634" y="15581"/>
                  <a:pt x="14572" y="14750"/>
                </a:cubicBezTo>
                <a:cubicBezTo>
                  <a:pt x="16942" y="13732"/>
                  <a:pt x="19394" y="12584"/>
                  <a:pt x="21944" y="12584"/>
                </a:cubicBezTo>
                <a:cubicBezTo>
                  <a:pt x="22183" y="12584"/>
                  <a:pt x="22424" y="12594"/>
                  <a:pt x="22665" y="12615"/>
                </a:cubicBezTo>
                <a:cubicBezTo>
                  <a:pt x="25605" y="12875"/>
                  <a:pt x="28187" y="14771"/>
                  <a:pt x="31111" y="15187"/>
                </a:cubicBezTo>
                <a:cubicBezTo>
                  <a:pt x="31479" y="15240"/>
                  <a:pt x="31849" y="15265"/>
                  <a:pt x="32219" y="15265"/>
                </a:cubicBezTo>
                <a:cubicBezTo>
                  <a:pt x="35558" y="15265"/>
                  <a:pt x="38860" y="13190"/>
                  <a:pt x="40202" y="10115"/>
                </a:cubicBezTo>
                <a:cubicBezTo>
                  <a:pt x="41693" y="6697"/>
                  <a:pt x="40632" y="2348"/>
                  <a:pt x="3773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269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299900" y="-238391"/>
            <a:ext cx="826640" cy="823268"/>
          </a:xfrm>
          <a:custGeom>
            <a:avLst/>
            <a:gdLst/>
            <a:ahLst/>
            <a:cxnLst/>
            <a:rect l="l" t="t" r="r" b="b"/>
            <a:pathLst>
              <a:path w="17160" h="17090" extrusionOk="0">
                <a:moveTo>
                  <a:pt x="8774" y="1"/>
                </a:moveTo>
                <a:cubicBezTo>
                  <a:pt x="3808" y="1"/>
                  <a:pt x="1128" y="5039"/>
                  <a:pt x="329" y="9452"/>
                </a:cubicBezTo>
                <a:cubicBezTo>
                  <a:pt x="1" y="11258"/>
                  <a:pt x="230" y="13248"/>
                  <a:pt x="1358" y="14695"/>
                </a:cubicBezTo>
                <a:cubicBezTo>
                  <a:pt x="2394" y="16025"/>
                  <a:pt x="4060" y="16739"/>
                  <a:pt x="5726" y="16986"/>
                </a:cubicBezTo>
                <a:cubicBezTo>
                  <a:pt x="6195" y="17055"/>
                  <a:pt x="6669" y="17089"/>
                  <a:pt x="7143" y="17089"/>
                </a:cubicBezTo>
                <a:cubicBezTo>
                  <a:pt x="9752" y="17089"/>
                  <a:pt x="12368" y="16053"/>
                  <a:pt x="14166" y="14163"/>
                </a:cubicBezTo>
                <a:cubicBezTo>
                  <a:pt x="16290" y="11929"/>
                  <a:pt x="17159" y="8532"/>
                  <a:pt x="16236" y="5591"/>
                </a:cubicBezTo>
                <a:cubicBezTo>
                  <a:pt x="15313" y="2649"/>
                  <a:pt x="12573" y="328"/>
                  <a:pt x="9505" y="36"/>
                </a:cubicBezTo>
                <a:cubicBezTo>
                  <a:pt x="9256" y="12"/>
                  <a:pt x="9012" y="1"/>
                  <a:pt x="877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/>
          <p:nvPr/>
        </p:nvSpPr>
        <p:spPr>
          <a:xfrm flipH="1">
            <a:off x="-8688" y="3805501"/>
            <a:ext cx="1446150" cy="1387271"/>
          </a:xfrm>
          <a:custGeom>
            <a:avLst/>
            <a:gdLst/>
            <a:ahLst/>
            <a:cxnLst/>
            <a:rect l="l" t="t" r="r" b="b"/>
            <a:pathLst>
              <a:path w="26993" h="25894" extrusionOk="0">
                <a:moveTo>
                  <a:pt x="12471" y="1"/>
                </a:moveTo>
                <a:cubicBezTo>
                  <a:pt x="9906" y="1"/>
                  <a:pt x="7360" y="725"/>
                  <a:pt x="5296" y="2240"/>
                </a:cubicBezTo>
                <a:cubicBezTo>
                  <a:pt x="1742" y="4849"/>
                  <a:pt x="0" y="9882"/>
                  <a:pt x="1647" y="13971"/>
                </a:cubicBezTo>
                <a:cubicBezTo>
                  <a:pt x="2283" y="15551"/>
                  <a:pt x="3365" y="16947"/>
                  <a:pt x="3812" y="18590"/>
                </a:cubicBezTo>
                <a:cubicBezTo>
                  <a:pt x="4563" y="21344"/>
                  <a:pt x="3208" y="24527"/>
                  <a:pt x="702" y="25894"/>
                </a:cubicBezTo>
                <a:lnTo>
                  <a:pt x="26993" y="25705"/>
                </a:lnTo>
                <a:lnTo>
                  <a:pt x="26801" y="10447"/>
                </a:lnTo>
                <a:cubicBezTo>
                  <a:pt x="25054" y="6398"/>
                  <a:pt x="21934" y="2850"/>
                  <a:pt x="17885" y="1109"/>
                </a:cubicBezTo>
                <a:cubicBezTo>
                  <a:pt x="16186" y="378"/>
                  <a:pt x="14323" y="1"/>
                  <a:pt x="1247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7138755" y="-35593"/>
            <a:ext cx="2247307" cy="881049"/>
          </a:xfrm>
          <a:custGeom>
            <a:avLst/>
            <a:gdLst/>
            <a:ahLst/>
            <a:cxnLst/>
            <a:rect l="l" t="t" r="r" b="b"/>
            <a:pathLst>
              <a:path w="41694" h="16346" extrusionOk="0">
                <a:moveTo>
                  <a:pt x="37737" y="0"/>
                </a:moveTo>
                <a:lnTo>
                  <a:pt x="540" y="507"/>
                </a:lnTo>
                <a:cubicBezTo>
                  <a:pt x="267" y="3509"/>
                  <a:pt x="1" y="6582"/>
                  <a:pt x="755" y="9500"/>
                </a:cubicBezTo>
                <a:cubicBezTo>
                  <a:pt x="1510" y="12418"/>
                  <a:pt x="3500" y="15202"/>
                  <a:pt x="6390" y="16057"/>
                </a:cubicBezTo>
                <a:cubicBezTo>
                  <a:pt x="7073" y="16258"/>
                  <a:pt x="7768" y="16346"/>
                  <a:pt x="8467" y="16346"/>
                </a:cubicBezTo>
                <a:cubicBezTo>
                  <a:pt x="10534" y="16346"/>
                  <a:pt x="12634" y="15581"/>
                  <a:pt x="14572" y="14750"/>
                </a:cubicBezTo>
                <a:cubicBezTo>
                  <a:pt x="16942" y="13732"/>
                  <a:pt x="19394" y="12584"/>
                  <a:pt x="21944" y="12584"/>
                </a:cubicBezTo>
                <a:cubicBezTo>
                  <a:pt x="22183" y="12584"/>
                  <a:pt x="22424" y="12594"/>
                  <a:pt x="22665" y="12615"/>
                </a:cubicBezTo>
                <a:cubicBezTo>
                  <a:pt x="25605" y="12875"/>
                  <a:pt x="28187" y="14771"/>
                  <a:pt x="31111" y="15187"/>
                </a:cubicBezTo>
                <a:cubicBezTo>
                  <a:pt x="31479" y="15240"/>
                  <a:pt x="31849" y="15265"/>
                  <a:pt x="32219" y="15265"/>
                </a:cubicBezTo>
                <a:cubicBezTo>
                  <a:pt x="35558" y="15265"/>
                  <a:pt x="38860" y="13190"/>
                  <a:pt x="40202" y="10115"/>
                </a:cubicBezTo>
                <a:cubicBezTo>
                  <a:pt x="41693" y="6697"/>
                  <a:pt x="40632" y="2348"/>
                  <a:pt x="3773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subTitle" idx="1"/>
          </p:nvPr>
        </p:nvSpPr>
        <p:spPr>
          <a:xfrm>
            <a:off x="1290750" y="2463534"/>
            <a:ext cx="2907600" cy="32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200">
                <a:latin typeface="Black Han Sans"/>
                <a:ea typeface="Black Han Sans"/>
                <a:cs typeface="Black Han Sans"/>
                <a:sym typeface="Black Han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ubTitle" idx="2"/>
          </p:nvPr>
        </p:nvSpPr>
        <p:spPr>
          <a:xfrm>
            <a:off x="4945625" y="2463534"/>
            <a:ext cx="2907600" cy="32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200">
                <a:latin typeface="Black Han Sans"/>
                <a:ea typeface="Black Han Sans"/>
                <a:cs typeface="Black Han Sans"/>
                <a:sym typeface="Black Ha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ubTitle" idx="3"/>
          </p:nvPr>
        </p:nvSpPr>
        <p:spPr>
          <a:xfrm>
            <a:off x="1290750" y="2885522"/>
            <a:ext cx="2907600" cy="134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ubTitle" idx="4"/>
          </p:nvPr>
        </p:nvSpPr>
        <p:spPr>
          <a:xfrm>
            <a:off x="4945625" y="2885522"/>
            <a:ext cx="2907600" cy="134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/>
          <p:nvPr/>
        </p:nvSpPr>
        <p:spPr>
          <a:xfrm>
            <a:off x="-169275" y="530496"/>
            <a:ext cx="826640" cy="823268"/>
          </a:xfrm>
          <a:custGeom>
            <a:avLst/>
            <a:gdLst/>
            <a:ahLst/>
            <a:cxnLst/>
            <a:rect l="l" t="t" r="r" b="b"/>
            <a:pathLst>
              <a:path w="17160" h="17090" extrusionOk="0">
                <a:moveTo>
                  <a:pt x="8774" y="1"/>
                </a:moveTo>
                <a:cubicBezTo>
                  <a:pt x="3808" y="1"/>
                  <a:pt x="1128" y="5039"/>
                  <a:pt x="329" y="9452"/>
                </a:cubicBezTo>
                <a:cubicBezTo>
                  <a:pt x="1" y="11258"/>
                  <a:pt x="230" y="13248"/>
                  <a:pt x="1358" y="14695"/>
                </a:cubicBezTo>
                <a:cubicBezTo>
                  <a:pt x="2394" y="16025"/>
                  <a:pt x="4060" y="16739"/>
                  <a:pt x="5726" y="16986"/>
                </a:cubicBezTo>
                <a:cubicBezTo>
                  <a:pt x="6195" y="17055"/>
                  <a:pt x="6669" y="17089"/>
                  <a:pt x="7143" y="17089"/>
                </a:cubicBezTo>
                <a:cubicBezTo>
                  <a:pt x="9752" y="17089"/>
                  <a:pt x="12368" y="16053"/>
                  <a:pt x="14166" y="14163"/>
                </a:cubicBezTo>
                <a:cubicBezTo>
                  <a:pt x="16290" y="11929"/>
                  <a:pt x="17159" y="8532"/>
                  <a:pt x="16236" y="5591"/>
                </a:cubicBezTo>
                <a:cubicBezTo>
                  <a:pt x="15313" y="2649"/>
                  <a:pt x="12573" y="328"/>
                  <a:pt x="9505" y="36"/>
                </a:cubicBezTo>
                <a:cubicBezTo>
                  <a:pt x="9256" y="12"/>
                  <a:pt x="9012" y="1"/>
                  <a:pt x="877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5"/>
          <p:cNvSpPr/>
          <p:nvPr/>
        </p:nvSpPr>
        <p:spPr>
          <a:xfrm>
            <a:off x="7597725" y="4484146"/>
            <a:ext cx="826640" cy="823268"/>
          </a:xfrm>
          <a:custGeom>
            <a:avLst/>
            <a:gdLst/>
            <a:ahLst/>
            <a:cxnLst/>
            <a:rect l="l" t="t" r="r" b="b"/>
            <a:pathLst>
              <a:path w="17160" h="17090" extrusionOk="0">
                <a:moveTo>
                  <a:pt x="8774" y="1"/>
                </a:moveTo>
                <a:cubicBezTo>
                  <a:pt x="3808" y="1"/>
                  <a:pt x="1128" y="5039"/>
                  <a:pt x="329" y="9452"/>
                </a:cubicBezTo>
                <a:cubicBezTo>
                  <a:pt x="1" y="11258"/>
                  <a:pt x="230" y="13248"/>
                  <a:pt x="1358" y="14695"/>
                </a:cubicBezTo>
                <a:cubicBezTo>
                  <a:pt x="2394" y="16025"/>
                  <a:pt x="4060" y="16739"/>
                  <a:pt x="5726" y="16986"/>
                </a:cubicBezTo>
                <a:cubicBezTo>
                  <a:pt x="6195" y="17055"/>
                  <a:pt x="6669" y="17089"/>
                  <a:pt x="7143" y="17089"/>
                </a:cubicBezTo>
                <a:cubicBezTo>
                  <a:pt x="9752" y="17089"/>
                  <a:pt x="12368" y="16053"/>
                  <a:pt x="14166" y="14163"/>
                </a:cubicBezTo>
                <a:cubicBezTo>
                  <a:pt x="16290" y="11929"/>
                  <a:pt x="17159" y="8532"/>
                  <a:pt x="16236" y="5591"/>
                </a:cubicBezTo>
                <a:cubicBezTo>
                  <a:pt x="15313" y="2649"/>
                  <a:pt x="12573" y="328"/>
                  <a:pt x="9505" y="36"/>
                </a:cubicBezTo>
                <a:cubicBezTo>
                  <a:pt x="9256" y="12"/>
                  <a:pt x="9012" y="1"/>
                  <a:pt x="877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5"/>
          <p:cNvSpPr/>
          <p:nvPr/>
        </p:nvSpPr>
        <p:spPr>
          <a:xfrm flipH="1">
            <a:off x="-64925" y="4002581"/>
            <a:ext cx="1253892" cy="1202841"/>
          </a:xfrm>
          <a:custGeom>
            <a:avLst/>
            <a:gdLst/>
            <a:ahLst/>
            <a:cxnLst/>
            <a:rect l="l" t="t" r="r" b="b"/>
            <a:pathLst>
              <a:path w="26993" h="25894" extrusionOk="0">
                <a:moveTo>
                  <a:pt x="12471" y="1"/>
                </a:moveTo>
                <a:cubicBezTo>
                  <a:pt x="9906" y="1"/>
                  <a:pt x="7360" y="725"/>
                  <a:pt x="5296" y="2240"/>
                </a:cubicBezTo>
                <a:cubicBezTo>
                  <a:pt x="1742" y="4849"/>
                  <a:pt x="0" y="9882"/>
                  <a:pt x="1647" y="13971"/>
                </a:cubicBezTo>
                <a:cubicBezTo>
                  <a:pt x="2283" y="15551"/>
                  <a:pt x="3365" y="16947"/>
                  <a:pt x="3812" y="18590"/>
                </a:cubicBezTo>
                <a:cubicBezTo>
                  <a:pt x="4563" y="21344"/>
                  <a:pt x="3208" y="24527"/>
                  <a:pt x="702" y="25894"/>
                </a:cubicBezTo>
                <a:lnTo>
                  <a:pt x="26993" y="25705"/>
                </a:lnTo>
                <a:lnTo>
                  <a:pt x="26801" y="10447"/>
                </a:lnTo>
                <a:cubicBezTo>
                  <a:pt x="25054" y="6398"/>
                  <a:pt x="21934" y="2850"/>
                  <a:pt x="17885" y="1109"/>
                </a:cubicBezTo>
                <a:cubicBezTo>
                  <a:pt x="16186" y="378"/>
                  <a:pt x="14323" y="1"/>
                  <a:pt x="1247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5"/>
          <p:cNvSpPr/>
          <p:nvPr/>
        </p:nvSpPr>
        <p:spPr>
          <a:xfrm rot="284732" flipH="1">
            <a:off x="8158674" y="-119818"/>
            <a:ext cx="1081867" cy="2123885"/>
          </a:xfrm>
          <a:custGeom>
            <a:avLst/>
            <a:gdLst/>
            <a:ahLst/>
            <a:cxnLst/>
            <a:rect l="l" t="t" r="r" b="b"/>
            <a:pathLst>
              <a:path w="21964" h="43119" extrusionOk="0">
                <a:moveTo>
                  <a:pt x="9175" y="0"/>
                </a:moveTo>
                <a:cubicBezTo>
                  <a:pt x="7189" y="0"/>
                  <a:pt x="5201" y="543"/>
                  <a:pt x="3528" y="1616"/>
                </a:cubicBezTo>
                <a:lnTo>
                  <a:pt x="0" y="38403"/>
                </a:lnTo>
                <a:cubicBezTo>
                  <a:pt x="2626" y="41413"/>
                  <a:pt x="6625" y="43119"/>
                  <a:pt x="10608" y="43119"/>
                </a:cubicBezTo>
                <a:cubicBezTo>
                  <a:pt x="11891" y="43119"/>
                  <a:pt x="13173" y="42942"/>
                  <a:pt x="14407" y="42574"/>
                </a:cubicBezTo>
                <a:cubicBezTo>
                  <a:pt x="17154" y="41756"/>
                  <a:pt x="19729" y="39943"/>
                  <a:pt x="20846" y="37304"/>
                </a:cubicBezTo>
                <a:cubicBezTo>
                  <a:pt x="21963" y="34664"/>
                  <a:pt x="21265" y="31197"/>
                  <a:pt x="18852" y="29648"/>
                </a:cubicBezTo>
                <a:cubicBezTo>
                  <a:pt x="17147" y="28552"/>
                  <a:pt x="14990" y="28549"/>
                  <a:pt x="13026" y="28048"/>
                </a:cubicBezTo>
                <a:cubicBezTo>
                  <a:pt x="11063" y="27546"/>
                  <a:pt x="8981" y="26073"/>
                  <a:pt x="9113" y="24051"/>
                </a:cubicBezTo>
                <a:cubicBezTo>
                  <a:pt x="9193" y="22842"/>
                  <a:pt x="10072" y="21820"/>
                  <a:pt x="11079" y="21148"/>
                </a:cubicBezTo>
                <a:cubicBezTo>
                  <a:pt x="12085" y="20475"/>
                  <a:pt x="13242" y="20062"/>
                  <a:pt x="14296" y="19466"/>
                </a:cubicBezTo>
                <a:cubicBezTo>
                  <a:pt x="17518" y="17640"/>
                  <a:pt x="19620" y="13990"/>
                  <a:pt x="19582" y="10288"/>
                </a:cubicBezTo>
                <a:cubicBezTo>
                  <a:pt x="19544" y="6585"/>
                  <a:pt x="17369" y="2979"/>
                  <a:pt x="14111" y="1220"/>
                </a:cubicBezTo>
                <a:cubicBezTo>
                  <a:pt x="12602" y="404"/>
                  <a:pt x="10889" y="0"/>
                  <a:pt x="917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/>
          <p:nvPr/>
        </p:nvSpPr>
        <p:spPr>
          <a:xfrm>
            <a:off x="299900" y="-238391"/>
            <a:ext cx="826640" cy="823268"/>
          </a:xfrm>
          <a:custGeom>
            <a:avLst/>
            <a:gdLst/>
            <a:ahLst/>
            <a:cxnLst/>
            <a:rect l="l" t="t" r="r" b="b"/>
            <a:pathLst>
              <a:path w="17160" h="17090" extrusionOk="0">
                <a:moveTo>
                  <a:pt x="8774" y="1"/>
                </a:moveTo>
                <a:cubicBezTo>
                  <a:pt x="3808" y="1"/>
                  <a:pt x="1128" y="5039"/>
                  <a:pt x="329" y="9452"/>
                </a:cubicBezTo>
                <a:cubicBezTo>
                  <a:pt x="1" y="11258"/>
                  <a:pt x="230" y="13248"/>
                  <a:pt x="1358" y="14695"/>
                </a:cubicBezTo>
                <a:cubicBezTo>
                  <a:pt x="2394" y="16025"/>
                  <a:pt x="4060" y="16739"/>
                  <a:pt x="5726" y="16986"/>
                </a:cubicBezTo>
                <a:cubicBezTo>
                  <a:pt x="6195" y="17055"/>
                  <a:pt x="6669" y="17089"/>
                  <a:pt x="7143" y="17089"/>
                </a:cubicBezTo>
                <a:cubicBezTo>
                  <a:pt x="9752" y="17089"/>
                  <a:pt x="12368" y="16053"/>
                  <a:pt x="14166" y="14163"/>
                </a:cubicBezTo>
                <a:cubicBezTo>
                  <a:pt x="16290" y="11929"/>
                  <a:pt x="17159" y="8532"/>
                  <a:pt x="16236" y="5591"/>
                </a:cubicBezTo>
                <a:cubicBezTo>
                  <a:pt x="15313" y="2649"/>
                  <a:pt x="12573" y="328"/>
                  <a:pt x="9505" y="36"/>
                </a:cubicBezTo>
                <a:cubicBezTo>
                  <a:pt x="9256" y="12"/>
                  <a:pt x="9012" y="1"/>
                  <a:pt x="877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6"/>
          <p:cNvSpPr/>
          <p:nvPr/>
        </p:nvSpPr>
        <p:spPr>
          <a:xfrm flipH="1">
            <a:off x="-8688" y="3805501"/>
            <a:ext cx="1446150" cy="1387271"/>
          </a:xfrm>
          <a:custGeom>
            <a:avLst/>
            <a:gdLst/>
            <a:ahLst/>
            <a:cxnLst/>
            <a:rect l="l" t="t" r="r" b="b"/>
            <a:pathLst>
              <a:path w="26993" h="25894" extrusionOk="0">
                <a:moveTo>
                  <a:pt x="12471" y="1"/>
                </a:moveTo>
                <a:cubicBezTo>
                  <a:pt x="9906" y="1"/>
                  <a:pt x="7360" y="725"/>
                  <a:pt x="5296" y="2240"/>
                </a:cubicBezTo>
                <a:cubicBezTo>
                  <a:pt x="1742" y="4849"/>
                  <a:pt x="0" y="9882"/>
                  <a:pt x="1647" y="13971"/>
                </a:cubicBezTo>
                <a:cubicBezTo>
                  <a:pt x="2283" y="15551"/>
                  <a:pt x="3365" y="16947"/>
                  <a:pt x="3812" y="18590"/>
                </a:cubicBezTo>
                <a:cubicBezTo>
                  <a:pt x="4563" y="21344"/>
                  <a:pt x="3208" y="24527"/>
                  <a:pt x="702" y="25894"/>
                </a:cubicBezTo>
                <a:lnTo>
                  <a:pt x="26993" y="25705"/>
                </a:lnTo>
                <a:lnTo>
                  <a:pt x="26801" y="10447"/>
                </a:lnTo>
                <a:cubicBezTo>
                  <a:pt x="25054" y="6398"/>
                  <a:pt x="21934" y="2850"/>
                  <a:pt x="17885" y="1109"/>
                </a:cubicBezTo>
                <a:cubicBezTo>
                  <a:pt x="16186" y="378"/>
                  <a:pt x="14323" y="1"/>
                  <a:pt x="1247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6"/>
          <p:cNvSpPr/>
          <p:nvPr/>
        </p:nvSpPr>
        <p:spPr>
          <a:xfrm>
            <a:off x="7138755" y="-35593"/>
            <a:ext cx="2247307" cy="881049"/>
          </a:xfrm>
          <a:custGeom>
            <a:avLst/>
            <a:gdLst/>
            <a:ahLst/>
            <a:cxnLst/>
            <a:rect l="l" t="t" r="r" b="b"/>
            <a:pathLst>
              <a:path w="41694" h="16346" extrusionOk="0">
                <a:moveTo>
                  <a:pt x="37737" y="0"/>
                </a:moveTo>
                <a:lnTo>
                  <a:pt x="540" y="507"/>
                </a:lnTo>
                <a:cubicBezTo>
                  <a:pt x="267" y="3509"/>
                  <a:pt x="1" y="6582"/>
                  <a:pt x="755" y="9500"/>
                </a:cubicBezTo>
                <a:cubicBezTo>
                  <a:pt x="1510" y="12418"/>
                  <a:pt x="3500" y="15202"/>
                  <a:pt x="6390" y="16057"/>
                </a:cubicBezTo>
                <a:cubicBezTo>
                  <a:pt x="7073" y="16258"/>
                  <a:pt x="7768" y="16346"/>
                  <a:pt x="8467" y="16346"/>
                </a:cubicBezTo>
                <a:cubicBezTo>
                  <a:pt x="10534" y="16346"/>
                  <a:pt x="12634" y="15581"/>
                  <a:pt x="14572" y="14750"/>
                </a:cubicBezTo>
                <a:cubicBezTo>
                  <a:pt x="16942" y="13732"/>
                  <a:pt x="19394" y="12584"/>
                  <a:pt x="21944" y="12584"/>
                </a:cubicBezTo>
                <a:cubicBezTo>
                  <a:pt x="22183" y="12584"/>
                  <a:pt x="22424" y="12594"/>
                  <a:pt x="22665" y="12615"/>
                </a:cubicBezTo>
                <a:cubicBezTo>
                  <a:pt x="25605" y="12875"/>
                  <a:pt x="28187" y="14771"/>
                  <a:pt x="31111" y="15187"/>
                </a:cubicBezTo>
                <a:cubicBezTo>
                  <a:pt x="31479" y="15240"/>
                  <a:pt x="31849" y="15265"/>
                  <a:pt x="32219" y="15265"/>
                </a:cubicBezTo>
                <a:cubicBezTo>
                  <a:pt x="35558" y="15265"/>
                  <a:pt x="38860" y="13190"/>
                  <a:pt x="40202" y="10115"/>
                </a:cubicBezTo>
                <a:cubicBezTo>
                  <a:pt x="41693" y="6697"/>
                  <a:pt x="40632" y="2348"/>
                  <a:pt x="3773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841625" y="1510325"/>
            <a:ext cx="3904500" cy="264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7"/>
          <p:cNvSpPr/>
          <p:nvPr/>
        </p:nvSpPr>
        <p:spPr>
          <a:xfrm rot="-284734">
            <a:off x="-89348" y="-94124"/>
            <a:ext cx="896018" cy="1759033"/>
          </a:xfrm>
          <a:custGeom>
            <a:avLst/>
            <a:gdLst/>
            <a:ahLst/>
            <a:cxnLst/>
            <a:rect l="l" t="t" r="r" b="b"/>
            <a:pathLst>
              <a:path w="21964" h="43119" extrusionOk="0">
                <a:moveTo>
                  <a:pt x="9175" y="0"/>
                </a:moveTo>
                <a:cubicBezTo>
                  <a:pt x="7189" y="0"/>
                  <a:pt x="5201" y="543"/>
                  <a:pt x="3528" y="1616"/>
                </a:cubicBezTo>
                <a:lnTo>
                  <a:pt x="0" y="38403"/>
                </a:lnTo>
                <a:cubicBezTo>
                  <a:pt x="2626" y="41413"/>
                  <a:pt x="6625" y="43119"/>
                  <a:pt x="10608" y="43119"/>
                </a:cubicBezTo>
                <a:cubicBezTo>
                  <a:pt x="11891" y="43119"/>
                  <a:pt x="13173" y="42942"/>
                  <a:pt x="14407" y="42574"/>
                </a:cubicBezTo>
                <a:cubicBezTo>
                  <a:pt x="17154" y="41756"/>
                  <a:pt x="19729" y="39943"/>
                  <a:pt x="20846" y="37304"/>
                </a:cubicBezTo>
                <a:cubicBezTo>
                  <a:pt x="21963" y="34664"/>
                  <a:pt x="21265" y="31197"/>
                  <a:pt x="18852" y="29648"/>
                </a:cubicBezTo>
                <a:cubicBezTo>
                  <a:pt x="17147" y="28552"/>
                  <a:pt x="14990" y="28549"/>
                  <a:pt x="13026" y="28048"/>
                </a:cubicBezTo>
                <a:cubicBezTo>
                  <a:pt x="11063" y="27546"/>
                  <a:pt x="8981" y="26073"/>
                  <a:pt x="9113" y="24051"/>
                </a:cubicBezTo>
                <a:cubicBezTo>
                  <a:pt x="9193" y="22842"/>
                  <a:pt x="10072" y="21820"/>
                  <a:pt x="11079" y="21148"/>
                </a:cubicBezTo>
                <a:cubicBezTo>
                  <a:pt x="12085" y="20475"/>
                  <a:pt x="13242" y="20062"/>
                  <a:pt x="14296" y="19466"/>
                </a:cubicBezTo>
                <a:cubicBezTo>
                  <a:pt x="17518" y="17640"/>
                  <a:pt x="19620" y="13990"/>
                  <a:pt x="19582" y="10288"/>
                </a:cubicBezTo>
                <a:cubicBezTo>
                  <a:pt x="19544" y="6585"/>
                  <a:pt x="17369" y="2979"/>
                  <a:pt x="14111" y="1220"/>
                </a:cubicBezTo>
                <a:cubicBezTo>
                  <a:pt x="12602" y="404"/>
                  <a:pt x="10889" y="0"/>
                  <a:pt x="917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7"/>
          <p:cNvSpPr/>
          <p:nvPr/>
        </p:nvSpPr>
        <p:spPr>
          <a:xfrm flipH="1">
            <a:off x="732901" y="4484146"/>
            <a:ext cx="826640" cy="823268"/>
          </a:xfrm>
          <a:custGeom>
            <a:avLst/>
            <a:gdLst/>
            <a:ahLst/>
            <a:cxnLst/>
            <a:rect l="l" t="t" r="r" b="b"/>
            <a:pathLst>
              <a:path w="17160" h="17090" extrusionOk="0">
                <a:moveTo>
                  <a:pt x="8774" y="1"/>
                </a:moveTo>
                <a:cubicBezTo>
                  <a:pt x="3808" y="1"/>
                  <a:pt x="1128" y="5039"/>
                  <a:pt x="329" y="9452"/>
                </a:cubicBezTo>
                <a:cubicBezTo>
                  <a:pt x="1" y="11258"/>
                  <a:pt x="230" y="13248"/>
                  <a:pt x="1358" y="14695"/>
                </a:cubicBezTo>
                <a:cubicBezTo>
                  <a:pt x="2394" y="16025"/>
                  <a:pt x="4060" y="16739"/>
                  <a:pt x="5726" y="16986"/>
                </a:cubicBezTo>
                <a:cubicBezTo>
                  <a:pt x="6195" y="17055"/>
                  <a:pt x="6669" y="17089"/>
                  <a:pt x="7143" y="17089"/>
                </a:cubicBezTo>
                <a:cubicBezTo>
                  <a:pt x="9752" y="17089"/>
                  <a:pt x="12368" y="16053"/>
                  <a:pt x="14166" y="14163"/>
                </a:cubicBezTo>
                <a:cubicBezTo>
                  <a:pt x="16290" y="11929"/>
                  <a:pt x="17159" y="8532"/>
                  <a:pt x="16236" y="5591"/>
                </a:cubicBezTo>
                <a:cubicBezTo>
                  <a:pt x="15313" y="2649"/>
                  <a:pt x="12573" y="328"/>
                  <a:pt x="9505" y="36"/>
                </a:cubicBezTo>
                <a:cubicBezTo>
                  <a:pt x="9256" y="12"/>
                  <a:pt x="9012" y="1"/>
                  <a:pt x="877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7"/>
          <p:cNvSpPr/>
          <p:nvPr/>
        </p:nvSpPr>
        <p:spPr>
          <a:xfrm>
            <a:off x="7840751" y="3880225"/>
            <a:ext cx="1381434" cy="1325190"/>
          </a:xfrm>
          <a:custGeom>
            <a:avLst/>
            <a:gdLst/>
            <a:ahLst/>
            <a:cxnLst/>
            <a:rect l="l" t="t" r="r" b="b"/>
            <a:pathLst>
              <a:path w="26993" h="25894" extrusionOk="0">
                <a:moveTo>
                  <a:pt x="12471" y="1"/>
                </a:moveTo>
                <a:cubicBezTo>
                  <a:pt x="9906" y="1"/>
                  <a:pt x="7360" y="725"/>
                  <a:pt x="5296" y="2240"/>
                </a:cubicBezTo>
                <a:cubicBezTo>
                  <a:pt x="1742" y="4849"/>
                  <a:pt x="0" y="9882"/>
                  <a:pt x="1647" y="13971"/>
                </a:cubicBezTo>
                <a:cubicBezTo>
                  <a:pt x="2283" y="15551"/>
                  <a:pt x="3365" y="16947"/>
                  <a:pt x="3812" y="18590"/>
                </a:cubicBezTo>
                <a:cubicBezTo>
                  <a:pt x="4563" y="21344"/>
                  <a:pt x="3208" y="24527"/>
                  <a:pt x="702" y="25894"/>
                </a:cubicBezTo>
                <a:lnTo>
                  <a:pt x="26993" y="25705"/>
                </a:lnTo>
                <a:lnTo>
                  <a:pt x="26801" y="10447"/>
                </a:lnTo>
                <a:cubicBezTo>
                  <a:pt x="25054" y="6398"/>
                  <a:pt x="21934" y="2850"/>
                  <a:pt x="17885" y="1109"/>
                </a:cubicBezTo>
                <a:cubicBezTo>
                  <a:pt x="16186" y="378"/>
                  <a:pt x="14323" y="1"/>
                  <a:pt x="1247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7"/>
          <p:cNvSpPr/>
          <p:nvPr/>
        </p:nvSpPr>
        <p:spPr>
          <a:xfrm flipH="1">
            <a:off x="8499901" y="530496"/>
            <a:ext cx="826640" cy="823268"/>
          </a:xfrm>
          <a:custGeom>
            <a:avLst/>
            <a:gdLst/>
            <a:ahLst/>
            <a:cxnLst/>
            <a:rect l="l" t="t" r="r" b="b"/>
            <a:pathLst>
              <a:path w="17160" h="17090" extrusionOk="0">
                <a:moveTo>
                  <a:pt x="8774" y="1"/>
                </a:moveTo>
                <a:cubicBezTo>
                  <a:pt x="3808" y="1"/>
                  <a:pt x="1128" y="5039"/>
                  <a:pt x="329" y="9452"/>
                </a:cubicBezTo>
                <a:cubicBezTo>
                  <a:pt x="1" y="11258"/>
                  <a:pt x="230" y="13248"/>
                  <a:pt x="1358" y="14695"/>
                </a:cubicBezTo>
                <a:cubicBezTo>
                  <a:pt x="2394" y="16025"/>
                  <a:pt x="4060" y="16739"/>
                  <a:pt x="5726" y="16986"/>
                </a:cubicBezTo>
                <a:cubicBezTo>
                  <a:pt x="6195" y="17055"/>
                  <a:pt x="6669" y="17089"/>
                  <a:pt x="7143" y="17089"/>
                </a:cubicBezTo>
                <a:cubicBezTo>
                  <a:pt x="9752" y="17089"/>
                  <a:pt x="12368" y="16053"/>
                  <a:pt x="14166" y="14163"/>
                </a:cubicBezTo>
                <a:cubicBezTo>
                  <a:pt x="16290" y="11929"/>
                  <a:pt x="17159" y="8532"/>
                  <a:pt x="16236" y="5591"/>
                </a:cubicBezTo>
                <a:cubicBezTo>
                  <a:pt x="15313" y="2649"/>
                  <a:pt x="12573" y="328"/>
                  <a:pt x="9505" y="36"/>
                </a:cubicBezTo>
                <a:cubicBezTo>
                  <a:pt x="9256" y="12"/>
                  <a:pt x="9012" y="1"/>
                  <a:pt x="877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2298750" y="1600675"/>
            <a:ext cx="4546500" cy="695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subTitle" idx="1"/>
          </p:nvPr>
        </p:nvSpPr>
        <p:spPr>
          <a:xfrm>
            <a:off x="2067900" y="2372000"/>
            <a:ext cx="5008200" cy="135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/>
          <p:nvPr/>
        </p:nvSpPr>
        <p:spPr>
          <a:xfrm flipH="1">
            <a:off x="455994" y="-43442"/>
            <a:ext cx="2247307" cy="881049"/>
          </a:xfrm>
          <a:custGeom>
            <a:avLst/>
            <a:gdLst/>
            <a:ahLst/>
            <a:cxnLst/>
            <a:rect l="l" t="t" r="r" b="b"/>
            <a:pathLst>
              <a:path w="41694" h="16346" extrusionOk="0">
                <a:moveTo>
                  <a:pt x="37737" y="0"/>
                </a:moveTo>
                <a:lnTo>
                  <a:pt x="540" y="507"/>
                </a:lnTo>
                <a:cubicBezTo>
                  <a:pt x="267" y="3509"/>
                  <a:pt x="1" y="6582"/>
                  <a:pt x="755" y="9500"/>
                </a:cubicBezTo>
                <a:cubicBezTo>
                  <a:pt x="1510" y="12418"/>
                  <a:pt x="3500" y="15202"/>
                  <a:pt x="6390" y="16057"/>
                </a:cubicBezTo>
                <a:cubicBezTo>
                  <a:pt x="7073" y="16258"/>
                  <a:pt x="7768" y="16346"/>
                  <a:pt x="8467" y="16346"/>
                </a:cubicBezTo>
                <a:cubicBezTo>
                  <a:pt x="10534" y="16346"/>
                  <a:pt x="12634" y="15581"/>
                  <a:pt x="14572" y="14750"/>
                </a:cubicBezTo>
                <a:cubicBezTo>
                  <a:pt x="16942" y="13732"/>
                  <a:pt x="19394" y="12584"/>
                  <a:pt x="21944" y="12584"/>
                </a:cubicBezTo>
                <a:cubicBezTo>
                  <a:pt x="22183" y="12584"/>
                  <a:pt x="22424" y="12594"/>
                  <a:pt x="22665" y="12615"/>
                </a:cubicBezTo>
                <a:cubicBezTo>
                  <a:pt x="25605" y="12875"/>
                  <a:pt x="28187" y="14771"/>
                  <a:pt x="31111" y="15187"/>
                </a:cubicBezTo>
                <a:cubicBezTo>
                  <a:pt x="31479" y="15240"/>
                  <a:pt x="31849" y="15265"/>
                  <a:pt x="32219" y="15265"/>
                </a:cubicBezTo>
                <a:cubicBezTo>
                  <a:pt x="35558" y="15265"/>
                  <a:pt x="38860" y="13190"/>
                  <a:pt x="40202" y="10115"/>
                </a:cubicBezTo>
                <a:cubicBezTo>
                  <a:pt x="41693" y="6697"/>
                  <a:pt x="40632" y="2348"/>
                  <a:pt x="3773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9"/>
          <p:cNvSpPr/>
          <p:nvPr/>
        </p:nvSpPr>
        <p:spPr>
          <a:xfrm rot="284644" flipH="1">
            <a:off x="7692681" y="2250300"/>
            <a:ext cx="1602052" cy="3145095"/>
          </a:xfrm>
          <a:custGeom>
            <a:avLst/>
            <a:gdLst/>
            <a:ahLst/>
            <a:cxnLst/>
            <a:rect l="l" t="t" r="r" b="b"/>
            <a:pathLst>
              <a:path w="21964" h="43119" extrusionOk="0">
                <a:moveTo>
                  <a:pt x="9175" y="0"/>
                </a:moveTo>
                <a:cubicBezTo>
                  <a:pt x="7189" y="0"/>
                  <a:pt x="5201" y="543"/>
                  <a:pt x="3528" y="1616"/>
                </a:cubicBezTo>
                <a:lnTo>
                  <a:pt x="0" y="38403"/>
                </a:lnTo>
                <a:cubicBezTo>
                  <a:pt x="2626" y="41413"/>
                  <a:pt x="6625" y="43119"/>
                  <a:pt x="10608" y="43119"/>
                </a:cubicBezTo>
                <a:cubicBezTo>
                  <a:pt x="11891" y="43119"/>
                  <a:pt x="13173" y="42942"/>
                  <a:pt x="14407" y="42574"/>
                </a:cubicBezTo>
                <a:cubicBezTo>
                  <a:pt x="17154" y="41756"/>
                  <a:pt x="19729" y="39943"/>
                  <a:pt x="20846" y="37304"/>
                </a:cubicBezTo>
                <a:cubicBezTo>
                  <a:pt x="21963" y="34664"/>
                  <a:pt x="21265" y="31197"/>
                  <a:pt x="18852" y="29648"/>
                </a:cubicBezTo>
                <a:cubicBezTo>
                  <a:pt x="17147" y="28552"/>
                  <a:pt x="14990" y="28549"/>
                  <a:pt x="13026" y="28048"/>
                </a:cubicBezTo>
                <a:cubicBezTo>
                  <a:pt x="11063" y="27546"/>
                  <a:pt x="8981" y="26073"/>
                  <a:pt x="9113" y="24051"/>
                </a:cubicBezTo>
                <a:cubicBezTo>
                  <a:pt x="9193" y="22842"/>
                  <a:pt x="10072" y="21820"/>
                  <a:pt x="11079" y="21148"/>
                </a:cubicBezTo>
                <a:cubicBezTo>
                  <a:pt x="12085" y="20475"/>
                  <a:pt x="13242" y="20062"/>
                  <a:pt x="14296" y="19466"/>
                </a:cubicBezTo>
                <a:cubicBezTo>
                  <a:pt x="17518" y="17640"/>
                  <a:pt x="19620" y="13990"/>
                  <a:pt x="19582" y="10288"/>
                </a:cubicBezTo>
                <a:cubicBezTo>
                  <a:pt x="19544" y="6585"/>
                  <a:pt x="17369" y="2979"/>
                  <a:pt x="14111" y="1220"/>
                </a:cubicBezTo>
                <a:cubicBezTo>
                  <a:pt x="12602" y="404"/>
                  <a:pt x="10889" y="0"/>
                  <a:pt x="917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9"/>
          <p:cNvSpPr/>
          <p:nvPr/>
        </p:nvSpPr>
        <p:spPr>
          <a:xfrm flipH="1">
            <a:off x="-17369" y="3571978"/>
            <a:ext cx="1674443" cy="1606270"/>
          </a:xfrm>
          <a:custGeom>
            <a:avLst/>
            <a:gdLst/>
            <a:ahLst/>
            <a:cxnLst/>
            <a:rect l="l" t="t" r="r" b="b"/>
            <a:pathLst>
              <a:path w="26993" h="25894" extrusionOk="0">
                <a:moveTo>
                  <a:pt x="12471" y="1"/>
                </a:moveTo>
                <a:cubicBezTo>
                  <a:pt x="9906" y="1"/>
                  <a:pt x="7360" y="725"/>
                  <a:pt x="5296" y="2240"/>
                </a:cubicBezTo>
                <a:cubicBezTo>
                  <a:pt x="1742" y="4849"/>
                  <a:pt x="0" y="9882"/>
                  <a:pt x="1647" y="13971"/>
                </a:cubicBezTo>
                <a:cubicBezTo>
                  <a:pt x="2283" y="15551"/>
                  <a:pt x="3365" y="16947"/>
                  <a:pt x="3812" y="18590"/>
                </a:cubicBezTo>
                <a:cubicBezTo>
                  <a:pt x="4563" y="21344"/>
                  <a:pt x="3208" y="24527"/>
                  <a:pt x="702" y="25894"/>
                </a:cubicBezTo>
                <a:lnTo>
                  <a:pt x="26993" y="25705"/>
                </a:lnTo>
                <a:lnTo>
                  <a:pt x="26801" y="10447"/>
                </a:lnTo>
                <a:cubicBezTo>
                  <a:pt x="25054" y="6398"/>
                  <a:pt x="21934" y="2850"/>
                  <a:pt x="17885" y="1109"/>
                </a:cubicBezTo>
                <a:cubicBezTo>
                  <a:pt x="16186" y="378"/>
                  <a:pt x="14323" y="1"/>
                  <a:pt x="1247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9"/>
          <p:cNvSpPr/>
          <p:nvPr/>
        </p:nvSpPr>
        <p:spPr>
          <a:xfrm flipH="1">
            <a:off x="6934945" y="-130950"/>
            <a:ext cx="1303259" cy="1297943"/>
          </a:xfrm>
          <a:custGeom>
            <a:avLst/>
            <a:gdLst/>
            <a:ahLst/>
            <a:cxnLst/>
            <a:rect l="l" t="t" r="r" b="b"/>
            <a:pathLst>
              <a:path w="17160" h="17090" extrusionOk="0">
                <a:moveTo>
                  <a:pt x="8774" y="1"/>
                </a:moveTo>
                <a:cubicBezTo>
                  <a:pt x="3808" y="1"/>
                  <a:pt x="1128" y="5039"/>
                  <a:pt x="329" y="9452"/>
                </a:cubicBezTo>
                <a:cubicBezTo>
                  <a:pt x="1" y="11258"/>
                  <a:pt x="230" y="13248"/>
                  <a:pt x="1358" y="14695"/>
                </a:cubicBezTo>
                <a:cubicBezTo>
                  <a:pt x="2394" y="16025"/>
                  <a:pt x="4060" y="16739"/>
                  <a:pt x="5726" y="16986"/>
                </a:cubicBezTo>
                <a:cubicBezTo>
                  <a:pt x="6195" y="17055"/>
                  <a:pt x="6669" y="17089"/>
                  <a:pt x="7143" y="17089"/>
                </a:cubicBezTo>
                <a:cubicBezTo>
                  <a:pt x="9752" y="17089"/>
                  <a:pt x="12368" y="16053"/>
                  <a:pt x="14166" y="14163"/>
                </a:cubicBezTo>
                <a:cubicBezTo>
                  <a:pt x="16290" y="11929"/>
                  <a:pt x="17159" y="8532"/>
                  <a:pt x="16236" y="5591"/>
                </a:cubicBezTo>
                <a:cubicBezTo>
                  <a:pt x="15313" y="2649"/>
                  <a:pt x="12573" y="328"/>
                  <a:pt x="9505" y="36"/>
                </a:cubicBezTo>
                <a:cubicBezTo>
                  <a:pt x="9256" y="12"/>
                  <a:pt x="9012" y="1"/>
                  <a:pt x="877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1810050" y="713350"/>
            <a:ext cx="5523900" cy="129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>
            <a:spLocks noGrp="1"/>
          </p:cNvSpPr>
          <p:nvPr>
            <p:ph type="title" hasCustomPrompt="1"/>
          </p:nvPr>
        </p:nvSpPr>
        <p:spPr>
          <a:xfrm>
            <a:off x="2230950" y="1536825"/>
            <a:ext cx="4821900" cy="110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8" name="Google Shape;68;p11"/>
          <p:cNvSpPr txBox="1">
            <a:spLocks noGrp="1"/>
          </p:cNvSpPr>
          <p:nvPr>
            <p:ph type="subTitle" idx="1"/>
          </p:nvPr>
        </p:nvSpPr>
        <p:spPr>
          <a:xfrm>
            <a:off x="2603550" y="2889500"/>
            <a:ext cx="4076700" cy="374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9" name="Google Shape;69;p11"/>
          <p:cNvSpPr/>
          <p:nvPr/>
        </p:nvSpPr>
        <p:spPr>
          <a:xfrm>
            <a:off x="6165678" y="-43442"/>
            <a:ext cx="2247307" cy="881049"/>
          </a:xfrm>
          <a:custGeom>
            <a:avLst/>
            <a:gdLst/>
            <a:ahLst/>
            <a:cxnLst/>
            <a:rect l="l" t="t" r="r" b="b"/>
            <a:pathLst>
              <a:path w="41694" h="16346" extrusionOk="0">
                <a:moveTo>
                  <a:pt x="37737" y="0"/>
                </a:moveTo>
                <a:lnTo>
                  <a:pt x="540" y="507"/>
                </a:lnTo>
                <a:cubicBezTo>
                  <a:pt x="267" y="3509"/>
                  <a:pt x="1" y="6582"/>
                  <a:pt x="755" y="9500"/>
                </a:cubicBezTo>
                <a:cubicBezTo>
                  <a:pt x="1510" y="12418"/>
                  <a:pt x="3500" y="15202"/>
                  <a:pt x="6390" y="16057"/>
                </a:cubicBezTo>
                <a:cubicBezTo>
                  <a:pt x="7073" y="16258"/>
                  <a:pt x="7768" y="16346"/>
                  <a:pt x="8467" y="16346"/>
                </a:cubicBezTo>
                <a:cubicBezTo>
                  <a:pt x="10534" y="16346"/>
                  <a:pt x="12634" y="15581"/>
                  <a:pt x="14572" y="14750"/>
                </a:cubicBezTo>
                <a:cubicBezTo>
                  <a:pt x="16942" y="13732"/>
                  <a:pt x="19394" y="12584"/>
                  <a:pt x="21944" y="12584"/>
                </a:cubicBezTo>
                <a:cubicBezTo>
                  <a:pt x="22183" y="12584"/>
                  <a:pt x="22424" y="12594"/>
                  <a:pt x="22665" y="12615"/>
                </a:cubicBezTo>
                <a:cubicBezTo>
                  <a:pt x="25605" y="12875"/>
                  <a:pt x="28187" y="14771"/>
                  <a:pt x="31111" y="15187"/>
                </a:cubicBezTo>
                <a:cubicBezTo>
                  <a:pt x="31479" y="15240"/>
                  <a:pt x="31849" y="15265"/>
                  <a:pt x="32219" y="15265"/>
                </a:cubicBezTo>
                <a:cubicBezTo>
                  <a:pt x="35558" y="15265"/>
                  <a:pt x="38860" y="13190"/>
                  <a:pt x="40202" y="10115"/>
                </a:cubicBezTo>
                <a:cubicBezTo>
                  <a:pt x="41693" y="6697"/>
                  <a:pt x="40632" y="2348"/>
                  <a:pt x="3773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11"/>
          <p:cNvSpPr/>
          <p:nvPr/>
        </p:nvSpPr>
        <p:spPr>
          <a:xfrm rot="-284644">
            <a:off x="-147729" y="2033100"/>
            <a:ext cx="1602052" cy="3145095"/>
          </a:xfrm>
          <a:custGeom>
            <a:avLst/>
            <a:gdLst/>
            <a:ahLst/>
            <a:cxnLst/>
            <a:rect l="l" t="t" r="r" b="b"/>
            <a:pathLst>
              <a:path w="21964" h="43119" extrusionOk="0">
                <a:moveTo>
                  <a:pt x="9175" y="0"/>
                </a:moveTo>
                <a:cubicBezTo>
                  <a:pt x="7189" y="0"/>
                  <a:pt x="5201" y="543"/>
                  <a:pt x="3528" y="1616"/>
                </a:cubicBezTo>
                <a:lnTo>
                  <a:pt x="0" y="38403"/>
                </a:lnTo>
                <a:cubicBezTo>
                  <a:pt x="2626" y="41413"/>
                  <a:pt x="6625" y="43119"/>
                  <a:pt x="10608" y="43119"/>
                </a:cubicBezTo>
                <a:cubicBezTo>
                  <a:pt x="11891" y="43119"/>
                  <a:pt x="13173" y="42942"/>
                  <a:pt x="14407" y="42574"/>
                </a:cubicBezTo>
                <a:cubicBezTo>
                  <a:pt x="17154" y="41756"/>
                  <a:pt x="19729" y="39943"/>
                  <a:pt x="20846" y="37304"/>
                </a:cubicBezTo>
                <a:cubicBezTo>
                  <a:pt x="21963" y="34664"/>
                  <a:pt x="21265" y="31197"/>
                  <a:pt x="18852" y="29648"/>
                </a:cubicBezTo>
                <a:cubicBezTo>
                  <a:pt x="17147" y="28552"/>
                  <a:pt x="14990" y="28549"/>
                  <a:pt x="13026" y="28048"/>
                </a:cubicBezTo>
                <a:cubicBezTo>
                  <a:pt x="11063" y="27546"/>
                  <a:pt x="8981" y="26073"/>
                  <a:pt x="9113" y="24051"/>
                </a:cubicBezTo>
                <a:cubicBezTo>
                  <a:pt x="9193" y="22842"/>
                  <a:pt x="10072" y="21820"/>
                  <a:pt x="11079" y="21148"/>
                </a:cubicBezTo>
                <a:cubicBezTo>
                  <a:pt x="12085" y="20475"/>
                  <a:pt x="13242" y="20062"/>
                  <a:pt x="14296" y="19466"/>
                </a:cubicBezTo>
                <a:cubicBezTo>
                  <a:pt x="17518" y="17640"/>
                  <a:pt x="19620" y="13990"/>
                  <a:pt x="19582" y="10288"/>
                </a:cubicBezTo>
                <a:cubicBezTo>
                  <a:pt x="19544" y="6585"/>
                  <a:pt x="17369" y="2979"/>
                  <a:pt x="14111" y="1220"/>
                </a:cubicBezTo>
                <a:cubicBezTo>
                  <a:pt x="12602" y="404"/>
                  <a:pt x="10889" y="0"/>
                  <a:pt x="917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1"/>
          <p:cNvSpPr/>
          <p:nvPr/>
        </p:nvSpPr>
        <p:spPr>
          <a:xfrm>
            <a:off x="200975" y="-37125"/>
            <a:ext cx="1303259" cy="1297943"/>
          </a:xfrm>
          <a:custGeom>
            <a:avLst/>
            <a:gdLst/>
            <a:ahLst/>
            <a:cxnLst/>
            <a:rect l="l" t="t" r="r" b="b"/>
            <a:pathLst>
              <a:path w="17160" h="17090" extrusionOk="0">
                <a:moveTo>
                  <a:pt x="8774" y="1"/>
                </a:moveTo>
                <a:cubicBezTo>
                  <a:pt x="3808" y="1"/>
                  <a:pt x="1128" y="5039"/>
                  <a:pt x="329" y="9452"/>
                </a:cubicBezTo>
                <a:cubicBezTo>
                  <a:pt x="1" y="11258"/>
                  <a:pt x="230" y="13248"/>
                  <a:pt x="1358" y="14695"/>
                </a:cubicBezTo>
                <a:cubicBezTo>
                  <a:pt x="2394" y="16025"/>
                  <a:pt x="4060" y="16739"/>
                  <a:pt x="5726" y="16986"/>
                </a:cubicBezTo>
                <a:cubicBezTo>
                  <a:pt x="6195" y="17055"/>
                  <a:pt x="6669" y="17089"/>
                  <a:pt x="7143" y="17089"/>
                </a:cubicBezTo>
                <a:cubicBezTo>
                  <a:pt x="9752" y="17089"/>
                  <a:pt x="12368" y="16053"/>
                  <a:pt x="14166" y="14163"/>
                </a:cubicBezTo>
                <a:cubicBezTo>
                  <a:pt x="16290" y="11929"/>
                  <a:pt x="17159" y="8532"/>
                  <a:pt x="16236" y="5591"/>
                </a:cubicBezTo>
                <a:cubicBezTo>
                  <a:pt x="15313" y="2649"/>
                  <a:pt x="12573" y="328"/>
                  <a:pt x="9505" y="36"/>
                </a:cubicBezTo>
                <a:cubicBezTo>
                  <a:pt x="9256" y="12"/>
                  <a:pt x="9012" y="1"/>
                  <a:pt x="877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1"/>
          <p:cNvSpPr/>
          <p:nvPr/>
        </p:nvSpPr>
        <p:spPr>
          <a:xfrm>
            <a:off x="7469578" y="3539550"/>
            <a:ext cx="1674443" cy="1606270"/>
          </a:xfrm>
          <a:custGeom>
            <a:avLst/>
            <a:gdLst/>
            <a:ahLst/>
            <a:cxnLst/>
            <a:rect l="l" t="t" r="r" b="b"/>
            <a:pathLst>
              <a:path w="26993" h="25894" extrusionOk="0">
                <a:moveTo>
                  <a:pt x="12471" y="1"/>
                </a:moveTo>
                <a:cubicBezTo>
                  <a:pt x="9906" y="1"/>
                  <a:pt x="7360" y="725"/>
                  <a:pt x="5296" y="2240"/>
                </a:cubicBezTo>
                <a:cubicBezTo>
                  <a:pt x="1742" y="4849"/>
                  <a:pt x="0" y="9882"/>
                  <a:pt x="1647" y="13971"/>
                </a:cubicBezTo>
                <a:cubicBezTo>
                  <a:pt x="2283" y="15551"/>
                  <a:pt x="3365" y="16947"/>
                  <a:pt x="3812" y="18590"/>
                </a:cubicBezTo>
                <a:cubicBezTo>
                  <a:pt x="4563" y="21344"/>
                  <a:pt x="3208" y="24527"/>
                  <a:pt x="702" y="25894"/>
                </a:cubicBezTo>
                <a:lnTo>
                  <a:pt x="26993" y="25705"/>
                </a:lnTo>
                <a:lnTo>
                  <a:pt x="26801" y="10447"/>
                </a:lnTo>
                <a:cubicBezTo>
                  <a:pt x="25054" y="6398"/>
                  <a:pt x="21934" y="2850"/>
                  <a:pt x="17885" y="1109"/>
                </a:cubicBezTo>
                <a:cubicBezTo>
                  <a:pt x="16186" y="378"/>
                  <a:pt x="14323" y="1"/>
                  <a:pt x="1247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2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>
            <a:off x="2054750" y="1727000"/>
            <a:ext cx="2197500" cy="31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subTitle" idx="1"/>
          </p:nvPr>
        </p:nvSpPr>
        <p:spPr>
          <a:xfrm>
            <a:off x="2054750" y="2054924"/>
            <a:ext cx="2197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title" idx="2"/>
          </p:nvPr>
        </p:nvSpPr>
        <p:spPr>
          <a:xfrm>
            <a:off x="5776075" y="1727000"/>
            <a:ext cx="2197500" cy="31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3"/>
          </p:nvPr>
        </p:nvSpPr>
        <p:spPr>
          <a:xfrm>
            <a:off x="5776075" y="2054925"/>
            <a:ext cx="2197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title" idx="4"/>
          </p:nvPr>
        </p:nvSpPr>
        <p:spPr>
          <a:xfrm>
            <a:off x="2054750" y="3244713"/>
            <a:ext cx="2197500" cy="31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5"/>
          </p:nvPr>
        </p:nvSpPr>
        <p:spPr>
          <a:xfrm>
            <a:off x="2054750" y="3572575"/>
            <a:ext cx="2197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title" idx="6"/>
          </p:nvPr>
        </p:nvSpPr>
        <p:spPr>
          <a:xfrm>
            <a:off x="5776075" y="3244714"/>
            <a:ext cx="2181900" cy="31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7"/>
          </p:nvPr>
        </p:nvSpPr>
        <p:spPr>
          <a:xfrm>
            <a:off x="5776075" y="3572578"/>
            <a:ext cx="2197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title" idx="8" hasCustomPrompt="1"/>
          </p:nvPr>
        </p:nvSpPr>
        <p:spPr>
          <a:xfrm>
            <a:off x="1170500" y="1936650"/>
            <a:ext cx="7299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9" hasCustomPrompt="1"/>
          </p:nvPr>
        </p:nvSpPr>
        <p:spPr>
          <a:xfrm>
            <a:off x="1170425" y="3453900"/>
            <a:ext cx="7299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13" hasCustomPrompt="1"/>
          </p:nvPr>
        </p:nvSpPr>
        <p:spPr>
          <a:xfrm>
            <a:off x="4919800" y="1936650"/>
            <a:ext cx="7299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title" idx="14" hasCustomPrompt="1"/>
          </p:nvPr>
        </p:nvSpPr>
        <p:spPr>
          <a:xfrm>
            <a:off x="4888600" y="3453900"/>
            <a:ext cx="7923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 idx="15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3"/>
          <p:cNvSpPr/>
          <p:nvPr/>
        </p:nvSpPr>
        <p:spPr>
          <a:xfrm rot="-284732">
            <a:off x="-109249" y="-50318"/>
            <a:ext cx="1081867" cy="2123885"/>
          </a:xfrm>
          <a:custGeom>
            <a:avLst/>
            <a:gdLst/>
            <a:ahLst/>
            <a:cxnLst/>
            <a:rect l="l" t="t" r="r" b="b"/>
            <a:pathLst>
              <a:path w="21964" h="43119" extrusionOk="0">
                <a:moveTo>
                  <a:pt x="9175" y="0"/>
                </a:moveTo>
                <a:cubicBezTo>
                  <a:pt x="7189" y="0"/>
                  <a:pt x="5201" y="543"/>
                  <a:pt x="3528" y="1616"/>
                </a:cubicBezTo>
                <a:lnTo>
                  <a:pt x="0" y="38403"/>
                </a:lnTo>
                <a:cubicBezTo>
                  <a:pt x="2626" y="41413"/>
                  <a:pt x="6625" y="43119"/>
                  <a:pt x="10608" y="43119"/>
                </a:cubicBezTo>
                <a:cubicBezTo>
                  <a:pt x="11891" y="43119"/>
                  <a:pt x="13173" y="42942"/>
                  <a:pt x="14407" y="42574"/>
                </a:cubicBezTo>
                <a:cubicBezTo>
                  <a:pt x="17154" y="41756"/>
                  <a:pt x="19729" y="39943"/>
                  <a:pt x="20846" y="37304"/>
                </a:cubicBezTo>
                <a:cubicBezTo>
                  <a:pt x="21963" y="34664"/>
                  <a:pt x="21265" y="31197"/>
                  <a:pt x="18852" y="29648"/>
                </a:cubicBezTo>
                <a:cubicBezTo>
                  <a:pt x="17147" y="28552"/>
                  <a:pt x="14990" y="28549"/>
                  <a:pt x="13026" y="28048"/>
                </a:cubicBezTo>
                <a:cubicBezTo>
                  <a:pt x="11063" y="27546"/>
                  <a:pt x="8981" y="26073"/>
                  <a:pt x="9113" y="24051"/>
                </a:cubicBezTo>
                <a:cubicBezTo>
                  <a:pt x="9193" y="22842"/>
                  <a:pt x="10072" y="21820"/>
                  <a:pt x="11079" y="21148"/>
                </a:cubicBezTo>
                <a:cubicBezTo>
                  <a:pt x="12085" y="20475"/>
                  <a:pt x="13242" y="20062"/>
                  <a:pt x="14296" y="19466"/>
                </a:cubicBezTo>
                <a:cubicBezTo>
                  <a:pt x="17518" y="17640"/>
                  <a:pt x="19620" y="13990"/>
                  <a:pt x="19582" y="10288"/>
                </a:cubicBezTo>
                <a:cubicBezTo>
                  <a:pt x="19544" y="6585"/>
                  <a:pt x="17369" y="2979"/>
                  <a:pt x="14111" y="1220"/>
                </a:cubicBezTo>
                <a:cubicBezTo>
                  <a:pt x="12602" y="404"/>
                  <a:pt x="10889" y="0"/>
                  <a:pt x="917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3"/>
          <p:cNvSpPr/>
          <p:nvPr/>
        </p:nvSpPr>
        <p:spPr>
          <a:xfrm>
            <a:off x="8068313" y="-91426"/>
            <a:ext cx="915014" cy="911282"/>
          </a:xfrm>
          <a:custGeom>
            <a:avLst/>
            <a:gdLst/>
            <a:ahLst/>
            <a:cxnLst/>
            <a:rect l="l" t="t" r="r" b="b"/>
            <a:pathLst>
              <a:path w="17160" h="17090" extrusionOk="0">
                <a:moveTo>
                  <a:pt x="8774" y="1"/>
                </a:moveTo>
                <a:cubicBezTo>
                  <a:pt x="3808" y="1"/>
                  <a:pt x="1128" y="5039"/>
                  <a:pt x="329" y="9452"/>
                </a:cubicBezTo>
                <a:cubicBezTo>
                  <a:pt x="1" y="11258"/>
                  <a:pt x="230" y="13248"/>
                  <a:pt x="1358" y="14695"/>
                </a:cubicBezTo>
                <a:cubicBezTo>
                  <a:pt x="2394" y="16025"/>
                  <a:pt x="4060" y="16739"/>
                  <a:pt x="5726" y="16986"/>
                </a:cubicBezTo>
                <a:cubicBezTo>
                  <a:pt x="6195" y="17055"/>
                  <a:pt x="6669" y="17089"/>
                  <a:pt x="7143" y="17089"/>
                </a:cubicBezTo>
                <a:cubicBezTo>
                  <a:pt x="9752" y="17089"/>
                  <a:pt x="12368" y="16053"/>
                  <a:pt x="14166" y="14163"/>
                </a:cubicBezTo>
                <a:cubicBezTo>
                  <a:pt x="16290" y="11929"/>
                  <a:pt x="17159" y="8532"/>
                  <a:pt x="16236" y="5591"/>
                </a:cubicBezTo>
                <a:cubicBezTo>
                  <a:pt x="15313" y="2649"/>
                  <a:pt x="12573" y="328"/>
                  <a:pt x="9505" y="36"/>
                </a:cubicBezTo>
                <a:cubicBezTo>
                  <a:pt x="9256" y="12"/>
                  <a:pt x="9012" y="1"/>
                  <a:pt x="877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3"/>
          <p:cNvSpPr/>
          <p:nvPr/>
        </p:nvSpPr>
        <p:spPr>
          <a:xfrm>
            <a:off x="7898874" y="3951719"/>
            <a:ext cx="1253892" cy="1202841"/>
          </a:xfrm>
          <a:custGeom>
            <a:avLst/>
            <a:gdLst/>
            <a:ahLst/>
            <a:cxnLst/>
            <a:rect l="l" t="t" r="r" b="b"/>
            <a:pathLst>
              <a:path w="26993" h="25894" extrusionOk="0">
                <a:moveTo>
                  <a:pt x="12471" y="1"/>
                </a:moveTo>
                <a:cubicBezTo>
                  <a:pt x="9906" y="1"/>
                  <a:pt x="7360" y="725"/>
                  <a:pt x="5296" y="2240"/>
                </a:cubicBezTo>
                <a:cubicBezTo>
                  <a:pt x="1742" y="4849"/>
                  <a:pt x="0" y="9882"/>
                  <a:pt x="1647" y="13971"/>
                </a:cubicBezTo>
                <a:cubicBezTo>
                  <a:pt x="2283" y="15551"/>
                  <a:pt x="3365" y="16947"/>
                  <a:pt x="3812" y="18590"/>
                </a:cubicBezTo>
                <a:cubicBezTo>
                  <a:pt x="4563" y="21344"/>
                  <a:pt x="3208" y="24527"/>
                  <a:pt x="702" y="25894"/>
                </a:cubicBezTo>
                <a:lnTo>
                  <a:pt x="26993" y="25705"/>
                </a:lnTo>
                <a:lnTo>
                  <a:pt x="26801" y="10447"/>
                </a:lnTo>
                <a:cubicBezTo>
                  <a:pt x="25054" y="6398"/>
                  <a:pt x="21934" y="2850"/>
                  <a:pt x="17885" y="1109"/>
                </a:cubicBezTo>
                <a:cubicBezTo>
                  <a:pt x="16186" y="378"/>
                  <a:pt x="14323" y="1"/>
                  <a:pt x="1247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 txBox="1">
            <a:spLocks noGrp="1"/>
          </p:cNvSpPr>
          <p:nvPr>
            <p:ph type="title" hasCustomPrompt="1"/>
          </p:nvPr>
        </p:nvSpPr>
        <p:spPr>
          <a:xfrm>
            <a:off x="1847994" y="1087100"/>
            <a:ext cx="5448000" cy="75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29" name="Google Shape;129;p17"/>
          <p:cNvSpPr txBox="1">
            <a:spLocks noGrp="1"/>
          </p:cNvSpPr>
          <p:nvPr>
            <p:ph type="subTitle" idx="1"/>
          </p:nvPr>
        </p:nvSpPr>
        <p:spPr>
          <a:xfrm>
            <a:off x="2341494" y="1994363"/>
            <a:ext cx="4461000" cy="30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17"/>
          <p:cNvSpPr txBox="1">
            <a:spLocks noGrp="1"/>
          </p:cNvSpPr>
          <p:nvPr>
            <p:ph type="title" idx="2" hasCustomPrompt="1"/>
          </p:nvPr>
        </p:nvSpPr>
        <p:spPr>
          <a:xfrm>
            <a:off x="1847994" y="2708879"/>
            <a:ext cx="5448000" cy="75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31" name="Google Shape;131;p17"/>
          <p:cNvSpPr txBox="1">
            <a:spLocks noGrp="1"/>
          </p:cNvSpPr>
          <p:nvPr>
            <p:ph type="subTitle" idx="3"/>
          </p:nvPr>
        </p:nvSpPr>
        <p:spPr>
          <a:xfrm>
            <a:off x="2341494" y="3692288"/>
            <a:ext cx="4461000" cy="30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17"/>
          <p:cNvSpPr/>
          <p:nvPr/>
        </p:nvSpPr>
        <p:spPr>
          <a:xfrm>
            <a:off x="6165678" y="-43442"/>
            <a:ext cx="2247307" cy="881049"/>
          </a:xfrm>
          <a:custGeom>
            <a:avLst/>
            <a:gdLst/>
            <a:ahLst/>
            <a:cxnLst/>
            <a:rect l="l" t="t" r="r" b="b"/>
            <a:pathLst>
              <a:path w="41694" h="16346" extrusionOk="0">
                <a:moveTo>
                  <a:pt x="37737" y="0"/>
                </a:moveTo>
                <a:lnTo>
                  <a:pt x="540" y="507"/>
                </a:lnTo>
                <a:cubicBezTo>
                  <a:pt x="267" y="3509"/>
                  <a:pt x="1" y="6582"/>
                  <a:pt x="755" y="9500"/>
                </a:cubicBezTo>
                <a:cubicBezTo>
                  <a:pt x="1510" y="12418"/>
                  <a:pt x="3500" y="15202"/>
                  <a:pt x="6390" y="16057"/>
                </a:cubicBezTo>
                <a:cubicBezTo>
                  <a:pt x="7073" y="16258"/>
                  <a:pt x="7768" y="16346"/>
                  <a:pt x="8467" y="16346"/>
                </a:cubicBezTo>
                <a:cubicBezTo>
                  <a:pt x="10534" y="16346"/>
                  <a:pt x="12634" y="15581"/>
                  <a:pt x="14572" y="14750"/>
                </a:cubicBezTo>
                <a:cubicBezTo>
                  <a:pt x="16942" y="13732"/>
                  <a:pt x="19394" y="12584"/>
                  <a:pt x="21944" y="12584"/>
                </a:cubicBezTo>
                <a:cubicBezTo>
                  <a:pt x="22183" y="12584"/>
                  <a:pt x="22424" y="12594"/>
                  <a:pt x="22665" y="12615"/>
                </a:cubicBezTo>
                <a:cubicBezTo>
                  <a:pt x="25605" y="12875"/>
                  <a:pt x="28187" y="14771"/>
                  <a:pt x="31111" y="15187"/>
                </a:cubicBezTo>
                <a:cubicBezTo>
                  <a:pt x="31479" y="15240"/>
                  <a:pt x="31849" y="15265"/>
                  <a:pt x="32219" y="15265"/>
                </a:cubicBezTo>
                <a:cubicBezTo>
                  <a:pt x="35558" y="15265"/>
                  <a:pt x="38860" y="13190"/>
                  <a:pt x="40202" y="10115"/>
                </a:cubicBezTo>
                <a:cubicBezTo>
                  <a:pt x="41693" y="6697"/>
                  <a:pt x="40632" y="2348"/>
                  <a:pt x="3773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17"/>
          <p:cNvSpPr/>
          <p:nvPr/>
        </p:nvSpPr>
        <p:spPr>
          <a:xfrm>
            <a:off x="7469578" y="3539550"/>
            <a:ext cx="1674443" cy="1606270"/>
          </a:xfrm>
          <a:custGeom>
            <a:avLst/>
            <a:gdLst/>
            <a:ahLst/>
            <a:cxnLst/>
            <a:rect l="l" t="t" r="r" b="b"/>
            <a:pathLst>
              <a:path w="26993" h="25894" extrusionOk="0">
                <a:moveTo>
                  <a:pt x="12471" y="1"/>
                </a:moveTo>
                <a:cubicBezTo>
                  <a:pt x="9906" y="1"/>
                  <a:pt x="7360" y="725"/>
                  <a:pt x="5296" y="2240"/>
                </a:cubicBezTo>
                <a:cubicBezTo>
                  <a:pt x="1742" y="4849"/>
                  <a:pt x="0" y="9882"/>
                  <a:pt x="1647" y="13971"/>
                </a:cubicBezTo>
                <a:cubicBezTo>
                  <a:pt x="2283" y="15551"/>
                  <a:pt x="3365" y="16947"/>
                  <a:pt x="3812" y="18590"/>
                </a:cubicBezTo>
                <a:cubicBezTo>
                  <a:pt x="4563" y="21344"/>
                  <a:pt x="3208" y="24527"/>
                  <a:pt x="702" y="25894"/>
                </a:cubicBezTo>
                <a:lnTo>
                  <a:pt x="26993" y="25705"/>
                </a:lnTo>
                <a:lnTo>
                  <a:pt x="26801" y="10447"/>
                </a:lnTo>
                <a:cubicBezTo>
                  <a:pt x="25054" y="6398"/>
                  <a:pt x="21934" y="2850"/>
                  <a:pt x="17885" y="1109"/>
                </a:cubicBezTo>
                <a:cubicBezTo>
                  <a:pt x="16186" y="378"/>
                  <a:pt x="14323" y="1"/>
                  <a:pt x="1247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17"/>
          <p:cNvSpPr/>
          <p:nvPr/>
        </p:nvSpPr>
        <p:spPr>
          <a:xfrm>
            <a:off x="200975" y="-37125"/>
            <a:ext cx="1303259" cy="1297943"/>
          </a:xfrm>
          <a:custGeom>
            <a:avLst/>
            <a:gdLst/>
            <a:ahLst/>
            <a:cxnLst/>
            <a:rect l="l" t="t" r="r" b="b"/>
            <a:pathLst>
              <a:path w="17160" h="17090" extrusionOk="0">
                <a:moveTo>
                  <a:pt x="8774" y="1"/>
                </a:moveTo>
                <a:cubicBezTo>
                  <a:pt x="3808" y="1"/>
                  <a:pt x="1128" y="5039"/>
                  <a:pt x="329" y="9452"/>
                </a:cubicBezTo>
                <a:cubicBezTo>
                  <a:pt x="1" y="11258"/>
                  <a:pt x="230" y="13248"/>
                  <a:pt x="1358" y="14695"/>
                </a:cubicBezTo>
                <a:cubicBezTo>
                  <a:pt x="2394" y="16025"/>
                  <a:pt x="4060" y="16739"/>
                  <a:pt x="5726" y="16986"/>
                </a:cubicBezTo>
                <a:cubicBezTo>
                  <a:pt x="6195" y="17055"/>
                  <a:pt x="6669" y="17089"/>
                  <a:pt x="7143" y="17089"/>
                </a:cubicBezTo>
                <a:cubicBezTo>
                  <a:pt x="9752" y="17089"/>
                  <a:pt x="12368" y="16053"/>
                  <a:pt x="14166" y="14163"/>
                </a:cubicBezTo>
                <a:cubicBezTo>
                  <a:pt x="16290" y="11929"/>
                  <a:pt x="17159" y="8532"/>
                  <a:pt x="16236" y="5591"/>
                </a:cubicBezTo>
                <a:cubicBezTo>
                  <a:pt x="15313" y="2649"/>
                  <a:pt x="12573" y="328"/>
                  <a:pt x="9505" y="36"/>
                </a:cubicBezTo>
                <a:cubicBezTo>
                  <a:pt x="9256" y="12"/>
                  <a:pt x="9012" y="1"/>
                  <a:pt x="877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7"/>
          <p:cNvSpPr/>
          <p:nvPr/>
        </p:nvSpPr>
        <p:spPr>
          <a:xfrm rot="-284644">
            <a:off x="-147729" y="2033100"/>
            <a:ext cx="1602052" cy="3145095"/>
          </a:xfrm>
          <a:custGeom>
            <a:avLst/>
            <a:gdLst/>
            <a:ahLst/>
            <a:cxnLst/>
            <a:rect l="l" t="t" r="r" b="b"/>
            <a:pathLst>
              <a:path w="21964" h="43119" extrusionOk="0">
                <a:moveTo>
                  <a:pt x="9175" y="0"/>
                </a:moveTo>
                <a:cubicBezTo>
                  <a:pt x="7189" y="0"/>
                  <a:pt x="5201" y="543"/>
                  <a:pt x="3528" y="1616"/>
                </a:cubicBezTo>
                <a:lnTo>
                  <a:pt x="0" y="38403"/>
                </a:lnTo>
                <a:cubicBezTo>
                  <a:pt x="2626" y="41413"/>
                  <a:pt x="6625" y="43119"/>
                  <a:pt x="10608" y="43119"/>
                </a:cubicBezTo>
                <a:cubicBezTo>
                  <a:pt x="11891" y="43119"/>
                  <a:pt x="13173" y="42942"/>
                  <a:pt x="14407" y="42574"/>
                </a:cubicBezTo>
                <a:cubicBezTo>
                  <a:pt x="17154" y="41756"/>
                  <a:pt x="19729" y="39943"/>
                  <a:pt x="20846" y="37304"/>
                </a:cubicBezTo>
                <a:cubicBezTo>
                  <a:pt x="21963" y="34664"/>
                  <a:pt x="21265" y="31197"/>
                  <a:pt x="18852" y="29648"/>
                </a:cubicBezTo>
                <a:cubicBezTo>
                  <a:pt x="17147" y="28552"/>
                  <a:pt x="14990" y="28549"/>
                  <a:pt x="13026" y="28048"/>
                </a:cubicBezTo>
                <a:cubicBezTo>
                  <a:pt x="11063" y="27546"/>
                  <a:pt x="8981" y="26073"/>
                  <a:pt x="9113" y="24051"/>
                </a:cubicBezTo>
                <a:cubicBezTo>
                  <a:pt x="9193" y="22842"/>
                  <a:pt x="10072" y="21820"/>
                  <a:pt x="11079" y="21148"/>
                </a:cubicBezTo>
                <a:cubicBezTo>
                  <a:pt x="12085" y="20475"/>
                  <a:pt x="13242" y="20062"/>
                  <a:pt x="14296" y="19466"/>
                </a:cubicBezTo>
                <a:cubicBezTo>
                  <a:pt x="17518" y="17640"/>
                  <a:pt x="19620" y="13990"/>
                  <a:pt x="19582" y="10288"/>
                </a:cubicBezTo>
                <a:cubicBezTo>
                  <a:pt x="19544" y="6585"/>
                  <a:pt x="17369" y="2979"/>
                  <a:pt x="14111" y="1220"/>
                </a:cubicBezTo>
                <a:cubicBezTo>
                  <a:pt x="12602" y="404"/>
                  <a:pt x="10889" y="0"/>
                  <a:pt x="917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"/>
          <p:cNvSpPr/>
          <p:nvPr/>
        </p:nvSpPr>
        <p:spPr>
          <a:xfrm rot="-284644">
            <a:off x="-147729" y="2033100"/>
            <a:ext cx="1602052" cy="3145095"/>
          </a:xfrm>
          <a:custGeom>
            <a:avLst/>
            <a:gdLst/>
            <a:ahLst/>
            <a:cxnLst/>
            <a:rect l="l" t="t" r="r" b="b"/>
            <a:pathLst>
              <a:path w="21964" h="43119" extrusionOk="0">
                <a:moveTo>
                  <a:pt x="9175" y="0"/>
                </a:moveTo>
                <a:cubicBezTo>
                  <a:pt x="7189" y="0"/>
                  <a:pt x="5201" y="543"/>
                  <a:pt x="3528" y="1616"/>
                </a:cubicBezTo>
                <a:lnTo>
                  <a:pt x="0" y="38403"/>
                </a:lnTo>
                <a:cubicBezTo>
                  <a:pt x="2626" y="41413"/>
                  <a:pt x="6625" y="43119"/>
                  <a:pt x="10608" y="43119"/>
                </a:cubicBezTo>
                <a:cubicBezTo>
                  <a:pt x="11891" y="43119"/>
                  <a:pt x="13173" y="42942"/>
                  <a:pt x="14407" y="42574"/>
                </a:cubicBezTo>
                <a:cubicBezTo>
                  <a:pt x="17154" y="41756"/>
                  <a:pt x="19729" y="39943"/>
                  <a:pt x="20846" y="37304"/>
                </a:cubicBezTo>
                <a:cubicBezTo>
                  <a:pt x="21963" y="34664"/>
                  <a:pt x="21265" y="31197"/>
                  <a:pt x="18852" y="29648"/>
                </a:cubicBezTo>
                <a:cubicBezTo>
                  <a:pt x="17147" y="28552"/>
                  <a:pt x="14990" y="28549"/>
                  <a:pt x="13026" y="28048"/>
                </a:cubicBezTo>
                <a:cubicBezTo>
                  <a:pt x="11063" y="27546"/>
                  <a:pt x="8981" y="26073"/>
                  <a:pt x="9113" y="24051"/>
                </a:cubicBezTo>
                <a:cubicBezTo>
                  <a:pt x="9193" y="22842"/>
                  <a:pt x="10072" y="21820"/>
                  <a:pt x="11079" y="21148"/>
                </a:cubicBezTo>
                <a:cubicBezTo>
                  <a:pt x="12085" y="20475"/>
                  <a:pt x="13242" y="20062"/>
                  <a:pt x="14296" y="19466"/>
                </a:cubicBezTo>
                <a:cubicBezTo>
                  <a:pt x="17518" y="17640"/>
                  <a:pt x="19620" y="13990"/>
                  <a:pt x="19582" y="10288"/>
                </a:cubicBezTo>
                <a:cubicBezTo>
                  <a:pt x="19544" y="6585"/>
                  <a:pt x="17369" y="2979"/>
                  <a:pt x="14111" y="1220"/>
                </a:cubicBezTo>
                <a:cubicBezTo>
                  <a:pt x="12602" y="404"/>
                  <a:pt x="10889" y="0"/>
                  <a:pt x="917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9"/>
          <p:cNvSpPr/>
          <p:nvPr/>
        </p:nvSpPr>
        <p:spPr>
          <a:xfrm>
            <a:off x="7469578" y="3539550"/>
            <a:ext cx="1674443" cy="1606270"/>
          </a:xfrm>
          <a:custGeom>
            <a:avLst/>
            <a:gdLst/>
            <a:ahLst/>
            <a:cxnLst/>
            <a:rect l="l" t="t" r="r" b="b"/>
            <a:pathLst>
              <a:path w="26993" h="25894" extrusionOk="0">
                <a:moveTo>
                  <a:pt x="12471" y="1"/>
                </a:moveTo>
                <a:cubicBezTo>
                  <a:pt x="9906" y="1"/>
                  <a:pt x="7360" y="725"/>
                  <a:pt x="5296" y="2240"/>
                </a:cubicBezTo>
                <a:cubicBezTo>
                  <a:pt x="1742" y="4849"/>
                  <a:pt x="0" y="9882"/>
                  <a:pt x="1647" y="13971"/>
                </a:cubicBezTo>
                <a:cubicBezTo>
                  <a:pt x="2283" y="15551"/>
                  <a:pt x="3365" y="16947"/>
                  <a:pt x="3812" y="18590"/>
                </a:cubicBezTo>
                <a:cubicBezTo>
                  <a:pt x="4563" y="21344"/>
                  <a:pt x="3208" y="24527"/>
                  <a:pt x="702" y="25894"/>
                </a:cubicBezTo>
                <a:lnTo>
                  <a:pt x="26993" y="25705"/>
                </a:lnTo>
                <a:lnTo>
                  <a:pt x="26801" y="10447"/>
                </a:lnTo>
                <a:cubicBezTo>
                  <a:pt x="25054" y="6398"/>
                  <a:pt x="21934" y="2850"/>
                  <a:pt x="17885" y="1109"/>
                </a:cubicBezTo>
                <a:cubicBezTo>
                  <a:pt x="16186" y="378"/>
                  <a:pt x="14323" y="1"/>
                  <a:pt x="1247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9"/>
          <p:cNvSpPr/>
          <p:nvPr/>
        </p:nvSpPr>
        <p:spPr>
          <a:xfrm>
            <a:off x="200975" y="-37125"/>
            <a:ext cx="1303259" cy="1297943"/>
          </a:xfrm>
          <a:custGeom>
            <a:avLst/>
            <a:gdLst/>
            <a:ahLst/>
            <a:cxnLst/>
            <a:rect l="l" t="t" r="r" b="b"/>
            <a:pathLst>
              <a:path w="17160" h="17090" extrusionOk="0">
                <a:moveTo>
                  <a:pt x="8774" y="1"/>
                </a:moveTo>
                <a:cubicBezTo>
                  <a:pt x="3808" y="1"/>
                  <a:pt x="1128" y="5039"/>
                  <a:pt x="329" y="9452"/>
                </a:cubicBezTo>
                <a:cubicBezTo>
                  <a:pt x="1" y="11258"/>
                  <a:pt x="230" y="13248"/>
                  <a:pt x="1358" y="14695"/>
                </a:cubicBezTo>
                <a:cubicBezTo>
                  <a:pt x="2394" y="16025"/>
                  <a:pt x="4060" y="16739"/>
                  <a:pt x="5726" y="16986"/>
                </a:cubicBezTo>
                <a:cubicBezTo>
                  <a:pt x="6195" y="17055"/>
                  <a:pt x="6669" y="17089"/>
                  <a:pt x="7143" y="17089"/>
                </a:cubicBezTo>
                <a:cubicBezTo>
                  <a:pt x="9752" y="17089"/>
                  <a:pt x="12368" y="16053"/>
                  <a:pt x="14166" y="14163"/>
                </a:cubicBezTo>
                <a:cubicBezTo>
                  <a:pt x="16290" y="11929"/>
                  <a:pt x="17159" y="8532"/>
                  <a:pt x="16236" y="5591"/>
                </a:cubicBezTo>
                <a:cubicBezTo>
                  <a:pt x="15313" y="2649"/>
                  <a:pt x="12573" y="328"/>
                  <a:pt x="9505" y="36"/>
                </a:cubicBezTo>
                <a:cubicBezTo>
                  <a:pt x="9256" y="12"/>
                  <a:pt x="9012" y="1"/>
                  <a:pt x="877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9"/>
          <p:cNvSpPr/>
          <p:nvPr/>
        </p:nvSpPr>
        <p:spPr>
          <a:xfrm>
            <a:off x="6165678" y="-43442"/>
            <a:ext cx="2247307" cy="881049"/>
          </a:xfrm>
          <a:custGeom>
            <a:avLst/>
            <a:gdLst/>
            <a:ahLst/>
            <a:cxnLst/>
            <a:rect l="l" t="t" r="r" b="b"/>
            <a:pathLst>
              <a:path w="41694" h="16346" extrusionOk="0">
                <a:moveTo>
                  <a:pt x="37737" y="0"/>
                </a:moveTo>
                <a:lnTo>
                  <a:pt x="540" y="507"/>
                </a:lnTo>
                <a:cubicBezTo>
                  <a:pt x="267" y="3509"/>
                  <a:pt x="1" y="6582"/>
                  <a:pt x="755" y="9500"/>
                </a:cubicBezTo>
                <a:cubicBezTo>
                  <a:pt x="1510" y="12418"/>
                  <a:pt x="3500" y="15202"/>
                  <a:pt x="6390" y="16057"/>
                </a:cubicBezTo>
                <a:cubicBezTo>
                  <a:pt x="7073" y="16258"/>
                  <a:pt x="7768" y="16346"/>
                  <a:pt x="8467" y="16346"/>
                </a:cubicBezTo>
                <a:cubicBezTo>
                  <a:pt x="10534" y="16346"/>
                  <a:pt x="12634" y="15581"/>
                  <a:pt x="14572" y="14750"/>
                </a:cubicBezTo>
                <a:cubicBezTo>
                  <a:pt x="16942" y="13732"/>
                  <a:pt x="19394" y="12584"/>
                  <a:pt x="21944" y="12584"/>
                </a:cubicBezTo>
                <a:cubicBezTo>
                  <a:pt x="22183" y="12584"/>
                  <a:pt x="22424" y="12594"/>
                  <a:pt x="22665" y="12615"/>
                </a:cubicBezTo>
                <a:cubicBezTo>
                  <a:pt x="25605" y="12875"/>
                  <a:pt x="28187" y="14771"/>
                  <a:pt x="31111" y="15187"/>
                </a:cubicBezTo>
                <a:cubicBezTo>
                  <a:pt x="31479" y="15240"/>
                  <a:pt x="31849" y="15265"/>
                  <a:pt x="32219" y="15265"/>
                </a:cubicBezTo>
                <a:cubicBezTo>
                  <a:pt x="35558" y="15265"/>
                  <a:pt x="38860" y="13190"/>
                  <a:pt x="40202" y="10115"/>
                </a:cubicBezTo>
                <a:cubicBezTo>
                  <a:pt x="41693" y="6697"/>
                  <a:pt x="40632" y="2348"/>
                  <a:pt x="3773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0"/>
          <p:cNvSpPr/>
          <p:nvPr/>
        </p:nvSpPr>
        <p:spPr>
          <a:xfrm>
            <a:off x="-169275" y="530496"/>
            <a:ext cx="826640" cy="823268"/>
          </a:xfrm>
          <a:custGeom>
            <a:avLst/>
            <a:gdLst/>
            <a:ahLst/>
            <a:cxnLst/>
            <a:rect l="l" t="t" r="r" b="b"/>
            <a:pathLst>
              <a:path w="17160" h="17090" extrusionOk="0">
                <a:moveTo>
                  <a:pt x="8774" y="1"/>
                </a:moveTo>
                <a:cubicBezTo>
                  <a:pt x="3808" y="1"/>
                  <a:pt x="1128" y="5039"/>
                  <a:pt x="329" y="9452"/>
                </a:cubicBezTo>
                <a:cubicBezTo>
                  <a:pt x="1" y="11258"/>
                  <a:pt x="230" y="13248"/>
                  <a:pt x="1358" y="14695"/>
                </a:cubicBezTo>
                <a:cubicBezTo>
                  <a:pt x="2394" y="16025"/>
                  <a:pt x="4060" y="16739"/>
                  <a:pt x="5726" y="16986"/>
                </a:cubicBezTo>
                <a:cubicBezTo>
                  <a:pt x="6195" y="17055"/>
                  <a:pt x="6669" y="17089"/>
                  <a:pt x="7143" y="17089"/>
                </a:cubicBezTo>
                <a:cubicBezTo>
                  <a:pt x="9752" y="17089"/>
                  <a:pt x="12368" y="16053"/>
                  <a:pt x="14166" y="14163"/>
                </a:cubicBezTo>
                <a:cubicBezTo>
                  <a:pt x="16290" y="11929"/>
                  <a:pt x="17159" y="8532"/>
                  <a:pt x="16236" y="5591"/>
                </a:cubicBezTo>
                <a:cubicBezTo>
                  <a:pt x="15313" y="2649"/>
                  <a:pt x="12573" y="328"/>
                  <a:pt x="9505" y="36"/>
                </a:cubicBezTo>
                <a:cubicBezTo>
                  <a:pt x="9256" y="12"/>
                  <a:pt x="9012" y="1"/>
                  <a:pt x="877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20"/>
          <p:cNvSpPr/>
          <p:nvPr/>
        </p:nvSpPr>
        <p:spPr>
          <a:xfrm rot="284732" flipH="1">
            <a:off x="8158674" y="-119818"/>
            <a:ext cx="1081867" cy="2123885"/>
          </a:xfrm>
          <a:custGeom>
            <a:avLst/>
            <a:gdLst/>
            <a:ahLst/>
            <a:cxnLst/>
            <a:rect l="l" t="t" r="r" b="b"/>
            <a:pathLst>
              <a:path w="21964" h="43119" extrusionOk="0">
                <a:moveTo>
                  <a:pt x="9175" y="0"/>
                </a:moveTo>
                <a:cubicBezTo>
                  <a:pt x="7189" y="0"/>
                  <a:pt x="5201" y="543"/>
                  <a:pt x="3528" y="1616"/>
                </a:cubicBezTo>
                <a:lnTo>
                  <a:pt x="0" y="38403"/>
                </a:lnTo>
                <a:cubicBezTo>
                  <a:pt x="2626" y="41413"/>
                  <a:pt x="6625" y="43119"/>
                  <a:pt x="10608" y="43119"/>
                </a:cubicBezTo>
                <a:cubicBezTo>
                  <a:pt x="11891" y="43119"/>
                  <a:pt x="13173" y="42942"/>
                  <a:pt x="14407" y="42574"/>
                </a:cubicBezTo>
                <a:cubicBezTo>
                  <a:pt x="17154" y="41756"/>
                  <a:pt x="19729" y="39943"/>
                  <a:pt x="20846" y="37304"/>
                </a:cubicBezTo>
                <a:cubicBezTo>
                  <a:pt x="21963" y="34664"/>
                  <a:pt x="21265" y="31197"/>
                  <a:pt x="18852" y="29648"/>
                </a:cubicBezTo>
                <a:cubicBezTo>
                  <a:pt x="17147" y="28552"/>
                  <a:pt x="14990" y="28549"/>
                  <a:pt x="13026" y="28048"/>
                </a:cubicBezTo>
                <a:cubicBezTo>
                  <a:pt x="11063" y="27546"/>
                  <a:pt x="8981" y="26073"/>
                  <a:pt x="9113" y="24051"/>
                </a:cubicBezTo>
                <a:cubicBezTo>
                  <a:pt x="9193" y="22842"/>
                  <a:pt x="10072" y="21820"/>
                  <a:pt x="11079" y="21148"/>
                </a:cubicBezTo>
                <a:cubicBezTo>
                  <a:pt x="12085" y="20475"/>
                  <a:pt x="13242" y="20062"/>
                  <a:pt x="14296" y="19466"/>
                </a:cubicBezTo>
                <a:cubicBezTo>
                  <a:pt x="17518" y="17640"/>
                  <a:pt x="19620" y="13990"/>
                  <a:pt x="19582" y="10288"/>
                </a:cubicBezTo>
                <a:cubicBezTo>
                  <a:pt x="19544" y="6585"/>
                  <a:pt x="17369" y="2979"/>
                  <a:pt x="14111" y="1220"/>
                </a:cubicBezTo>
                <a:cubicBezTo>
                  <a:pt x="12602" y="404"/>
                  <a:pt x="10889" y="0"/>
                  <a:pt x="917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20"/>
          <p:cNvSpPr/>
          <p:nvPr/>
        </p:nvSpPr>
        <p:spPr>
          <a:xfrm flipH="1">
            <a:off x="-64910" y="4245124"/>
            <a:ext cx="1001035" cy="960279"/>
          </a:xfrm>
          <a:custGeom>
            <a:avLst/>
            <a:gdLst/>
            <a:ahLst/>
            <a:cxnLst/>
            <a:rect l="l" t="t" r="r" b="b"/>
            <a:pathLst>
              <a:path w="26993" h="25894" extrusionOk="0">
                <a:moveTo>
                  <a:pt x="12471" y="1"/>
                </a:moveTo>
                <a:cubicBezTo>
                  <a:pt x="9906" y="1"/>
                  <a:pt x="7360" y="725"/>
                  <a:pt x="5296" y="2240"/>
                </a:cubicBezTo>
                <a:cubicBezTo>
                  <a:pt x="1742" y="4849"/>
                  <a:pt x="0" y="9882"/>
                  <a:pt x="1647" y="13971"/>
                </a:cubicBezTo>
                <a:cubicBezTo>
                  <a:pt x="2283" y="15551"/>
                  <a:pt x="3365" y="16947"/>
                  <a:pt x="3812" y="18590"/>
                </a:cubicBezTo>
                <a:cubicBezTo>
                  <a:pt x="4563" y="21344"/>
                  <a:pt x="3208" y="24527"/>
                  <a:pt x="702" y="25894"/>
                </a:cubicBezTo>
                <a:lnTo>
                  <a:pt x="26993" y="25705"/>
                </a:lnTo>
                <a:lnTo>
                  <a:pt x="26801" y="10447"/>
                </a:lnTo>
                <a:cubicBezTo>
                  <a:pt x="25054" y="6398"/>
                  <a:pt x="21934" y="2850"/>
                  <a:pt x="17885" y="1109"/>
                </a:cubicBezTo>
                <a:cubicBezTo>
                  <a:pt x="16186" y="378"/>
                  <a:pt x="14323" y="1"/>
                  <a:pt x="1247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20"/>
          <p:cNvSpPr/>
          <p:nvPr/>
        </p:nvSpPr>
        <p:spPr>
          <a:xfrm>
            <a:off x="7597725" y="4484146"/>
            <a:ext cx="826640" cy="823268"/>
          </a:xfrm>
          <a:custGeom>
            <a:avLst/>
            <a:gdLst/>
            <a:ahLst/>
            <a:cxnLst/>
            <a:rect l="l" t="t" r="r" b="b"/>
            <a:pathLst>
              <a:path w="17160" h="17090" extrusionOk="0">
                <a:moveTo>
                  <a:pt x="8774" y="1"/>
                </a:moveTo>
                <a:cubicBezTo>
                  <a:pt x="3808" y="1"/>
                  <a:pt x="1128" y="5039"/>
                  <a:pt x="329" y="9452"/>
                </a:cubicBezTo>
                <a:cubicBezTo>
                  <a:pt x="1" y="11258"/>
                  <a:pt x="230" y="13248"/>
                  <a:pt x="1358" y="14695"/>
                </a:cubicBezTo>
                <a:cubicBezTo>
                  <a:pt x="2394" y="16025"/>
                  <a:pt x="4060" y="16739"/>
                  <a:pt x="5726" y="16986"/>
                </a:cubicBezTo>
                <a:cubicBezTo>
                  <a:pt x="6195" y="17055"/>
                  <a:pt x="6669" y="17089"/>
                  <a:pt x="7143" y="17089"/>
                </a:cubicBezTo>
                <a:cubicBezTo>
                  <a:pt x="9752" y="17089"/>
                  <a:pt x="12368" y="16053"/>
                  <a:pt x="14166" y="14163"/>
                </a:cubicBezTo>
                <a:cubicBezTo>
                  <a:pt x="16290" y="11929"/>
                  <a:pt x="17159" y="8532"/>
                  <a:pt x="16236" y="5591"/>
                </a:cubicBezTo>
                <a:cubicBezTo>
                  <a:pt x="15313" y="2649"/>
                  <a:pt x="12573" y="328"/>
                  <a:pt x="9505" y="36"/>
                </a:cubicBezTo>
                <a:cubicBezTo>
                  <a:pt x="9256" y="12"/>
                  <a:pt x="9012" y="1"/>
                  <a:pt x="877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ack Han Sans"/>
              <a:buNone/>
              <a:defRPr sz="30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Char char="●"/>
              <a:defRPr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Char char="○"/>
              <a:defRPr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Char char="■"/>
              <a:defRPr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Char char="●"/>
              <a:defRPr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Char char="○"/>
              <a:defRPr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Char char="■"/>
              <a:defRPr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Char char="●"/>
              <a:defRPr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Char char="○"/>
              <a:defRPr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Nanum Gothic"/>
              <a:buChar char="■"/>
              <a:defRPr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3" r:id="rId11"/>
    <p:sldLayoutId id="2147483665" r:id="rId12"/>
    <p:sldLayoutId id="2147483666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thon.org/" TargetMode="External"/><Relationship Id="rId2" Type="http://schemas.openxmlformats.org/officeDocument/2006/relationships/hyperlink" Target="https://nutritionsource.hsph.harvard.edu/what-should-you-eat/vegetables-and-fruits/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vegetables.co.nz/vegetable-a-z/vegetables-a-z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 txBox="1">
            <a:spLocks noGrp="1"/>
          </p:cNvSpPr>
          <p:nvPr>
            <p:ph type="ctrTitle"/>
          </p:nvPr>
        </p:nvSpPr>
        <p:spPr>
          <a:xfrm>
            <a:off x="1632152" y="949546"/>
            <a:ext cx="6251616" cy="2632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Scan for Healthy Vegetables</a:t>
            </a:r>
            <a:endParaRPr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6" name="Google Shape;166;p24"/>
          <p:cNvSpPr/>
          <p:nvPr/>
        </p:nvSpPr>
        <p:spPr>
          <a:xfrm>
            <a:off x="1208650" y="3206301"/>
            <a:ext cx="147495" cy="144779"/>
          </a:xfrm>
          <a:custGeom>
            <a:avLst/>
            <a:gdLst/>
            <a:ahLst/>
            <a:cxnLst/>
            <a:rect l="l" t="t" r="r" b="b"/>
            <a:pathLst>
              <a:path w="2172" h="2132" extrusionOk="0">
                <a:moveTo>
                  <a:pt x="1087" y="0"/>
                </a:moveTo>
                <a:cubicBezTo>
                  <a:pt x="874" y="0"/>
                  <a:pt x="703" y="172"/>
                  <a:pt x="703" y="385"/>
                </a:cubicBezTo>
                <a:lnTo>
                  <a:pt x="703" y="401"/>
                </a:lnTo>
                <a:cubicBezTo>
                  <a:pt x="703" y="556"/>
                  <a:pt x="577" y="682"/>
                  <a:pt x="423" y="682"/>
                </a:cubicBezTo>
                <a:cubicBezTo>
                  <a:pt x="221" y="682"/>
                  <a:pt x="42" y="828"/>
                  <a:pt x="23" y="1028"/>
                </a:cubicBezTo>
                <a:cubicBezTo>
                  <a:pt x="1" y="1257"/>
                  <a:pt x="181" y="1451"/>
                  <a:pt x="405" y="1451"/>
                </a:cubicBezTo>
                <a:lnTo>
                  <a:pt x="422" y="1451"/>
                </a:lnTo>
                <a:cubicBezTo>
                  <a:pt x="577" y="1451"/>
                  <a:pt x="702" y="1576"/>
                  <a:pt x="702" y="1731"/>
                </a:cubicBezTo>
                <a:cubicBezTo>
                  <a:pt x="702" y="1931"/>
                  <a:pt x="850" y="2110"/>
                  <a:pt x="1049" y="2130"/>
                </a:cubicBezTo>
                <a:cubicBezTo>
                  <a:pt x="1062" y="2131"/>
                  <a:pt x="1074" y="2132"/>
                  <a:pt x="1086" y="2132"/>
                </a:cubicBezTo>
                <a:cubicBezTo>
                  <a:pt x="1298" y="2132"/>
                  <a:pt x="1471" y="1959"/>
                  <a:pt x="1471" y="1747"/>
                </a:cubicBezTo>
                <a:lnTo>
                  <a:pt x="1471" y="1731"/>
                </a:lnTo>
                <a:cubicBezTo>
                  <a:pt x="1471" y="1576"/>
                  <a:pt x="1596" y="1451"/>
                  <a:pt x="1751" y="1451"/>
                </a:cubicBezTo>
                <a:lnTo>
                  <a:pt x="1767" y="1451"/>
                </a:lnTo>
                <a:cubicBezTo>
                  <a:pt x="1993" y="1451"/>
                  <a:pt x="2172" y="1257"/>
                  <a:pt x="2150" y="1028"/>
                </a:cubicBezTo>
                <a:cubicBezTo>
                  <a:pt x="2132" y="828"/>
                  <a:pt x="1952" y="682"/>
                  <a:pt x="1751" y="682"/>
                </a:cubicBezTo>
                <a:cubicBezTo>
                  <a:pt x="1596" y="682"/>
                  <a:pt x="1471" y="556"/>
                  <a:pt x="1471" y="401"/>
                </a:cubicBezTo>
                <a:cubicBezTo>
                  <a:pt x="1471" y="201"/>
                  <a:pt x="1324" y="22"/>
                  <a:pt x="1125" y="2"/>
                </a:cubicBezTo>
                <a:cubicBezTo>
                  <a:pt x="1112" y="1"/>
                  <a:pt x="1100" y="0"/>
                  <a:pt x="108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24"/>
          <p:cNvSpPr/>
          <p:nvPr/>
        </p:nvSpPr>
        <p:spPr>
          <a:xfrm>
            <a:off x="4600322" y="4533848"/>
            <a:ext cx="147427" cy="144779"/>
          </a:xfrm>
          <a:custGeom>
            <a:avLst/>
            <a:gdLst/>
            <a:ahLst/>
            <a:cxnLst/>
            <a:rect l="l" t="t" r="r" b="b"/>
            <a:pathLst>
              <a:path w="2171" h="2132" extrusionOk="0">
                <a:moveTo>
                  <a:pt x="1086" y="1"/>
                </a:moveTo>
                <a:cubicBezTo>
                  <a:pt x="874" y="1"/>
                  <a:pt x="701" y="172"/>
                  <a:pt x="701" y="385"/>
                </a:cubicBezTo>
                <a:lnTo>
                  <a:pt x="701" y="401"/>
                </a:lnTo>
                <a:cubicBezTo>
                  <a:pt x="701" y="557"/>
                  <a:pt x="576" y="682"/>
                  <a:pt x="421" y="682"/>
                </a:cubicBezTo>
                <a:cubicBezTo>
                  <a:pt x="220" y="682"/>
                  <a:pt x="40" y="828"/>
                  <a:pt x="22" y="1028"/>
                </a:cubicBezTo>
                <a:cubicBezTo>
                  <a:pt x="0" y="1258"/>
                  <a:pt x="179" y="1451"/>
                  <a:pt x="405" y="1451"/>
                </a:cubicBezTo>
                <a:lnTo>
                  <a:pt x="421" y="1451"/>
                </a:lnTo>
                <a:cubicBezTo>
                  <a:pt x="576" y="1451"/>
                  <a:pt x="701" y="1576"/>
                  <a:pt x="701" y="1730"/>
                </a:cubicBezTo>
                <a:cubicBezTo>
                  <a:pt x="701" y="1932"/>
                  <a:pt x="848" y="2111"/>
                  <a:pt x="1048" y="2130"/>
                </a:cubicBezTo>
                <a:cubicBezTo>
                  <a:pt x="1060" y="2131"/>
                  <a:pt x="1073" y="2132"/>
                  <a:pt x="1085" y="2132"/>
                </a:cubicBezTo>
                <a:cubicBezTo>
                  <a:pt x="1298" y="2132"/>
                  <a:pt x="1469" y="1959"/>
                  <a:pt x="1469" y="1747"/>
                </a:cubicBezTo>
                <a:lnTo>
                  <a:pt x="1469" y="1730"/>
                </a:lnTo>
                <a:cubicBezTo>
                  <a:pt x="1469" y="1576"/>
                  <a:pt x="1595" y="1451"/>
                  <a:pt x="1750" y="1451"/>
                </a:cubicBezTo>
                <a:lnTo>
                  <a:pt x="1766" y="1451"/>
                </a:lnTo>
                <a:cubicBezTo>
                  <a:pt x="1991" y="1451"/>
                  <a:pt x="2170" y="1258"/>
                  <a:pt x="2149" y="1028"/>
                </a:cubicBezTo>
                <a:cubicBezTo>
                  <a:pt x="2130" y="828"/>
                  <a:pt x="1951" y="682"/>
                  <a:pt x="1750" y="682"/>
                </a:cubicBezTo>
                <a:cubicBezTo>
                  <a:pt x="1595" y="682"/>
                  <a:pt x="1469" y="557"/>
                  <a:pt x="1469" y="401"/>
                </a:cubicBezTo>
                <a:cubicBezTo>
                  <a:pt x="1469" y="201"/>
                  <a:pt x="1323" y="22"/>
                  <a:pt x="1123" y="2"/>
                </a:cubicBezTo>
                <a:cubicBezTo>
                  <a:pt x="1110" y="1"/>
                  <a:pt x="1098" y="1"/>
                  <a:pt x="1086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24"/>
          <p:cNvSpPr/>
          <p:nvPr/>
        </p:nvSpPr>
        <p:spPr>
          <a:xfrm>
            <a:off x="2430619" y="921769"/>
            <a:ext cx="147427" cy="144711"/>
          </a:xfrm>
          <a:custGeom>
            <a:avLst/>
            <a:gdLst/>
            <a:ahLst/>
            <a:cxnLst/>
            <a:rect l="l" t="t" r="r" b="b"/>
            <a:pathLst>
              <a:path w="2171" h="2131" extrusionOk="0">
                <a:moveTo>
                  <a:pt x="1086" y="0"/>
                </a:moveTo>
                <a:cubicBezTo>
                  <a:pt x="873" y="0"/>
                  <a:pt x="701" y="172"/>
                  <a:pt x="701" y="385"/>
                </a:cubicBezTo>
                <a:lnTo>
                  <a:pt x="701" y="401"/>
                </a:lnTo>
                <a:cubicBezTo>
                  <a:pt x="701" y="556"/>
                  <a:pt x="575" y="682"/>
                  <a:pt x="421" y="682"/>
                </a:cubicBezTo>
                <a:cubicBezTo>
                  <a:pt x="219" y="682"/>
                  <a:pt x="40" y="828"/>
                  <a:pt x="22" y="1028"/>
                </a:cubicBezTo>
                <a:cubicBezTo>
                  <a:pt x="0" y="1257"/>
                  <a:pt x="179" y="1449"/>
                  <a:pt x="405" y="1449"/>
                </a:cubicBezTo>
                <a:lnTo>
                  <a:pt x="421" y="1449"/>
                </a:lnTo>
                <a:cubicBezTo>
                  <a:pt x="575" y="1449"/>
                  <a:pt x="701" y="1576"/>
                  <a:pt x="701" y="1730"/>
                </a:cubicBezTo>
                <a:cubicBezTo>
                  <a:pt x="701" y="1931"/>
                  <a:pt x="848" y="2110"/>
                  <a:pt x="1048" y="2129"/>
                </a:cubicBezTo>
                <a:cubicBezTo>
                  <a:pt x="1060" y="2130"/>
                  <a:pt x="1073" y="2131"/>
                  <a:pt x="1085" y="2131"/>
                </a:cubicBezTo>
                <a:cubicBezTo>
                  <a:pt x="1297" y="2131"/>
                  <a:pt x="1469" y="1959"/>
                  <a:pt x="1469" y="1746"/>
                </a:cubicBezTo>
                <a:lnTo>
                  <a:pt x="1469" y="1730"/>
                </a:lnTo>
                <a:cubicBezTo>
                  <a:pt x="1469" y="1576"/>
                  <a:pt x="1594" y="1449"/>
                  <a:pt x="1750" y="1449"/>
                </a:cubicBezTo>
                <a:lnTo>
                  <a:pt x="1766" y="1449"/>
                </a:lnTo>
                <a:cubicBezTo>
                  <a:pt x="1991" y="1449"/>
                  <a:pt x="2170" y="1257"/>
                  <a:pt x="2149" y="1028"/>
                </a:cubicBezTo>
                <a:cubicBezTo>
                  <a:pt x="2130" y="828"/>
                  <a:pt x="1950" y="682"/>
                  <a:pt x="1750" y="682"/>
                </a:cubicBezTo>
                <a:cubicBezTo>
                  <a:pt x="1594" y="682"/>
                  <a:pt x="1469" y="556"/>
                  <a:pt x="1469" y="401"/>
                </a:cubicBezTo>
                <a:cubicBezTo>
                  <a:pt x="1469" y="201"/>
                  <a:pt x="1323" y="20"/>
                  <a:pt x="1123" y="2"/>
                </a:cubicBezTo>
                <a:cubicBezTo>
                  <a:pt x="1110" y="1"/>
                  <a:pt x="1098" y="0"/>
                  <a:pt x="108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24"/>
          <p:cNvSpPr/>
          <p:nvPr/>
        </p:nvSpPr>
        <p:spPr>
          <a:xfrm>
            <a:off x="3279533" y="4678620"/>
            <a:ext cx="147427" cy="144779"/>
          </a:xfrm>
          <a:custGeom>
            <a:avLst/>
            <a:gdLst/>
            <a:ahLst/>
            <a:cxnLst/>
            <a:rect l="l" t="t" r="r" b="b"/>
            <a:pathLst>
              <a:path w="2171" h="2132" extrusionOk="0">
                <a:moveTo>
                  <a:pt x="1086" y="0"/>
                </a:moveTo>
                <a:cubicBezTo>
                  <a:pt x="873" y="0"/>
                  <a:pt x="701" y="173"/>
                  <a:pt x="701" y="385"/>
                </a:cubicBezTo>
                <a:lnTo>
                  <a:pt x="701" y="401"/>
                </a:lnTo>
                <a:cubicBezTo>
                  <a:pt x="701" y="556"/>
                  <a:pt x="575" y="681"/>
                  <a:pt x="421" y="681"/>
                </a:cubicBezTo>
                <a:cubicBezTo>
                  <a:pt x="219" y="681"/>
                  <a:pt x="40" y="829"/>
                  <a:pt x="22" y="1028"/>
                </a:cubicBezTo>
                <a:cubicBezTo>
                  <a:pt x="0" y="1257"/>
                  <a:pt x="179" y="1450"/>
                  <a:pt x="405" y="1450"/>
                </a:cubicBezTo>
                <a:lnTo>
                  <a:pt x="421" y="1450"/>
                </a:lnTo>
                <a:cubicBezTo>
                  <a:pt x="575" y="1450"/>
                  <a:pt x="701" y="1575"/>
                  <a:pt x="701" y="1731"/>
                </a:cubicBezTo>
                <a:cubicBezTo>
                  <a:pt x="701" y="1931"/>
                  <a:pt x="848" y="2110"/>
                  <a:pt x="1048" y="2130"/>
                </a:cubicBezTo>
                <a:cubicBezTo>
                  <a:pt x="1060" y="2131"/>
                  <a:pt x="1073" y="2131"/>
                  <a:pt x="1085" y="2131"/>
                </a:cubicBezTo>
                <a:cubicBezTo>
                  <a:pt x="1297" y="2131"/>
                  <a:pt x="1469" y="1960"/>
                  <a:pt x="1469" y="1747"/>
                </a:cubicBezTo>
                <a:lnTo>
                  <a:pt x="1469" y="1731"/>
                </a:lnTo>
                <a:cubicBezTo>
                  <a:pt x="1469" y="1575"/>
                  <a:pt x="1594" y="1450"/>
                  <a:pt x="1750" y="1450"/>
                </a:cubicBezTo>
                <a:lnTo>
                  <a:pt x="1766" y="1450"/>
                </a:lnTo>
                <a:cubicBezTo>
                  <a:pt x="1991" y="1450"/>
                  <a:pt x="2170" y="1257"/>
                  <a:pt x="2149" y="1028"/>
                </a:cubicBezTo>
                <a:cubicBezTo>
                  <a:pt x="2130" y="829"/>
                  <a:pt x="1950" y="681"/>
                  <a:pt x="1750" y="681"/>
                </a:cubicBezTo>
                <a:cubicBezTo>
                  <a:pt x="1594" y="681"/>
                  <a:pt x="1469" y="556"/>
                  <a:pt x="1469" y="401"/>
                </a:cubicBezTo>
                <a:cubicBezTo>
                  <a:pt x="1469" y="200"/>
                  <a:pt x="1322" y="21"/>
                  <a:pt x="1123" y="2"/>
                </a:cubicBezTo>
                <a:cubicBezTo>
                  <a:pt x="1110" y="1"/>
                  <a:pt x="1098" y="0"/>
                  <a:pt x="108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24"/>
          <p:cNvSpPr/>
          <p:nvPr/>
        </p:nvSpPr>
        <p:spPr>
          <a:xfrm>
            <a:off x="8053013" y="2734212"/>
            <a:ext cx="147427" cy="144779"/>
          </a:xfrm>
          <a:custGeom>
            <a:avLst/>
            <a:gdLst/>
            <a:ahLst/>
            <a:cxnLst/>
            <a:rect l="l" t="t" r="r" b="b"/>
            <a:pathLst>
              <a:path w="2171" h="2132" extrusionOk="0">
                <a:moveTo>
                  <a:pt x="1086" y="1"/>
                </a:moveTo>
                <a:cubicBezTo>
                  <a:pt x="873" y="1"/>
                  <a:pt x="702" y="173"/>
                  <a:pt x="702" y="385"/>
                </a:cubicBezTo>
                <a:lnTo>
                  <a:pt x="702" y="401"/>
                </a:lnTo>
                <a:cubicBezTo>
                  <a:pt x="702" y="557"/>
                  <a:pt x="575" y="682"/>
                  <a:pt x="421" y="682"/>
                </a:cubicBezTo>
                <a:cubicBezTo>
                  <a:pt x="220" y="682"/>
                  <a:pt x="41" y="830"/>
                  <a:pt x="22" y="1029"/>
                </a:cubicBezTo>
                <a:cubicBezTo>
                  <a:pt x="1" y="1258"/>
                  <a:pt x="180" y="1451"/>
                  <a:pt x="405" y="1451"/>
                </a:cubicBezTo>
                <a:lnTo>
                  <a:pt x="421" y="1451"/>
                </a:lnTo>
                <a:cubicBezTo>
                  <a:pt x="575" y="1451"/>
                  <a:pt x="702" y="1576"/>
                  <a:pt x="702" y="1731"/>
                </a:cubicBezTo>
                <a:cubicBezTo>
                  <a:pt x="702" y="1932"/>
                  <a:pt x="848" y="2111"/>
                  <a:pt x="1048" y="2130"/>
                </a:cubicBezTo>
                <a:cubicBezTo>
                  <a:pt x="1060" y="2131"/>
                  <a:pt x="1073" y="2132"/>
                  <a:pt x="1085" y="2132"/>
                </a:cubicBezTo>
                <a:cubicBezTo>
                  <a:pt x="1297" y="2132"/>
                  <a:pt x="1469" y="1960"/>
                  <a:pt x="1469" y="1747"/>
                </a:cubicBezTo>
                <a:lnTo>
                  <a:pt x="1469" y="1731"/>
                </a:lnTo>
                <a:cubicBezTo>
                  <a:pt x="1469" y="1576"/>
                  <a:pt x="1595" y="1451"/>
                  <a:pt x="1750" y="1451"/>
                </a:cubicBezTo>
                <a:lnTo>
                  <a:pt x="1766" y="1451"/>
                </a:lnTo>
                <a:cubicBezTo>
                  <a:pt x="1991" y="1451"/>
                  <a:pt x="2170" y="1258"/>
                  <a:pt x="2149" y="1029"/>
                </a:cubicBezTo>
                <a:cubicBezTo>
                  <a:pt x="2131" y="830"/>
                  <a:pt x="1950" y="682"/>
                  <a:pt x="1750" y="682"/>
                </a:cubicBezTo>
                <a:cubicBezTo>
                  <a:pt x="1595" y="682"/>
                  <a:pt x="1469" y="557"/>
                  <a:pt x="1469" y="401"/>
                </a:cubicBezTo>
                <a:cubicBezTo>
                  <a:pt x="1469" y="201"/>
                  <a:pt x="1323" y="22"/>
                  <a:pt x="1123" y="2"/>
                </a:cubicBezTo>
                <a:cubicBezTo>
                  <a:pt x="1111" y="1"/>
                  <a:pt x="1098" y="1"/>
                  <a:pt x="108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1" name="Google Shape;171;p24"/>
          <p:cNvGrpSpPr/>
          <p:nvPr/>
        </p:nvGrpSpPr>
        <p:grpSpPr>
          <a:xfrm>
            <a:off x="529801" y="2350092"/>
            <a:ext cx="449141" cy="443321"/>
            <a:chOff x="529801" y="2350092"/>
            <a:chExt cx="449141" cy="443321"/>
          </a:xfrm>
        </p:grpSpPr>
        <p:sp>
          <p:nvSpPr>
            <p:cNvPr id="172" name="Google Shape;172;p24"/>
            <p:cNvSpPr/>
            <p:nvPr/>
          </p:nvSpPr>
          <p:spPr>
            <a:xfrm>
              <a:off x="533155" y="2353511"/>
              <a:ext cx="442433" cy="436646"/>
            </a:xfrm>
            <a:custGeom>
              <a:avLst/>
              <a:gdLst/>
              <a:ahLst/>
              <a:cxnLst/>
              <a:rect l="l" t="t" r="r" b="b"/>
              <a:pathLst>
                <a:path w="13456" h="13280" extrusionOk="0">
                  <a:moveTo>
                    <a:pt x="6729" y="0"/>
                  </a:moveTo>
                  <a:cubicBezTo>
                    <a:pt x="4929" y="0"/>
                    <a:pt x="3408" y="1214"/>
                    <a:pt x="2941" y="2868"/>
                  </a:cubicBezTo>
                  <a:cubicBezTo>
                    <a:pt x="1410" y="3311"/>
                    <a:pt x="262" y="4623"/>
                    <a:pt x="105" y="6261"/>
                  </a:cubicBezTo>
                  <a:cubicBezTo>
                    <a:pt x="1" y="7366"/>
                    <a:pt x="367" y="8468"/>
                    <a:pt x="1112" y="9286"/>
                  </a:cubicBezTo>
                  <a:cubicBezTo>
                    <a:pt x="1610" y="9835"/>
                    <a:pt x="2254" y="10228"/>
                    <a:pt x="2956" y="10427"/>
                  </a:cubicBezTo>
                  <a:cubicBezTo>
                    <a:pt x="3399" y="11959"/>
                    <a:pt x="4712" y="13105"/>
                    <a:pt x="6349" y="13261"/>
                  </a:cubicBezTo>
                  <a:cubicBezTo>
                    <a:pt x="6476" y="13274"/>
                    <a:pt x="6603" y="13280"/>
                    <a:pt x="6729" y="13280"/>
                  </a:cubicBezTo>
                  <a:cubicBezTo>
                    <a:pt x="8525" y="13280"/>
                    <a:pt x="10043" y="12071"/>
                    <a:pt x="10512" y="10423"/>
                  </a:cubicBezTo>
                  <a:cubicBezTo>
                    <a:pt x="11211" y="10223"/>
                    <a:pt x="11848" y="9832"/>
                    <a:pt x="12344" y="9286"/>
                  </a:cubicBezTo>
                  <a:cubicBezTo>
                    <a:pt x="13088" y="8467"/>
                    <a:pt x="13455" y="7365"/>
                    <a:pt x="13351" y="6260"/>
                  </a:cubicBezTo>
                  <a:cubicBezTo>
                    <a:pt x="13194" y="4618"/>
                    <a:pt x="12041" y="3303"/>
                    <a:pt x="10505" y="2863"/>
                  </a:cubicBezTo>
                  <a:cubicBezTo>
                    <a:pt x="10064" y="1326"/>
                    <a:pt x="8749" y="174"/>
                    <a:pt x="7108" y="17"/>
                  </a:cubicBezTo>
                  <a:cubicBezTo>
                    <a:pt x="6982" y="5"/>
                    <a:pt x="6854" y="0"/>
                    <a:pt x="67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24"/>
            <p:cNvSpPr/>
            <p:nvPr/>
          </p:nvSpPr>
          <p:spPr>
            <a:xfrm>
              <a:off x="529801" y="2350092"/>
              <a:ext cx="449141" cy="443321"/>
            </a:xfrm>
            <a:custGeom>
              <a:avLst/>
              <a:gdLst/>
              <a:ahLst/>
              <a:cxnLst/>
              <a:rect l="l" t="t" r="r" b="b"/>
              <a:pathLst>
                <a:path w="13660" h="13483" extrusionOk="0">
                  <a:moveTo>
                    <a:pt x="6831" y="203"/>
                  </a:moveTo>
                  <a:cubicBezTo>
                    <a:pt x="6953" y="203"/>
                    <a:pt x="7077" y="210"/>
                    <a:pt x="7200" y="224"/>
                  </a:cubicBezTo>
                  <a:cubicBezTo>
                    <a:pt x="8770" y="374"/>
                    <a:pt x="10070" y="1463"/>
                    <a:pt x="10510" y="2996"/>
                  </a:cubicBezTo>
                  <a:lnTo>
                    <a:pt x="10525" y="3050"/>
                  </a:lnTo>
                  <a:lnTo>
                    <a:pt x="10579" y="3065"/>
                  </a:lnTo>
                  <a:cubicBezTo>
                    <a:pt x="12112" y="3505"/>
                    <a:pt x="13201" y="4805"/>
                    <a:pt x="13351" y="6375"/>
                  </a:cubicBezTo>
                  <a:cubicBezTo>
                    <a:pt x="13454" y="7450"/>
                    <a:pt x="13098" y="8525"/>
                    <a:pt x="12372" y="9321"/>
                  </a:cubicBezTo>
                  <a:cubicBezTo>
                    <a:pt x="11894" y="9849"/>
                    <a:pt x="11276" y="10231"/>
                    <a:pt x="10587" y="10429"/>
                  </a:cubicBezTo>
                  <a:lnTo>
                    <a:pt x="10533" y="10444"/>
                  </a:lnTo>
                  <a:lnTo>
                    <a:pt x="10519" y="10498"/>
                  </a:lnTo>
                  <a:cubicBezTo>
                    <a:pt x="10052" y="12137"/>
                    <a:pt x="8536" y="13281"/>
                    <a:pt x="6832" y="13281"/>
                  </a:cubicBezTo>
                  <a:cubicBezTo>
                    <a:pt x="6709" y="13281"/>
                    <a:pt x="6585" y="13276"/>
                    <a:pt x="6462" y="13264"/>
                  </a:cubicBezTo>
                  <a:cubicBezTo>
                    <a:pt x="4896" y="13114"/>
                    <a:pt x="3598" y="12029"/>
                    <a:pt x="3156" y="10500"/>
                  </a:cubicBezTo>
                  <a:lnTo>
                    <a:pt x="3140" y="10446"/>
                  </a:lnTo>
                  <a:lnTo>
                    <a:pt x="3086" y="10431"/>
                  </a:lnTo>
                  <a:cubicBezTo>
                    <a:pt x="2393" y="10236"/>
                    <a:pt x="1771" y="9852"/>
                    <a:pt x="1289" y="9320"/>
                  </a:cubicBezTo>
                  <a:cubicBezTo>
                    <a:pt x="565" y="8523"/>
                    <a:pt x="207" y="7449"/>
                    <a:pt x="310" y="6374"/>
                  </a:cubicBezTo>
                  <a:cubicBezTo>
                    <a:pt x="460" y="4807"/>
                    <a:pt x="1544" y="3511"/>
                    <a:pt x="3073" y="3066"/>
                  </a:cubicBezTo>
                  <a:lnTo>
                    <a:pt x="3127" y="3050"/>
                  </a:lnTo>
                  <a:lnTo>
                    <a:pt x="3141" y="2996"/>
                  </a:lnTo>
                  <a:cubicBezTo>
                    <a:pt x="3604" y="1352"/>
                    <a:pt x="5123" y="203"/>
                    <a:pt x="6831" y="203"/>
                  </a:cubicBezTo>
                  <a:close/>
                  <a:moveTo>
                    <a:pt x="6829" y="0"/>
                  </a:moveTo>
                  <a:cubicBezTo>
                    <a:pt x="5934" y="0"/>
                    <a:pt x="5085" y="288"/>
                    <a:pt x="4374" y="835"/>
                  </a:cubicBezTo>
                  <a:cubicBezTo>
                    <a:pt x="3701" y="1351"/>
                    <a:pt x="3200" y="2079"/>
                    <a:pt x="2961" y="2886"/>
                  </a:cubicBezTo>
                  <a:cubicBezTo>
                    <a:pt x="2205" y="3115"/>
                    <a:pt x="1539" y="3553"/>
                    <a:pt x="1032" y="4151"/>
                  </a:cubicBezTo>
                  <a:cubicBezTo>
                    <a:pt x="506" y="4775"/>
                    <a:pt x="186" y="5535"/>
                    <a:pt x="108" y="6352"/>
                  </a:cubicBezTo>
                  <a:cubicBezTo>
                    <a:pt x="0" y="7486"/>
                    <a:pt x="377" y="8615"/>
                    <a:pt x="1139" y="9455"/>
                  </a:cubicBezTo>
                  <a:cubicBezTo>
                    <a:pt x="1635" y="10002"/>
                    <a:pt x="2269" y="10399"/>
                    <a:pt x="2977" y="10609"/>
                  </a:cubicBezTo>
                  <a:cubicBezTo>
                    <a:pt x="3205" y="11366"/>
                    <a:pt x="3642" y="12031"/>
                    <a:pt x="4241" y="12538"/>
                  </a:cubicBezTo>
                  <a:cubicBezTo>
                    <a:pt x="4865" y="13067"/>
                    <a:pt x="5625" y="13386"/>
                    <a:pt x="6443" y="13465"/>
                  </a:cubicBezTo>
                  <a:cubicBezTo>
                    <a:pt x="6572" y="13476"/>
                    <a:pt x="6702" y="13483"/>
                    <a:pt x="6831" y="13483"/>
                  </a:cubicBezTo>
                  <a:cubicBezTo>
                    <a:pt x="7724" y="13483"/>
                    <a:pt x="8573" y="13196"/>
                    <a:pt x="9280" y="12651"/>
                  </a:cubicBezTo>
                  <a:cubicBezTo>
                    <a:pt x="9953" y="12137"/>
                    <a:pt x="10452" y="11411"/>
                    <a:pt x="10695" y="10607"/>
                  </a:cubicBezTo>
                  <a:cubicBezTo>
                    <a:pt x="11398" y="10395"/>
                    <a:pt x="12029" y="9999"/>
                    <a:pt x="12521" y="9457"/>
                  </a:cubicBezTo>
                  <a:cubicBezTo>
                    <a:pt x="13283" y="8617"/>
                    <a:pt x="13660" y="7486"/>
                    <a:pt x="13552" y="6353"/>
                  </a:cubicBezTo>
                  <a:cubicBezTo>
                    <a:pt x="13473" y="5535"/>
                    <a:pt x="13153" y="4773"/>
                    <a:pt x="12623" y="4148"/>
                  </a:cubicBezTo>
                  <a:cubicBezTo>
                    <a:pt x="12115" y="3549"/>
                    <a:pt x="11447" y="3113"/>
                    <a:pt x="10687" y="2884"/>
                  </a:cubicBezTo>
                  <a:cubicBezTo>
                    <a:pt x="10458" y="2125"/>
                    <a:pt x="10023" y="1456"/>
                    <a:pt x="9422" y="947"/>
                  </a:cubicBezTo>
                  <a:cubicBezTo>
                    <a:pt x="8799" y="418"/>
                    <a:pt x="8036" y="98"/>
                    <a:pt x="7217" y="19"/>
                  </a:cubicBezTo>
                  <a:cubicBezTo>
                    <a:pt x="7088" y="7"/>
                    <a:pt x="6957" y="0"/>
                    <a:pt x="68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24"/>
            <p:cNvSpPr/>
            <p:nvPr/>
          </p:nvSpPr>
          <p:spPr>
            <a:xfrm>
              <a:off x="563338" y="2383202"/>
              <a:ext cx="382592" cy="377561"/>
            </a:xfrm>
            <a:custGeom>
              <a:avLst/>
              <a:gdLst/>
              <a:ahLst/>
              <a:cxnLst/>
              <a:rect l="l" t="t" r="r" b="b"/>
              <a:pathLst>
                <a:path w="11636" h="11483" extrusionOk="0">
                  <a:moveTo>
                    <a:pt x="5818" y="2083"/>
                  </a:moveTo>
                  <a:cubicBezTo>
                    <a:pt x="5861" y="2083"/>
                    <a:pt x="5904" y="2084"/>
                    <a:pt x="5947" y="2090"/>
                  </a:cubicBezTo>
                  <a:cubicBezTo>
                    <a:pt x="6633" y="2155"/>
                    <a:pt x="7138" y="2770"/>
                    <a:pt x="7138" y="3460"/>
                  </a:cubicBezTo>
                  <a:cubicBezTo>
                    <a:pt x="7138" y="3992"/>
                    <a:pt x="7569" y="4423"/>
                    <a:pt x="8099" y="4423"/>
                  </a:cubicBezTo>
                  <a:cubicBezTo>
                    <a:pt x="8789" y="4423"/>
                    <a:pt x="9404" y="4927"/>
                    <a:pt x="9470" y="5613"/>
                  </a:cubicBezTo>
                  <a:cubicBezTo>
                    <a:pt x="9546" y="6400"/>
                    <a:pt x="8929" y="7062"/>
                    <a:pt x="8157" y="7062"/>
                  </a:cubicBezTo>
                  <a:lnTo>
                    <a:pt x="8099" y="7062"/>
                  </a:lnTo>
                  <a:cubicBezTo>
                    <a:pt x="7569" y="7062"/>
                    <a:pt x="7138" y="7494"/>
                    <a:pt x="7138" y="8025"/>
                  </a:cubicBezTo>
                  <a:lnTo>
                    <a:pt x="7138" y="8081"/>
                  </a:lnTo>
                  <a:cubicBezTo>
                    <a:pt x="7138" y="8810"/>
                    <a:pt x="6547" y="9401"/>
                    <a:pt x="5818" y="9401"/>
                  </a:cubicBezTo>
                  <a:cubicBezTo>
                    <a:pt x="5774" y="9401"/>
                    <a:pt x="5731" y="9400"/>
                    <a:pt x="5688" y="9395"/>
                  </a:cubicBezTo>
                  <a:cubicBezTo>
                    <a:pt x="5001" y="9328"/>
                    <a:pt x="4498" y="8713"/>
                    <a:pt x="4498" y="8023"/>
                  </a:cubicBezTo>
                  <a:cubicBezTo>
                    <a:pt x="4498" y="7493"/>
                    <a:pt x="4066" y="7061"/>
                    <a:pt x="3535" y="7061"/>
                  </a:cubicBezTo>
                  <a:lnTo>
                    <a:pt x="3478" y="7061"/>
                  </a:lnTo>
                  <a:cubicBezTo>
                    <a:pt x="2706" y="7061"/>
                    <a:pt x="2089" y="6399"/>
                    <a:pt x="2164" y="5612"/>
                  </a:cubicBezTo>
                  <a:cubicBezTo>
                    <a:pt x="2230" y="4926"/>
                    <a:pt x="2844" y="4421"/>
                    <a:pt x="3535" y="4421"/>
                  </a:cubicBezTo>
                  <a:cubicBezTo>
                    <a:pt x="4066" y="4421"/>
                    <a:pt x="4498" y="3990"/>
                    <a:pt x="4498" y="3459"/>
                  </a:cubicBezTo>
                  <a:lnTo>
                    <a:pt x="4498" y="3402"/>
                  </a:lnTo>
                  <a:cubicBezTo>
                    <a:pt x="4498" y="2673"/>
                    <a:pt x="5089" y="2083"/>
                    <a:pt x="5818" y="2083"/>
                  </a:cubicBezTo>
                  <a:close/>
                  <a:moveTo>
                    <a:pt x="5818" y="1"/>
                  </a:moveTo>
                  <a:cubicBezTo>
                    <a:pt x="4261" y="1"/>
                    <a:pt x="2946" y="1050"/>
                    <a:pt x="2543" y="2479"/>
                  </a:cubicBezTo>
                  <a:cubicBezTo>
                    <a:pt x="1219" y="2863"/>
                    <a:pt x="227" y="3998"/>
                    <a:pt x="92" y="5413"/>
                  </a:cubicBezTo>
                  <a:cubicBezTo>
                    <a:pt x="1" y="6368"/>
                    <a:pt x="318" y="7323"/>
                    <a:pt x="961" y="8029"/>
                  </a:cubicBezTo>
                  <a:cubicBezTo>
                    <a:pt x="1393" y="8503"/>
                    <a:pt x="1948" y="8843"/>
                    <a:pt x="2556" y="9014"/>
                  </a:cubicBezTo>
                  <a:cubicBezTo>
                    <a:pt x="2939" y="10338"/>
                    <a:pt x="4076" y="11332"/>
                    <a:pt x="5491" y="11467"/>
                  </a:cubicBezTo>
                  <a:cubicBezTo>
                    <a:pt x="5600" y="11477"/>
                    <a:pt x="5710" y="11483"/>
                    <a:pt x="5819" y="11483"/>
                  </a:cubicBezTo>
                  <a:cubicBezTo>
                    <a:pt x="7372" y="11483"/>
                    <a:pt x="8684" y="10437"/>
                    <a:pt x="9092" y="9012"/>
                  </a:cubicBezTo>
                  <a:cubicBezTo>
                    <a:pt x="9696" y="8839"/>
                    <a:pt x="10247" y="8501"/>
                    <a:pt x="10676" y="8029"/>
                  </a:cubicBezTo>
                  <a:cubicBezTo>
                    <a:pt x="11319" y="7321"/>
                    <a:pt x="11636" y="6368"/>
                    <a:pt x="11545" y="5413"/>
                  </a:cubicBezTo>
                  <a:cubicBezTo>
                    <a:pt x="11410" y="3994"/>
                    <a:pt x="10413" y="2856"/>
                    <a:pt x="9085" y="2477"/>
                  </a:cubicBezTo>
                  <a:cubicBezTo>
                    <a:pt x="8703" y="1149"/>
                    <a:pt x="7567" y="152"/>
                    <a:pt x="6148" y="17"/>
                  </a:cubicBezTo>
                  <a:cubicBezTo>
                    <a:pt x="6035" y="5"/>
                    <a:pt x="5925" y="1"/>
                    <a:pt x="58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5" name="Google Shape;175;p24"/>
          <p:cNvSpPr/>
          <p:nvPr/>
        </p:nvSpPr>
        <p:spPr>
          <a:xfrm>
            <a:off x="5521263" y="324687"/>
            <a:ext cx="147427" cy="144779"/>
          </a:xfrm>
          <a:custGeom>
            <a:avLst/>
            <a:gdLst/>
            <a:ahLst/>
            <a:cxnLst/>
            <a:rect l="l" t="t" r="r" b="b"/>
            <a:pathLst>
              <a:path w="2171" h="2132" extrusionOk="0">
                <a:moveTo>
                  <a:pt x="1086" y="1"/>
                </a:moveTo>
                <a:cubicBezTo>
                  <a:pt x="873" y="1"/>
                  <a:pt x="702" y="173"/>
                  <a:pt x="702" y="385"/>
                </a:cubicBezTo>
                <a:lnTo>
                  <a:pt x="702" y="401"/>
                </a:lnTo>
                <a:cubicBezTo>
                  <a:pt x="702" y="557"/>
                  <a:pt x="575" y="682"/>
                  <a:pt x="421" y="682"/>
                </a:cubicBezTo>
                <a:cubicBezTo>
                  <a:pt x="220" y="682"/>
                  <a:pt x="41" y="830"/>
                  <a:pt x="22" y="1029"/>
                </a:cubicBezTo>
                <a:cubicBezTo>
                  <a:pt x="1" y="1258"/>
                  <a:pt x="180" y="1451"/>
                  <a:pt x="405" y="1451"/>
                </a:cubicBezTo>
                <a:lnTo>
                  <a:pt x="421" y="1451"/>
                </a:lnTo>
                <a:cubicBezTo>
                  <a:pt x="575" y="1451"/>
                  <a:pt x="702" y="1576"/>
                  <a:pt x="702" y="1731"/>
                </a:cubicBezTo>
                <a:cubicBezTo>
                  <a:pt x="702" y="1932"/>
                  <a:pt x="848" y="2111"/>
                  <a:pt x="1048" y="2130"/>
                </a:cubicBezTo>
                <a:cubicBezTo>
                  <a:pt x="1060" y="2131"/>
                  <a:pt x="1073" y="2132"/>
                  <a:pt x="1085" y="2132"/>
                </a:cubicBezTo>
                <a:cubicBezTo>
                  <a:pt x="1297" y="2132"/>
                  <a:pt x="1469" y="1960"/>
                  <a:pt x="1469" y="1747"/>
                </a:cubicBezTo>
                <a:lnTo>
                  <a:pt x="1469" y="1731"/>
                </a:lnTo>
                <a:cubicBezTo>
                  <a:pt x="1469" y="1576"/>
                  <a:pt x="1595" y="1451"/>
                  <a:pt x="1750" y="1451"/>
                </a:cubicBezTo>
                <a:lnTo>
                  <a:pt x="1766" y="1451"/>
                </a:lnTo>
                <a:cubicBezTo>
                  <a:pt x="1991" y="1451"/>
                  <a:pt x="2170" y="1258"/>
                  <a:pt x="2149" y="1029"/>
                </a:cubicBezTo>
                <a:cubicBezTo>
                  <a:pt x="2131" y="830"/>
                  <a:pt x="1950" y="682"/>
                  <a:pt x="1750" y="682"/>
                </a:cubicBezTo>
                <a:cubicBezTo>
                  <a:pt x="1595" y="682"/>
                  <a:pt x="1469" y="557"/>
                  <a:pt x="1469" y="401"/>
                </a:cubicBezTo>
                <a:cubicBezTo>
                  <a:pt x="1469" y="201"/>
                  <a:pt x="1323" y="22"/>
                  <a:pt x="1123" y="2"/>
                </a:cubicBezTo>
                <a:cubicBezTo>
                  <a:pt x="1111" y="1"/>
                  <a:pt x="1098" y="1"/>
                  <a:pt x="108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6" name="Google Shape;176;p24"/>
          <p:cNvGrpSpPr/>
          <p:nvPr/>
        </p:nvGrpSpPr>
        <p:grpSpPr>
          <a:xfrm>
            <a:off x="4155928" y="313681"/>
            <a:ext cx="296832" cy="293019"/>
            <a:chOff x="4155928" y="313681"/>
            <a:chExt cx="296832" cy="293019"/>
          </a:xfrm>
        </p:grpSpPr>
        <p:sp>
          <p:nvSpPr>
            <p:cNvPr id="177" name="Google Shape;177;p24"/>
            <p:cNvSpPr/>
            <p:nvPr/>
          </p:nvSpPr>
          <p:spPr>
            <a:xfrm>
              <a:off x="4158145" y="315942"/>
              <a:ext cx="292399" cy="288608"/>
            </a:xfrm>
            <a:custGeom>
              <a:avLst/>
              <a:gdLst/>
              <a:ahLst/>
              <a:cxnLst/>
              <a:rect l="l" t="t" r="r" b="b"/>
              <a:pathLst>
                <a:path w="13456" h="13280" extrusionOk="0">
                  <a:moveTo>
                    <a:pt x="6729" y="0"/>
                  </a:moveTo>
                  <a:cubicBezTo>
                    <a:pt x="4929" y="0"/>
                    <a:pt x="3408" y="1214"/>
                    <a:pt x="2941" y="2868"/>
                  </a:cubicBezTo>
                  <a:cubicBezTo>
                    <a:pt x="1410" y="3311"/>
                    <a:pt x="262" y="4623"/>
                    <a:pt x="105" y="6261"/>
                  </a:cubicBezTo>
                  <a:cubicBezTo>
                    <a:pt x="1" y="7366"/>
                    <a:pt x="367" y="8468"/>
                    <a:pt x="1112" y="9286"/>
                  </a:cubicBezTo>
                  <a:cubicBezTo>
                    <a:pt x="1610" y="9835"/>
                    <a:pt x="2254" y="10228"/>
                    <a:pt x="2956" y="10427"/>
                  </a:cubicBezTo>
                  <a:cubicBezTo>
                    <a:pt x="3399" y="11959"/>
                    <a:pt x="4712" y="13105"/>
                    <a:pt x="6349" y="13261"/>
                  </a:cubicBezTo>
                  <a:cubicBezTo>
                    <a:pt x="6476" y="13274"/>
                    <a:pt x="6603" y="13280"/>
                    <a:pt x="6729" y="13280"/>
                  </a:cubicBezTo>
                  <a:cubicBezTo>
                    <a:pt x="8525" y="13280"/>
                    <a:pt x="10043" y="12071"/>
                    <a:pt x="10512" y="10423"/>
                  </a:cubicBezTo>
                  <a:cubicBezTo>
                    <a:pt x="11211" y="10223"/>
                    <a:pt x="11848" y="9832"/>
                    <a:pt x="12344" y="9286"/>
                  </a:cubicBezTo>
                  <a:cubicBezTo>
                    <a:pt x="13088" y="8467"/>
                    <a:pt x="13455" y="7365"/>
                    <a:pt x="13351" y="6260"/>
                  </a:cubicBezTo>
                  <a:cubicBezTo>
                    <a:pt x="13194" y="4618"/>
                    <a:pt x="12041" y="3303"/>
                    <a:pt x="10505" y="2863"/>
                  </a:cubicBezTo>
                  <a:cubicBezTo>
                    <a:pt x="10064" y="1326"/>
                    <a:pt x="8749" y="174"/>
                    <a:pt x="7108" y="17"/>
                  </a:cubicBezTo>
                  <a:cubicBezTo>
                    <a:pt x="6982" y="5"/>
                    <a:pt x="6854" y="0"/>
                    <a:pt x="67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24"/>
            <p:cNvSpPr/>
            <p:nvPr/>
          </p:nvSpPr>
          <p:spPr>
            <a:xfrm>
              <a:off x="4155928" y="313681"/>
              <a:ext cx="296832" cy="293019"/>
            </a:xfrm>
            <a:custGeom>
              <a:avLst/>
              <a:gdLst/>
              <a:ahLst/>
              <a:cxnLst/>
              <a:rect l="l" t="t" r="r" b="b"/>
              <a:pathLst>
                <a:path w="13660" h="13483" extrusionOk="0">
                  <a:moveTo>
                    <a:pt x="6831" y="203"/>
                  </a:moveTo>
                  <a:cubicBezTo>
                    <a:pt x="6953" y="203"/>
                    <a:pt x="7077" y="210"/>
                    <a:pt x="7200" y="224"/>
                  </a:cubicBezTo>
                  <a:cubicBezTo>
                    <a:pt x="8770" y="374"/>
                    <a:pt x="10070" y="1463"/>
                    <a:pt x="10510" y="2996"/>
                  </a:cubicBezTo>
                  <a:lnTo>
                    <a:pt x="10525" y="3050"/>
                  </a:lnTo>
                  <a:lnTo>
                    <a:pt x="10579" y="3065"/>
                  </a:lnTo>
                  <a:cubicBezTo>
                    <a:pt x="12112" y="3505"/>
                    <a:pt x="13201" y="4805"/>
                    <a:pt x="13351" y="6375"/>
                  </a:cubicBezTo>
                  <a:cubicBezTo>
                    <a:pt x="13454" y="7450"/>
                    <a:pt x="13098" y="8525"/>
                    <a:pt x="12372" y="9321"/>
                  </a:cubicBezTo>
                  <a:cubicBezTo>
                    <a:pt x="11894" y="9849"/>
                    <a:pt x="11276" y="10231"/>
                    <a:pt x="10587" y="10429"/>
                  </a:cubicBezTo>
                  <a:lnTo>
                    <a:pt x="10533" y="10444"/>
                  </a:lnTo>
                  <a:lnTo>
                    <a:pt x="10519" y="10498"/>
                  </a:lnTo>
                  <a:cubicBezTo>
                    <a:pt x="10052" y="12137"/>
                    <a:pt x="8536" y="13281"/>
                    <a:pt x="6832" y="13281"/>
                  </a:cubicBezTo>
                  <a:cubicBezTo>
                    <a:pt x="6709" y="13281"/>
                    <a:pt x="6585" y="13276"/>
                    <a:pt x="6462" y="13264"/>
                  </a:cubicBezTo>
                  <a:cubicBezTo>
                    <a:pt x="4896" y="13114"/>
                    <a:pt x="3598" y="12029"/>
                    <a:pt x="3156" y="10500"/>
                  </a:cubicBezTo>
                  <a:lnTo>
                    <a:pt x="3140" y="10446"/>
                  </a:lnTo>
                  <a:lnTo>
                    <a:pt x="3086" y="10431"/>
                  </a:lnTo>
                  <a:cubicBezTo>
                    <a:pt x="2393" y="10236"/>
                    <a:pt x="1771" y="9852"/>
                    <a:pt x="1289" y="9320"/>
                  </a:cubicBezTo>
                  <a:cubicBezTo>
                    <a:pt x="565" y="8523"/>
                    <a:pt x="207" y="7449"/>
                    <a:pt x="310" y="6374"/>
                  </a:cubicBezTo>
                  <a:cubicBezTo>
                    <a:pt x="460" y="4807"/>
                    <a:pt x="1544" y="3511"/>
                    <a:pt x="3073" y="3066"/>
                  </a:cubicBezTo>
                  <a:lnTo>
                    <a:pt x="3127" y="3050"/>
                  </a:lnTo>
                  <a:lnTo>
                    <a:pt x="3141" y="2996"/>
                  </a:lnTo>
                  <a:cubicBezTo>
                    <a:pt x="3604" y="1352"/>
                    <a:pt x="5123" y="203"/>
                    <a:pt x="6831" y="203"/>
                  </a:cubicBezTo>
                  <a:close/>
                  <a:moveTo>
                    <a:pt x="6829" y="0"/>
                  </a:moveTo>
                  <a:cubicBezTo>
                    <a:pt x="5934" y="0"/>
                    <a:pt x="5085" y="288"/>
                    <a:pt x="4374" y="835"/>
                  </a:cubicBezTo>
                  <a:cubicBezTo>
                    <a:pt x="3701" y="1351"/>
                    <a:pt x="3200" y="2079"/>
                    <a:pt x="2961" y="2886"/>
                  </a:cubicBezTo>
                  <a:cubicBezTo>
                    <a:pt x="2205" y="3115"/>
                    <a:pt x="1539" y="3553"/>
                    <a:pt x="1032" y="4151"/>
                  </a:cubicBezTo>
                  <a:cubicBezTo>
                    <a:pt x="506" y="4775"/>
                    <a:pt x="186" y="5535"/>
                    <a:pt x="108" y="6352"/>
                  </a:cubicBezTo>
                  <a:cubicBezTo>
                    <a:pt x="0" y="7486"/>
                    <a:pt x="377" y="8615"/>
                    <a:pt x="1139" y="9455"/>
                  </a:cubicBezTo>
                  <a:cubicBezTo>
                    <a:pt x="1635" y="10002"/>
                    <a:pt x="2269" y="10399"/>
                    <a:pt x="2977" y="10609"/>
                  </a:cubicBezTo>
                  <a:cubicBezTo>
                    <a:pt x="3205" y="11366"/>
                    <a:pt x="3642" y="12031"/>
                    <a:pt x="4241" y="12538"/>
                  </a:cubicBezTo>
                  <a:cubicBezTo>
                    <a:pt x="4865" y="13067"/>
                    <a:pt x="5625" y="13386"/>
                    <a:pt x="6443" y="13465"/>
                  </a:cubicBezTo>
                  <a:cubicBezTo>
                    <a:pt x="6572" y="13476"/>
                    <a:pt x="6702" y="13483"/>
                    <a:pt x="6831" y="13483"/>
                  </a:cubicBezTo>
                  <a:cubicBezTo>
                    <a:pt x="7724" y="13483"/>
                    <a:pt x="8573" y="13196"/>
                    <a:pt x="9280" y="12651"/>
                  </a:cubicBezTo>
                  <a:cubicBezTo>
                    <a:pt x="9953" y="12137"/>
                    <a:pt x="10452" y="11411"/>
                    <a:pt x="10695" y="10607"/>
                  </a:cubicBezTo>
                  <a:cubicBezTo>
                    <a:pt x="11398" y="10395"/>
                    <a:pt x="12029" y="9999"/>
                    <a:pt x="12521" y="9457"/>
                  </a:cubicBezTo>
                  <a:cubicBezTo>
                    <a:pt x="13283" y="8617"/>
                    <a:pt x="13660" y="7486"/>
                    <a:pt x="13552" y="6353"/>
                  </a:cubicBezTo>
                  <a:cubicBezTo>
                    <a:pt x="13473" y="5535"/>
                    <a:pt x="13153" y="4773"/>
                    <a:pt x="12623" y="4148"/>
                  </a:cubicBezTo>
                  <a:cubicBezTo>
                    <a:pt x="12115" y="3549"/>
                    <a:pt x="11447" y="3113"/>
                    <a:pt x="10687" y="2884"/>
                  </a:cubicBezTo>
                  <a:cubicBezTo>
                    <a:pt x="10458" y="2125"/>
                    <a:pt x="10023" y="1456"/>
                    <a:pt x="9422" y="947"/>
                  </a:cubicBezTo>
                  <a:cubicBezTo>
                    <a:pt x="8799" y="418"/>
                    <a:pt x="8036" y="98"/>
                    <a:pt x="7217" y="19"/>
                  </a:cubicBezTo>
                  <a:cubicBezTo>
                    <a:pt x="7088" y="7"/>
                    <a:pt x="6957" y="0"/>
                    <a:pt x="68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24"/>
            <p:cNvSpPr/>
            <p:nvPr/>
          </p:nvSpPr>
          <p:spPr>
            <a:xfrm>
              <a:off x="4178093" y="335566"/>
              <a:ext cx="252850" cy="249554"/>
            </a:xfrm>
            <a:custGeom>
              <a:avLst/>
              <a:gdLst/>
              <a:ahLst/>
              <a:cxnLst/>
              <a:rect l="l" t="t" r="r" b="b"/>
              <a:pathLst>
                <a:path w="11636" h="11483" extrusionOk="0">
                  <a:moveTo>
                    <a:pt x="5818" y="2083"/>
                  </a:moveTo>
                  <a:cubicBezTo>
                    <a:pt x="5861" y="2083"/>
                    <a:pt x="5904" y="2084"/>
                    <a:pt x="5947" y="2090"/>
                  </a:cubicBezTo>
                  <a:cubicBezTo>
                    <a:pt x="6633" y="2155"/>
                    <a:pt x="7138" y="2770"/>
                    <a:pt x="7138" y="3460"/>
                  </a:cubicBezTo>
                  <a:cubicBezTo>
                    <a:pt x="7138" y="3992"/>
                    <a:pt x="7569" y="4423"/>
                    <a:pt x="8099" y="4423"/>
                  </a:cubicBezTo>
                  <a:cubicBezTo>
                    <a:pt x="8789" y="4423"/>
                    <a:pt x="9404" y="4927"/>
                    <a:pt x="9470" y="5613"/>
                  </a:cubicBezTo>
                  <a:cubicBezTo>
                    <a:pt x="9546" y="6400"/>
                    <a:pt x="8929" y="7062"/>
                    <a:pt x="8157" y="7062"/>
                  </a:cubicBezTo>
                  <a:lnTo>
                    <a:pt x="8099" y="7062"/>
                  </a:lnTo>
                  <a:cubicBezTo>
                    <a:pt x="7569" y="7062"/>
                    <a:pt x="7138" y="7494"/>
                    <a:pt x="7138" y="8025"/>
                  </a:cubicBezTo>
                  <a:lnTo>
                    <a:pt x="7138" y="8081"/>
                  </a:lnTo>
                  <a:cubicBezTo>
                    <a:pt x="7138" y="8810"/>
                    <a:pt x="6547" y="9401"/>
                    <a:pt x="5818" y="9401"/>
                  </a:cubicBezTo>
                  <a:cubicBezTo>
                    <a:pt x="5774" y="9401"/>
                    <a:pt x="5731" y="9400"/>
                    <a:pt x="5688" y="9395"/>
                  </a:cubicBezTo>
                  <a:cubicBezTo>
                    <a:pt x="5001" y="9328"/>
                    <a:pt x="4498" y="8713"/>
                    <a:pt x="4498" y="8023"/>
                  </a:cubicBezTo>
                  <a:cubicBezTo>
                    <a:pt x="4498" y="7493"/>
                    <a:pt x="4066" y="7061"/>
                    <a:pt x="3535" y="7061"/>
                  </a:cubicBezTo>
                  <a:lnTo>
                    <a:pt x="3478" y="7061"/>
                  </a:lnTo>
                  <a:cubicBezTo>
                    <a:pt x="2706" y="7061"/>
                    <a:pt x="2089" y="6399"/>
                    <a:pt x="2164" y="5612"/>
                  </a:cubicBezTo>
                  <a:cubicBezTo>
                    <a:pt x="2230" y="4926"/>
                    <a:pt x="2844" y="4421"/>
                    <a:pt x="3535" y="4421"/>
                  </a:cubicBezTo>
                  <a:cubicBezTo>
                    <a:pt x="4066" y="4421"/>
                    <a:pt x="4498" y="3990"/>
                    <a:pt x="4498" y="3459"/>
                  </a:cubicBezTo>
                  <a:lnTo>
                    <a:pt x="4498" y="3402"/>
                  </a:lnTo>
                  <a:cubicBezTo>
                    <a:pt x="4498" y="2673"/>
                    <a:pt x="5089" y="2083"/>
                    <a:pt x="5818" y="2083"/>
                  </a:cubicBezTo>
                  <a:close/>
                  <a:moveTo>
                    <a:pt x="5818" y="1"/>
                  </a:moveTo>
                  <a:cubicBezTo>
                    <a:pt x="4261" y="1"/>
                    <a:pt x="2946" y="1050"/>
                    <a:pt x="2543" y="2479"/>
                  </a:cubicBezTo>
                  <a:cubicBezTo>
                    <a:pt x="1219" y="2863"/>
                    <a:pt x="227" y="3998"/>
                    <a:pt x="92" y="5413"/>
                  </a:cubicBezTo>
                  <a:cubicBezTo>
                    <a:pt x="1" y="6368"/>
                    <a:pt x="318" y="7323"/>
                    <a:pt x="961" y="8029"/>
                  </a:cubicBezTo>
                  <a:cubicBezTo>
                    <a:pt x="1393" y="8503"/>
                    <a:pt x="1948" y="8843"/>
                    <a:pt x="2556" y="9014"/>
                  </a:cubicBezTo>
                  <a:cubicBezTo>
                    <a:pt x="2939" y="10338"/>
                    <a:pt x="4076" y="11332"/>
                    <a:pt x="5491" y="11467"/>
                  </a:cubicBezTo>
                  <a:cubicBezTo>
                    <a:pt x="5600" y="11477"/>
                    <a:pt x="5710" y="11483"/>
                    <a:pt x="5819" y="11483"/>
                  </a:cubicBezTo>
                  <a:cubicBezTo>
                    <a:pt x="7372" y="11483"/>
                    <a:pt x="8684" y="10437"/>
                    <a:pt x="9092" y="9012"/>
                  </a:cubicBezTo>
                  <a:cubicBezTo>
                    <a:pt x="9696" y="8839"/>
                    <a:pt x="10247" y="8501"/>
                    <a:pt x="10676" y="8029"/>
                  </a:cubicBezTo>
                  <a:cubicBezTo>
                    <a:pt x="11319" y="7321"/>
                    <a:pt x="11636" y="6368"/>
                    <a:pt x="11545" y="5413"/>
                  </a:cubicBezTo>
                  <a:cubicBezTo>
                    <a:pt x="11410" y="3994"/>
                    <a:pt x="10413" y="2856"/>
                    <a:pt x="9085" y="2477"/>
                  </a:cubicBezTo>
                  <a:cubicBezTo>
                    <a:pt x="8703" y="1149"/>
                    <a:pt x="7567" y="152"/>
                    <a:pt x="6148" y="17"/>
                  </a:cubicBezTo>
                  <a:cubicBezTo>
                    <a:pt x="6035" y="5"/>
                    <a:pt x="5925" y="1"/>
                    <a:pt x="58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0" name="Google Shape;180;p24"/>
          <p:cNvGrpSpPr/>
          <p:nvPr/>
        </p:nvGrpSpPr>
        <p:grpSpPr>
          <a:xfrm>
            <a:off x="5796891" y="4533844"/>
            <a:ext cx="296832" cy="293019"/>
            <a:chOff x="5796891" y="4533844"/>
            <a:chExt cx="296832" cy="293019"/>
          </a:xfrm>
        </p:grpSpPr>
        <p:sp>
          <p:nvSpPr>
            <p:cNvPr id="181" name="Google Shape;181;p24"/>
            <p:cNvSpPr/>
            <p:nvPr/>
          </p:nvSpPr>
          <p:spPr>
            <a:xfrm>
              <a:off x="5799107" y="4536104"/>
              <a:ext cx="292399" cy="288608"/>
            </a:xfrm>
            <a:custGeom>
              <a:avLst/>
              <a:gdLst/>
              <a:ahLst/>
              <a:cxnLst/>
              <a:rect l="l" t="t" r="r" b="b"/>
              <a:pathLst>
                <a:path w="13456" h="13280" extrusionOk="0">
                  <a:moveTo>
                    <a:pt x="6729" y="0"/>
                  </a:moveTo>
                  <a:cubicBezTo>
                    <a:pt x="4929" y="0"/>
                    <a:pt x="3408" y="1214"/>
                    <a:pt x="2941" y="2868"/>
                  </a:cubicBezTo>
                  <a:cubicBezTo>
                    <a:pt x="1410" y="3311"/>
                    <a:pt x="262" y="4623"/>
                    <a:pt x="105" y="6261"/>
                  </a:cubicBezTo>
                  <a:cubicBezTo>
                    <a:pt x="1" y="7366"/>
                    <a:pt x="367" y="8468"/>
                    <a:pt x="1112" y="9286"/>
                  </a:cubicBezTo>
                  <a:cubicBezTo>
                    <a:pt x="1610" y="9835"/>
                    <a:pt x="2254" y="10228"/>
                    <a:pt x="2956" y="10427"/>
                  </a:cubicBezTo>
                  <a:cubicBezTo>
                    <a:pt x="3399" y="11959"/>
                    <a:pt x="4712" y="13105"/>
                    <a:pt x="6349" y="13261"/>
                  </a:cubicBezTo>
                  <a:cubicBezTo>
                    <a:pt x="6476" y="13274"/>
                    <a:pt x="6603" y="13280"/>
                    <a:pt x="6729" y="13280"/>
                  </a:cubicBezTo>
                  <a:cubicBezTo>
                    <a:pt x="8525" y="13280"/>
                    <a:pt x="10043" y="12071"/>
                    <a:pt x="10512" y="10423"/>
                  </a:cubicBezTo>
                  <a:cubicBezTo>
                    <a:pt x="11211" y="10223"/>
                    <a:pt x="11848" y="9832"/>
                    <a:pt x="12344" y="9286"/>
                  </a:cubicBezTo>
                  <a:cubicBezTo>
                    <a:pt x="13088" y="8467"/>
                    <a:pt x="13455" y="7365"/>
                    <a:pt x="13351" y="6260"/>
                  </a:cubicBezTo>
                  <a:cubicBezTo>
                    <a:pt x="13194" y="4618"/>
                    <a:pt x="12041" y="3303"/>
                    <a:pt x="10505" y="2863"/>
                  </a:cubicBezTo>
                  <a:cubicBezTo>
                    <a:pt x="10064" y="1326"/>
                    <a:pt x="8749" y="174"/>
                    <a:pt x="7108" y="17"/>
                  </a:cubicBezTo>
                  <a:cubicBezTo>
                    <a:pt x="6982" y="5"/>
                    <a:pt x="6854" y="0"/>
                    <a:pt x="67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24"/>
            <p:cNvSpPr/>
            <p:nvPr/>
          </p:nvSpPr>
          <p:spPr>
            <a:xfrm>
              <a:off x="5796891" y="4533844"/>
              <a:ext cx="296832" cy="293019"/>
            </a:xfrm>
            <a:custGeom>
              <a:avLst/>
              <a:gdLst/>
              <a:ahLst/>
              <a:cxnLst/>
              <a:rect l="l" t="t" r="r" b="b"/>
              <a:pathLst>
                <a:path w="13660" h="13483" extrusionOk="0">
                  <a:moveTo>
                    <a:pt x="6831" y="203"/>
                  </a:moveTo>
                  <a:cubicBezTo>
                    <a:pt x="6953" y="203"/>
                    <a:pt x="7077" y="210"/>
                    <a:pt x="7200" y="224"/>
                  </a:cubicBezTo>
                  <a:cubicBezTo>
                    <a:pt x="8770" y="374"/>
                    <a:pt x="10070" y="1463"/>
                    <a:pt x="10510" y="2996"/>
                  </a:cubicBezTo>
                  <a:lnTo>
                    <a:pt x="10525" y="3050"/>
                  </a:lnTo>
                  <a:lnTo>
                    <a:pt x="10579" y="3065"/>
                  </a:lnTo>
                  <a:cubicBezTo>
                    <a:pt x="12112" y="3505"/>
                    <a:pt x="13201" y="4805"/>
                    <a:pt x="13351" y="6375"/>
                  </a:cubicBezTo>
                  <a:cubicBezTo>
                    <a:pt x="13454" y="7450"/>
                    <a:pt x="13098" y="8525"/>
                    <a:pt x="12372" y="9321"/>
                  </a:cubicBezTo>
                  <a:cubicBezTo>
                    <a:pt x="11894" y="9849"/>
                    <a:pt x="11276" y="10231"/>
                    <a:pt x="10587" y="10429"/>
                  </a:cubicBezTo>
                  <a:lnTo>
                    <a:pt x="10533" y="10444"/>
                  </a:lnTo>
                  <a:lnTo>
                    <a:pt x="10519" y="10498"/>
                  </a:lnTo>
                  <a:cubicBezTo>
                    <a:pt x="10052" y="12137"/>
                    <a:pt x="8536" y="13281"/>
                    <a:pt x="6832" y="13281"/>
                  </a:cubicBezTo>
                  <a:cubicBezTo>
                    <a:pt x="6709" y="13281"/>
                    <a:pt x="6585" y="13276"/>
                    <a:pt x="6462" y="13264"/>
                  </a:cubicBezTo>
                  <a:cubicBezTo>
                    <a:pt x="4896" y="13114"/>
                    <a:pt x="3598" y="12029"/>
                    <a:pt x="3156" y="10500"/>
                  </a:cubicBezTo>
                  <a:lnTo>
                    <a:pt x="3140" y="10446"/>
                  </a:lnTo>
                  <a:lnTo>
                    <a:pt x="3086" y="10431"/>
                  </a:lnTo>
                  <a:cubicBezTo>
                    <a:pt x="2393" y="10236"/>
                    <a:pt x="1771" y="9852"/>
                    <a:pt x="1289" y="9320"/>
                  </a:cubicBezTo>
                  <a:cubicBezTo>
                    <a:pt x="565" y="8523"/>
                    <a:pt x="207" y="7449"/>
                    <a:pt x="310" y="6374"/>
                  </a:cubicBezTo>
                  <a:cubicBezTo>
                    <a:pt x="460" y="4807"/>
                    <a:pt x="1544" y="3511"/>
                    <a:pt x="3073" y="3066"/>
                  </a:cubicBezTo>
                  <a:lnTo>
                    <a:pt x="3127" y="3050"/>
                  </a:lnTo>
                  <a:lnTo>
                    <a:pt x="3141" y="2996"/>
                  </a:lnTo>
                  <a:cubicBezTo>
                    <a:pt x="3604" y="1352"/>
                    <a:pt x="5123" y="203"/>
                    <a:pt x="6831" y="203"/>
                  </a:cubicBezTo>
                  <a:close/>
                  <a:moveTo>
                    <a:pt x="6829" y="0"/>
                  </a:moveTo>
                  <a:cubicBezTo>
                    <a:pt x="5934" y="0"/>
                    <a:pt x="5085" y="288"/>
                    <a:pt x="4374" y="835"/>
                  </a:cubicBezTo>
                  <a:cubicBezTo>
                    <a:pt x="3701" y="1351"/>
                    <a:pt x="3200" y="2079"/>
                    <a:pt x="2961" y="2886"/>
                  </a:cubicBezTo>
                  <a:cubicBezTo>
                    <a:pt x="2205" y="3115"/>
                    <a:pt x="1539" y="3553"/>
                    <a:pt x="1032" y="4151"/>
                  </a:cubicBezTo>
                  <a:cubicBezTo>
                    <a:pt x="506" y="4775"/>
                    <a:pt x="186" y="5535"/>
                    <a:pt x="108" y="6352"/>
                  </a:cubicBezTo>
                  <a:cubicBezTo>
                    <a:pt x="0" y="7486"/>
                    <a:pt x="377" y="8615"/>
                    <a:pt x="1139" y="9455"/>
                  </a:cubicBezTo>
                  <a:cubicBezTo>
                    <a:pt x="1635" y="10002"/>
                    <a:pt x="2269" y="10399"/>
                    <a:pt x="2977" y="10609"/>
                  </a:cubicBezTo>
                  <a:cubicBezTo>
                    <a:pt x="3205" y="11366"/>
                    <a:pt x="3642" y="12031"/>
                    <a:pt x="4241" y="12538"/>
                  </a:cubicBezTo>
                  <a:cubicBezTo>
                    <a:pt x="4865" y="13067"/>
                    <a:pt x="5625" y="13386"/>
                    <a:pt x="6443" y="13465"/>
                  </a:cubicBezTo>
                  <a:cubicBezTo>
                    <a:pt x="6572" y="13476"/>
                    <a:pt x="6702" y="13483"/>
                    <a:pt x="6831" y="13483"/>
                  </a:cubicBezTo>
                  <a:cubicBezTo>
                    <a:pt x="7724" y="13483"/>
                    <a:pt x="8573" y="13196"/>
                    <a:pt x="9280" y="12651"/>
                  </a:cubicBezTo>
                  <a:cubicBezTo>
                    <a:pt x="9953" y="12137"/>
                    <a:pt x="10452" y="11411"/>
                    <a:pt x="10695" y="10607"/>
                  </a:cubicBezTo>
                  <a:cubicBezTo>
                    <a:pt x="11398" y="10395"/>
                    <a:pt x="12029" y="9999"/>
                    <a:pt x="12521" y="9457"/>
                  </a:cubicBezTo>
                  <a:cubicBezTo>
                    <a:pt x="13283" y="8617"/>
                    <a:pt x="13660" y="7486"/>
                    <a:pt x="13552" y="6353"/>
                  </a:cubicBezTo>
                  <a:cubicBezTo>
                    <a:pt x="13473" y="5535"/>
                    <a:pt x="13153" y="4773"/>
                    <a:pt x="12623" y="4148"/>
                  </a:cubicBezTo>
                  <a:cubicBezTo>
                    <a:pt x="12115" y="3549"/>
                    <a:pt x="11447" y="3113"/>
                    <a:pt x="10687" y="2884"/>
                  </a:cubicBezTo>
                  <a:cubicBezTo>
                    <a:pt x="10458" y="2125"/>
                    <a:pt x="10023" y="1456"/>
                    <a:pt x="9422" y="947"/>
                  </a:cubicBezTo>
                  <a:cubicBezTo>
                    <a:pt x="8799" y="418"/>
                    <a:pt x="8036" y="98"/>
                    <a:pt x="7217" y="19"/>
                  </a:cubicBezTo>
                  <a:cubicBezTo>
                    <a:pt x="7088" y="7"/>
                    <a:pt x="6957" y="0"/>
                    <a:pt x="68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24"/>
            <p:cNvSpPr/>
            <p:nvPr/>
          </p:nvSpPr>
          <p:spPr>
            <a:xfrm>
              <a:off x="5819055" y="4555729"/>
              <a:ext cx="252850" cy="249554"/>
            </a:xfrm>
            <a:custGeom>
              <a:avLst/>
              <a:gdLst/>
              <a:ahLst/>
              <a:cxnLst/>
              <a:rect l="l" t="t" r="r" b="b"/>
              <a:pathLst>
                <a:path w="11636" h="11483" extrusionOk="0">
                  <a:moveTo>
                    <a:pt x="5818" y="2083"/>
                  </a:moveTo>
                  <a:cubicBezTo>
                    <a:pt x="5861" y="2083"/>
                    <a:pt x="5904" y="2084"/>
                    <a:pt x="5947" y="2090"/>
                  </a:cubicBezTo>
                  <a:cubicBezTo>
                    <a:pt x="6633" y="2155"/>
                    <a:pt x="7138" y="2770"/>
                    <a:pt x="7138" y="3460"/>
                  </a:cubicBezTo>
                  <a:cubicBezTo>
                    <a:pt x="7138" y="3992"/>
                    <a:pt x="7569" y="4423"/>
                    <a:pt x="8099" y="4423"/>
                  </a:cubicBezTo>
                  <a:cubicBezTo>
                    <a:pt x="8789" y="4423"/>
                    <a:pt x="9404" y="4927"/>
                    <a:pt x="9470" y="5613"/>
                  </a:cubicBezTo>
                  <a:cubicBezTo>
                    <a:pt x="9546" y="6400"/>
                    <a:pt x="8929" y="7062"/>
                    <a:pt x="8157" y="7062"/>
                  </a:cubicBezTo>
                  <a:lnTo>
                    <a:pt x="8099" y="7062"/>
                  </a:lnTo>
                  <a:cubicBezTo>
                    <a:pt x="7569" y="7062"/>
                    <a:pt x="7138" y="7494"/>
                    <a:pt x="7138" y="8025"/>
                  </a:cubicBezTo>
                  <a:lnTo>
                    <a:pt x="7138" y="8081"/>
                  </a:lnTo>
                  <a:cubicBezTo>
                    <a:pt x="7138" y="8810"/>
                    <a:pt x="6547" y="9401"/>
                    <a:pt x="5818" y="9401"/>
                  </a:cubicBezTo>
                  <a:cubicBezTo>
                    <a:pt x="5774" y="9401"/>
                    <a:pt x="5731" y="9400"/>
                    <a:pt x="5688" y="9395"/>
                  </a:cubicBezTo>
                  <a:cubicBezTo>
                    <a:pt x="5001" y="9328"/>
                    <a:pt x="4498" y="8713"/>
                    <a:pt x="4498" y="8023"/>
                  </a:cubicBezTo>
                  <a:cubicBezTo>
                    <a:pt x="4498" y="7493"/>
                    <a:pt x="4066" y="7061"/>
                    <a:pt x="3535" y="7061"/>
                  </a:cubicBezTo>
                  <a:lnTo>
                    <a:pt x="3478" y="7061"/>
                  </a:lnTo>
                  <a:cubicBezTo>
                    <a:pt x="2706" y="7061"/>
                    <a:pt x="2089" y="6399"/>
                    <a:pt x="2164" y="5612"/>
                  </a:cubicBezTo>
                  <a:cubicBezTo>
                    <a:pt x="2230" y="4926"/>
                    <a:pt x="2844" y="4421"/>
                    <a:pt x="3535" y="4421"/>
                  </a:cubicBezTo>
                  <a:cubicBezTo>
                    <a:pt x="4066" y="4421"/>
                    <a:pt x="4498" y="3990"/>
                    <a:pt x="4498" y="3459"/>
                  </a:cubicBezTo>
                  <a:lnTo>
                    <a:pt x="4498" y="3402"/>
                  </a:lnTo>
                  <a:cubicBezTo>
                    <a:pt x="4498" y="2673"/>
                    <a:pt x="5089" y="2083"/>
                    <a:pt x="5818" y="2083"/>
                  </a:cubicBezTo>
                  <a:close/>
                  <a:moveTo>
                    <a:pt x="5818" y="1"/>
                  </a:moveTo>
                  <a:cubicBezTo>
                    <a:pt x="4261" y="1"/>
                    <a:pt x="2946" y="1050"/>
                    <a:pt x="2543" y="2479"/>
                  </a:cubicBezTo>
                  <a:cubicBezTo>
                    <a:pt x="1219" y="2863"/>
                    <a:pt x="227" y="3998"/>
                    <a:pt x="92" y="5413"/>
                  </a:cubicBezTo>
                  <a:cubicBezTo>
                    <a:pt x="1" y="6368"/>
                    <a:pt x="318" y="7323"/>
                    <a:pt x="961" y="8029"/>
                  </a:cubicBezTo>
                  <a:cubicBezTo>
                    <a:pt x="1393" y="8503"/>
                    <a:pt x="1948" y="8843"/>
                    <a:pt x="2556" y="9014"/>
                  </a:cubicBezTo>
                  <a:cubicBezTo>
                    <a:pt x="2939" y="10338"/>
                    <a:pt x="4076" y="11332"/>
                    <a:pt x="5491" y="11467"/>
                  </a:cubicBezTo>
                  <a:cubicBezTo>
                    <a:pt x="5600" y="11477"/>
                    <a:pt x="5710" y="11483"/>
                    <a:pt x="5819" y="11483"/>
                  </a:cubicBezTo>
                  <a:cubicBezTo>
                    <a:pt x="7372" y="11483"/>
                    <a:pt x="8684" y="10437"/>
                    <a:pt x="9092" y="9012"/>
                  </a:cubicBezTo>
                  <a:cubicBezTo>
                    <a:pt x="9696" y="8839"/>
                    <a:pt x="10247" y="8501"/>
                    <a:pt x="10676" y="8029"/>
                  </a:cubicBezTo>
                  <a:cubicBezTo>
                    <a:pt x="11319" y="7321"/>
                    <a:pt x="11636" y="6368"/>
                    <a:pt x="11545" y="5413"/>
                  </a:cubicBezTo>
                  <a:cubicBezTo>
                    <a:pt x="11410" y="3994"/>
                    <a:pt x="10413" y="2856"/>
                    <a:pt x="9085" y="2477"/>
                  </a:cubicBezTo>
                  <a:cubicBezTo>
                    <a:pt x="8703" y="1149"/>
                    <a:pt x="7567" y="152"/>
                    <a:pt x="6148" y="17"/>
                  </a:cubicBezTo>
                  <a:cubicBezTo>
                    <a:pt x="6035" y="5"/>
                    <a:pt x="5925" y="1"/>
                    <a:pt x="58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4" name="Google Shape;184;p24"/>
          <p:cNvSpPr/>
          <p:nvPr/>
        </p:nvSpPr>
        <p:spPr>
          <a:xfrm>
            <a:off x="2302650" y="3716275"/>
            <a:ext cx="4538700" cy="3936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24"/>
          <p:cNvSpPr txBox="1">
            <a:spLocks noGrp="1"/>
          </p:cNvSpPr>
          <p:nvPr>
            <p:ph type="subTitle" idx="1"/>
          </p:nvPr>
        </p:nvSpPr>
        <p:spPr>
          <a:xfrm>
            <a:off x="2578050" y="3757837"/>
            <a:ext cx="3987900" cy="29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roup-7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6" name="Google Shape;186;p24"/>
          <p:cNvGrpSpPr/>
          <p:nvPr/>
        </p:nvGrpSpPr>
        <p:grpSpPr>
          <a:xfrm>
            <a:off x="570932" y="69126"/>
            <a:ext cx="1614820" cy="1434601"/>
            <a:chOff x="238526" y="-152953"/>
            <a:chExt cx="1856755" cy="1649535"/>
          </a:xfrm>
        </p:grpSpPr>
        <p:sp>
          <p:nvSpPr>
            <p:cNvPr id="187" name="Google Shape;187;p24"/>
            <p:cNvSpPr/>
            <p:nvPr/>
          </p:nvSpPr>
          <p:spPr>
            <a:xfrm rot="4393538">
              <a:off x="540820" y="-109088"/>
              <a:ext cx="1252167" cy="1561804"/>
            </a:xfrm>
            <a:custGeom>
              <a:avLst/>
              <a:gdLst/>
              <a:ahLst/>
              <a:cxnLst/>
              <a:rect l="l" t="t" r="r" b="b"/>
              <a:pathLst>
                <a:path w="32187" h="40147" extrusionOk="0">
                  <a:moveTo>
                    <a:pt x="17582" y="26956"/>
                  </a:moveTo>
                  <a:cubicBezTo>
                    <a:pt x="17583" y="26956"/>
                    <a:pt x="17584" y="26956"/>
                    <a:pt x="17587" y="26958"/>
                  </a:cubicBezTo>
                  <a:cubicBezTo>
                    <a:pt x="17585" y="26958"/>
                    <a:pt x="17583" y="26956"/>
                    <a:pt x="17582" y="26956"/>
                  </a:cubicBezTo>
                  <a:close/>
                  <a:moveTo>
                    <a:pt x="13580" y="1865"/>
                  </a:moveTo>
                  <a:cubicBezTo>
                    <a:pt x="14092" y="1865"/>
                    <a:pt x="14604" y="1931"/>
                    <a:pt x="15104" y="2066"/>
                  </a:cubicBezTo>
                  <a:cubicBezTo>
                    <a:pt x="16377" y="2409"/>
                    <a:pt x="17334" y="3127"/>
                    <a:pt x="17945" y="4201"/>
                  </a:cubicBezTo>
                  <a:cubicBezTo>
                    <a:pt x="18871" y="5827"/>
                    <a:pt x="18872" y="7958"/>
                    <a:pt x="18710" y="9458"/>
                  </a:cubicBezTo>
                  <a:lnTo>
                    <a:pt x="18437" y="11969"/>
                  </a:lnTo>
                  <a:lnTo>
                    <a:pt x="20278" y="10239"/>
                  </a:lnTo>
                  <a:cubicBezTo>
                    <a:pt x="21110" y="9457"/>
                    <a:pt x="22107" y="8992"/>
                    <a:pt x="23240" y="8857"/>
                  </a:cubicBezTo>
                  <a:cubicBezTo>
                    <a:pt x="23403" y="8838"/>
                    <a:pt x="23565" y="8829"/>
                    <a:pt x="23726" y="8829"/>
                  </a:cubicBezTo>
                  <a:cubicBezTo>
                    <a:pt x="25335" y="8829"/>
                    <a:pt x="26819" y="9778"/>
                    <a:pt x="27444" y="11254"/>
                  </a:cubicBezTo>
                  <a:cubicBezTo>
                    <a:pt x="28183" y="13003"/>
                    <a:pt x="27328" y="14457"/>
                    <a:pt x="26482" y="15368"/>
                  </a:cubicBezTo>
                  <a:lnTo>
                    <a:pt x="25251" y="16693"/>
                  </a:lnTo>
                  <a:lnTo>
                    <a:pt x="27045" y="16931"/>
                  </a:lnTo>
                  <a:cubicBezTo>
                    <a:pt x="27320" y="16967"/>
                    <a:pt x="27581" y="17060"/>
                    <a:pt x="27821" y="17209"/>
                  </a:cubicBezTo>
                  <a:cubicBezTo>
                    <a:pt x="28401" y="17567"/>
                    <a:pt x="28757" y="18190"/>
                    <a:pt x="28771" y="18873"/>
                  </a:cubicBezTo>
                  <a:cubicBezTo>
                    <a:pt x="28831" y="21887"/>
                    <a:pt x="25374" y="23809"/>
                    <a:pt x="23885" y="24495"/>
                  </a:cubicBezTo>
                  <a:lnTo>
                    <a:pt x="22634" y="25072"/>
                  </a:lnTo>
                  <a:lnTo>
                    <a:pt x="23633" y="26021"/>
                  </a:lnTo>
                  <a:cubicBezTo>
                    <a:pt x="25165" y="27475"/>
                    <a:pt x="27004" y="29295"/>
                    <a:pt x="27023" y="29314"/>
                  </a:cubicBezTo>
                  <a:lnTo>
                    <a:pt x="27050" y="29339"/>
                  </a:lnTo>
                  <a:cubicBezTo>
                    <a:pt x="29342" y="31435"/>
                    <a:pt x="30072" y="33434"/>
                    <a:pt x="29224" y="35279"/>
                  </a:cubicBezTo>
                  <a:cubicBezTo>
                    <a:pt x="28631" y="36572"/>
                    <a:pt x="27361" y="37443"/>
                    <a:pt x="25910" y="37555"/>
                  </a:cubicBezTo>
                  <a:lnTo>
                    <a:pt x="25729" y="37569"/>
                  </a:lnTo>
                  <a:lnTo>
                    <a:pt x="25556" y="37656"/>
                  </a:lnTo>
                  <a:cubicBezTo>
                    <a:pt x="24598" y="38068"/>
                    <a:pt x="23731" y="38278"/>
                    <a:pt x="22979" y="38278"/>
                  </a:cubicBezTo>
                  <a:cubicBezTo>
                    <a:pt x="22252" y="38278"/>
                    <a:pt x="21640" y="38088"/>
                    <a:pt x="21108" y="37697"/>
                  </a:cubicBezTo>
                  <a:cubicBezTo>
                    <a:pt x="18474" y="35768"/>
                    <a:pt x="18931" y="29676"/>
                    <a:pt x="18991" y="28988"/>
                  </a:cubicBezTo>
                  <a:lnTo>
                    <a:pt x="19014" y="28724"/>
                  </a:lnTo>
                  <a:lnTo>
                    <a:pt x="18895" y="28487"/>
                  </a:lnTo>
                  <a:cubicBezTo>
                    <a:pt x="18693" y="28086"/>
                    <a:pt x="18482" y="27713"/>
                    <a:pt x="18263" y="27374"/>
                  </a:cubicBezTo>
                  <a:lnTo>
                    <a:pt x="18014" y="26987"/>
                  </a:lnTo>
                  <a:lnTo>
                    <a:pt x="17544" y="26949"/>
                  </a:lnTo>
                  <a:cubicBezTo>
                    <a:pt x="17222" y="26895"/>
                    <a:pt x="16926" y="26868"/>
                    <a:pt x="16633" y="26868"/>
                  </a:cubicBezTo>
                  <a:cubicBezTo>
                    <a:pt x="16132" y="26868"/>
                    <a:pt x="15638" y="26948"/>
                    <a:pt x="15040" y="27114"/>
                  </a:cubicBezTo>
                  <a:cubicBezTo>
                    <a:pt x="14320" y="27315"/>
                    <a:pt x="13613" y="27628"/>
                    <a:pt x="12937" y="28048"/>
                  </a:cubicBezTo>
                  <a:cubicBezTo>
                    <a:pt x="11868" y="28711"/>
                    <a:pt x="10817" y="29047"/>
                    <a:pt x="9812" y="29047"/>
                  </a:cubicBezTo>
                  <a:lnTo>
                    <a:pt x="9809" y="29047"/>
                  </a:lnTo>
                  <a:cubicBezTo>
                    <a:pt x="9414" y="29047"/>
                    <a:pt x="9026" y="28993"/>
                    <a:pt x="8659" y="28889"/>
                  </a:cubicBezTo>
                  <a:cubicBezTo>
                    <a:pt x="7868" y="28665"/>
                    <a:pt x="6831" y="27828"/>
                    <a:pt x="6393" y="27063"/>
                  </a:cubicBezTo>
                  <a:cubicBezTo>
                    <a:pt x="5563" y="25612"/>
                    <a:pt x="5338" y="24297"/>
                    <a:pt x="5727" y="23156"/>
                  </a:cubicBezTo>
                  <a:cubicBezTo>
                    <a:pt x="5921" y="22586"/>
                    <a:pt x="6266" y="22058"/>
                    <a:pt x="6754" y="21589"/>
                  </a:cubicBezTo>
                  <a:lnTo>
                    <a:pt x="8253" y="20147"/>
                  </a:lnTo>
                  <a:lnTo>
                    <a:pt x="6178" y="19986"/>
                  </a:lnTo>
                  <a:cubicBezTo>
                    <a:pt x="3948" y="19813"/>
                    <a:pt x="2869" y="18136"/>
                    <a:pt x="2356" y="16761"/>
                  </a:cubicBezTo>
                  <a:cubicBezTo>
                    <a:pt x="1940" y="15643"/>
                    <a:pt x="2010" y="14434"/>
                    <a:pt x="2551" y="13446"/>
                  </a:cubicBezTo>
                  <a:cubicBezTo>
                    <a:pt x="3549" y="11620"/>
                    <a:pt x="5433" y="11194"/>
                    <a:pt x="6972" y="11194"/>
                  </a:cubicBezTo>
                  <a:cubicBezTo>
                    <a:pt x="7110" y="11194"/>
                    <a:pt x="7244" y="11197"/>
                    <a:pt x="7375" y="11203"/>
                  </a:cubicBezTo>
                  <a:lnTo>
                    <a:pt x="8994" y="11280"/>
                  </a:lnTo>
                  <a:lnTo>
                    <a:pt x="8248" y="9840"/>
                  </a:lnTo>
                  <a:cubicBezTo>
                    <a:pt x="7045" y="7522"/>
                    <a:pt x="7382" y="5433"/>
                    <a:pt x="9248" y="3633"/>
                  </a:cubicBezTo>
                  <a:cubicBezTo>
                    <a:pt x="10433" y="2489"/>
                    <a:pt x="12003" y="1865"/>
                    <a:pt x="13580" y="1865"/>
                  </a:cubicBezTo>
                  <a:close/>
                  <a:moveTo>
                    <a:pt x="13583" y="1"/>
                  </a:moveTo>
                  <a:cubicBezTo>
                    <a:pt x="11527" y="1"/>
                    <a:pt x="9487" y="807"/>
                    <a:pt x="7950" y="2291"/>
                  </a:cubicBezTo>
                  <a:cubicBezTo>
                    <a:pt x="5847" y="4319"/>
                    <a:pt x="5189" y="6797"/>
                    <a:pt x="6030" y="9377"/>
                  </a:cubicBezTo>
                  <a:cubicBezTo>
                    <a:pt x="4307" y="9552"/>
                    <a:pt x="2159" y="10270"/>
                    <a:pt x="911" y="12553"/>
                  </a:cubicBezTo>
                  <a:cubicBezTo>
                    <a:pt x="111" y="14017"/>
                    <a:pt x="0" y="15788"/>
                    <a:pt x="605" y="17416"/>
                  </a:cubicBezTo>
                  <a:cubicBezTo>
                    <a:pt x="1375" y="19484"/>
                    <a:pt x="2709" y="20897"/>
                    <a:pt x="4439" y="21515"/>
                  </a:cubicBezTo>
                  <a:cubicBezTo>
                    <a:pt x="4239" y="21848"/>
                    <a:pt x="4078" y="22196"/>
                    <a:pt x="3956" y="22559"/>
                  </a:cubicBezTo>
                  <a:cubicBezTo>
                    <a:pt x="3386" y="24229"/>
                    <a:pt x="3660" y="26058"/>
                    <a:pt x="4768" y="27994"/>
                  </a:cubicBezTo>
                  <a:cubicBezTo>
                    <a:pt x="5444" y="29175"/>
                    <a:pt x="6896" y="30334"/>
                    <a:pt x="8145" y="30689"/>
                  </a:cubicBezTo>
                  <a:cubicBezTo>
                    <a:pt x="8679" y="30840"/>
                    <a:pt x="9238" y="30917"/>
                    <a:pt x="9806" y="30917"/>
                  </a:cubicBezTo>
                  <a:lnTo>
                    <a:pt x="9808" y="30917"/>
                  </a:lnTo>
                  <a:cubicBezTo>
                    <a:pt x="11167" y="30917"/>
                    <a:pt x="12551" y="30486"/>
                    <a:pt x="13918" y="29638"/>
                  </a:cubicBezTo>
                  <a:cubicBezTo>
                    <a:pt x="14444" y="29312"/>
                    <a:pt x="14989" y="29068"/>
                    <a:pt x="15540" y="28915"/>
                  </a:cubicBezTo>
                  <a:cubicBezTo>
                    <a:pt x="15975" y="28793"/>
                    <a:pt x="16302" y="28736"/>
                    <a:pt x="16635" y="28736"/>
                  </a:cubicBezTo>
                  <a:cubicBezTo>
                    <a:pt x="16727" y="28736"/>
                    <a:pt x="16818" y="28741"/>
                    <a:pt x="16913" y="28749"/>
                  </a:cubicBezTo>
                  <a:cubicBezTo>
                    <a:pt x="16979" y="28861"/>
                    <a:pt x="17043" y="28978"/>
                    <a:pt x="17107" y="29098"/>
                  </a:cubicBezTo>
                  <a:cubicBezTo>
                    <a:pt x="16952" y="31196"/>
                    <a:pt x="16850" y="36893"/>
                    <a:pt x="20000" y="39204"/>
                  </a:cubicBezTo>
                  <a:cubicBezTo>
                    <a:pt x="20855" y="39830"/>
                    <a:pt x="21854" y="40147"/>
                    <a:pt x="22976" y="40147"/>
                  </a:cubicBezTo>
                  <a:cubicBezTo>
                    <a:pt x="23968" y="40147"/>
                    <a:pt x="25064" y="39894"/>
                    <a:pt x="26221" y="39404"/>
                  </a:cubicBezTo>
                  <a:cubicBezTo>
                    <a:pt x="28276" y="39188"/>
                    <a:pt x="30066" y="37918"/>
                    <a:pt x="30919" y="36061"/>
                  </a:cubicBezTo>
                  <a:cubicBezTo>
                    <a:pt x="31609" y="34562"/>
                    <a:pt x="32187" y="31520"/>
                    <a:pt x="28324" y="27977"/>
                  </a:cubicBezTo>
                  <a:cubicBezTo>
                    <a:pt x="28191" y="27845"/>
                    <a:pt x="27063" y="26731"/>
                    <a:pt x="25866" y="25575"/>
                  </a:cubicBezTo>
                  <a:cubicBezTo>
                    <a:pt x="27890" y="24419"/>
                    <a:pt x="30704" y="22204"/>
                    <a:pt x="30638" y="18839"/>
                  </a:cubicBezTo>
                  <a:cubicBezTo>
                    <a:pt x="30611" y="17517"/>
                    <a:pt x="29925" y="16315"/>
                    <a:pt x="28799" y="15620"/>
                  </a:cubicBezTo>
                  <a:cubicBezTo>
                    <a:pt x="28764" y="15599"/>
                    <a:pt x="28729" y="15577"/>
                    <a:pt x="28694" y="15557"/>
                  </a:cubicBezTo>
                  <a:cubicBezTo>
                    <a:pt x="29706" y="13965"/>
                    <a:pt x="29878" y="12218"/>
                    <a:pt x="29163" y="10529"/>
                  </a:cubicBezTo>
                  <a:cubicBezTo>
                    <a:pt x="28244" y="8360"/>
                    <a:pt x="26069" y="6963"/>
                    <a:pt x="23720" y="6963"/>
                  </a:cubicBezTo>
                  <a:cubicBezTo>
                    <a:pt x="23488" y="6963"/>
                    <a:pt x="23254" y="6977"/>
                    <a:pt x="23020" y="7005"/>
                  </a:cubicBezTo>
                  <a:cubicBezTo>
                    <a:pt x="22184" y="7105"/>
                    <a:pt x="21388" y="7347"/>
                    <a:pt x="20654" y="7717"/>
                  </a:cubicBezTo>
                  <a:cubicBezTo>
                    <a:pt x="20624" y="6274"/>
                    <a:pt x="20357" y="4665"/>
                    <a:pt x="19568" y="3279"/>
                  </a:cubicBezTo>
                  <a:cubicBezTo>
                    <a:pt x="18700" y="1756"/>
                    <a:pt x="17362" y="741"/>
                    <a:pt x="15590" y="265"/>
                  </a:cubicBezTo>
                  <a:cubicBezTo>
                    <a:pt x="14930" y="87"/>
                    <a:pt x="14256" y="1"/>
                    <a:pt x="13583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24"/>
            <p:cNvSpPr/>
            <p:nvPr/>
          </p:nvSpPr>
          <p:spPr>
            <a:xfrm rot="4393538">
              <a:off x="582181" y="-77854"/>
              <a:ext cx="1166230" cy="1489213"/>
            </a:xfrm>
            <a:custGeom>
              <a:avLst/>
              <a:gdLst/>
              <a:ahLst/>
              <a:cxnLst/>
              <a:rect l="l" t="t" r="r" b="b"/>
              <a:pathLst>
                <a:path w="29978" h="38281" extrusionOk="0">
                  <a:moveTo>
                    <a:pt x="12613" y="0"/>
                  </a:moveTo>
                  <a:cubicBezTo>
                    <a:pt x="10796" y="0"/>
                    <a:pt x="8991" y="715"/>
                    <a:pt x="7630" y="2029"/>
                  </a:cubicBezTo>
                  <a:cubicBezTo>
                    <a:pt x="5471" y="4111"/>
                    <a:pt x="5069" y="6677"/>
                    <a:pt x="6449" y="9340"/>
                  </a:cubicBezTo>
                  <a:cubicBezTo>
                    <a:pt x="6315" y="9333"/>
                    <a:pt x="6171" y="9329"/>
                    <a:pt x="6020" y="9329"/>
                  </a:cubicBezTo>
                  <a:cubicBezTo>
                    <a:pt x="4435" y="9329"/>
                    <a:pt x="2028" y="9750"/>
                    <a:pt x="762" y="12068"/>
                  </a:cubicBezTo>
                  <a:cubicBezTo>
                    <a:pt x="92" y="13294"/>
                    <a:pt x="1" y="14783"/>
                    <a:pt x="511" y="16156"/>
                  </a:cubicBezTo>
                  <a:cubicBezTo>
                    <a:pt x="1050" y="17602"/>
                    <a:pt x="2321" y="19768"/>
                    <a:pt x="5135" y="19986"/>
                  </a:cubicBezTo>
                  <a:cubicBezTo>
                    <a:pt x="4634" y="20467"/>
                    <a:pt x="4149" y="21106"/>
                    <a:pt x="3870" y="21926"/>
                  </a:cubicBezTo>
                  <a:cubicBezTo>
                    <a:pt x="3392" y="23332"/>
                    <a:pt x="3641" y="24903"/>
                    <a:pt x="4609" y="26597"/>
                  </a:cubicBezTo>
                  <a:cubicBezTo>
                    <a:pt x="5167" y="27576"/>
                    <a:pt x="6407" y="28568"/>
                    <a:pt x="7431" y="28857"/>
                  </a:cubicBezTo>
                  <a:cubicBezTo>
                    <a:pt x="7820" y="28968"/>
                    <a:pt x="8294" y="29050"/>
                    <a:pt x="8839" y="29050"/>
                  </a:cubicBezTo>
                  <a:cubicBezTo>
                    <a:pt x="9830" y="29050"/>
                    <a:pt x="11058" y="28779"/>
                    <a:pt x="12456" y="27911"/>
                  </a:cubicBezTo>
                  <a:cubicBezTo>
                    <a:pt x="13056" y="27539"/>
                    <a:pt x="13682" y="27260"/>
                    <a:pt x="14319" y="27082"/>
                  </a:cubicBezTo>
                  <a:cubicBezTo>
                    <a:pt x="14835" y="26937"/>
                    <a:pt x="15247" y="26869"/>
                    <a:pt x="15665" y="26869"/>
                  </a:cubicBezTo>
                  <a:cubicBezTo>
                    <a:pt x="15918" y="26869"/>
                    <a:pt x="16173" y="26894"/>
                    <a:pt x="16455" y="26943"/>
                  </a:cubicBezTo>
                  <a:cubicBezTo>
                    <a:pt x="16471" y="26946"/>
                    <a:pt x="16490" y="26946"/>
                    <a:pt x="16506" y="26947"/>
                  </a:cubicBezTo>
                  <a:cubicBezTo>
                    <a:pt x="16691" y="27236"/>
                    <a:pt x="16886" y="27576"/>
                    <a:pt x="17088" y="27975"/>
                  </a:cubicBezTo>
                  <a:cubicBezTo>
                    <a:pt x="16991" y="29072"/>
                    <a:pt x="16584" y="35320"/>
                    <a:pt x="19581" y="37519"/>
                  </a:cubicBezTo>
                  <a:cubicBezTo>
                    <a:pt x="20275" y="38027"/>
                    <a:pt x="21084" y="38280"/>
                    <a:pt x="22006" y="38280"/>
                  </a:cubicBezTo>
                  <a:cubicBezTo>
                    <a:pt x="22897" y="38280"/>
                    <a:pt x="23895" y="38042"/>
                    <a:pt x="24991" y="37563"/>
                  </a:cubicBezTo>
                  <a:cubicBezTo>
                    <a:pt x="24998" y="37560"/>
                    <a:pt x="25004" y="37556"/>
                    <a:pt x="25010" y="37552"/>
                  </a:cubicBezTo>
                  <a:cubicBezTo>
                    <a:pt x="26741" y="37418"/>
                    <a:pt x="28342" y="36384"/>
                    <a:pt x="29102" y="34734"/>
                  </a:cubicBezTo>
                  <a:cubicBezTo>
                    <a:pt x="29817" y="33183"/>
                    <a:pt x="29977" y="30704"/>
                    <a:pt x="26711" y="27716"/>
                  </a:cubicBezTo>
                  <a:cubicBezTo>
                    <a:pt x="26688" y="27692"/>
                    <a:pt x="24840" y="25864"/>
                    <a:pt x="23306" y="24408"/>
                  </a:cubicBezTo>
                  <a:cubicBezTo>
                    <a:pt x="24991" y="23632"/>
                    <a:pt x="28805" y="21480"/>
                    <a:pt x="28736" y="17922"/>
                  </a:cubicBezTo>
                  <a:cubicBezTo>
                    <a:pt x="28716" y="16919"/>
                    <a:pt x="28195" y="16006"/>
                    <a:pt x="27342" y="15481"/>
                  </a:cubicBezTo>
                  <a:cubicBezTo>
                    <a:pt x="26986" y="15261"/>
                    <a:pt x="26596" y="15125"/>
                    <a:pt x="26197" y="15072"/>
                  </a:cubicBezTo>
                  <a:cubicBezTo>
                    <a:pt x="27319" y="13865"/>
                    <a:pt x="28219" y="12047"/>
                    <a:pt x="27334" y="9957"/>
                  </a:cubicBezTo>
                  <a:cubicBezTo>
                    <a:pt x="26563" y="8134"/>
                    <a:pt x="24731" y="6962"/>
                    <a:pt x="22752" y="6962"/>
                  </a:cubicBezTo>
                  <a:cubicBezTo>
                    <a:pt x="22556" y="6962"/>
                    <a:pt x="22360" y="6974"/>
                    <a:pt x="22162" y="6997"/>
                  </a:cubicBezTo>
                  <a:cubicBezTo>
                    <a:pt x="21149" y="7118"/>
                    <a:pt x="19850" y="7517"/>
                    <a:pt x="18669" y="8626"/>
                  </a:cubicBezTo>
                  <a:cubicBezTo>
                    <a:pt x="18849" y="6959"/>
                    <a:pt x="18832" y="4639"/>
                    <a:pt x="17787" y="2806"/>
                  </a:cubicBezTo>
                  <a:cubicBezTo>
                    <a:pt x="17047" y="1507"/>
                    <a:pt x="15900" y="642"/>
                    <a:pt x="14378" y="232"/>
                  </a:cubicBezTo>
                  <a:cubicBezTo>
                    <a:pt x="13798" y="76"/>
                    <a:pt x="13205" y="0"/>
                    <a:pt x="126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24"/>
            <p:cNvSpPr/>
            <p:nvPr/>
          </p:nvSpPr>
          <p:spPr>
            <a:xfrm rot="4393538">
              <a:off x="809940" y="113124"/>
              <a:ext cx="1003305" cy="983407"/>
            </a:xfrm>
            <a:custGeom>
              <a:avLst/>
              <a:gdLst/>
              <a:ahLst/>
              <a:cxnLst/>
              <a:rect l="l" t="t" r="r" b="b"/>
              <a:pathLst>
                <a:path w="25790" h="25279" extrusionOk="0">
                  <a:moveTo>
                    <a:pt x="10688" y="1"/>
                  </a:moveTo>
                  <a:cubicBezTo>
                    <a:pt x="10156" y="1"/>
                    <a:pt x="9622" y="79"/>
                    <a:pt x="9104" y="228"/>
                  </a:cubicBezTo>
                  <a:cubicBezTo>
                    <a:pt x="2951" y="2006"/>
                    <a:pt x="7178" y="9334"/>
                    <a:pt x="7178" y="9334"/>
                  </a:cubicBezTo>
                  <a:cubicBezTo>
                    <a:pt x="6126" y="8847"/>
                    <a:pt x="5195" y="8667"/>
                    <a:pt x="4394" y="8667"/>
                  </a:cubicBezTo>
                  <a:cubicBezTo>
                    <a:pt x="3413" y="8667"/>
                    <a:pt x="2626" y="8937"/>
                    <a:pt x="2050" y="9242"/>
                  </a:cubicBezTo>
                  <a:cubicBezTo>
                    <a:pt x="1168" y="9709"/>
                    <a:pt x="519" y="10544"/>
                    <a:pt x="331" y="11523"/>
                  </a:cubicBezTo>
                  <a:cubicBezTo>
                    <a:pt x="1" y="13246"/>
                    <a:pt x="1150" y="14445"/>
                    <a:pt x="1955" y="15054"/>
                  </a:cubicBezTo>
                  <a:cubicBezTo>
                    <a:pt x="2328" y="15335"/>
                    <a:pt x="2763" y="15523"/>
                    <a:pt x="3216" y="15634"/>
                  </a:cubicBezTo>
                  <a:cubicBezTo>
                    <a:pt x="5244" y="16131"/>
                    <a:pt x="6128" y="16960"/>
                    <a:pt x="6128" y="16960"/>
                  </a:cubicBezTo>
                  <a:cubicBezTo>
                    <a:pt x="1905" y="18770"/>
                    <a:pt x="3648" y="22279"/>
                    <a:pt x="3648" y="22279"/>
                  </a:cubicBezTo>
                  <a:cubicBezTo>
                    <a:pt x="4474" y="24357"/>
                    <a:pt x="5981" y="24889"/>
                    <a:pt x="7309" y="24889"/>
                  </a:cubicBezTo>
                  <a:cubicBezTo>
                    <a:pt x="8703" y="24889"/>
                    <a:pt x="9899" y="24302"/>
                    <a:pt x="9899" y="24302"/>
                  </a:cubicBezTo>
                  <a:cubicBezTo>
                    <a:pt x="11092" y="23716"/>
                    <a:pt x="12235" y="23499"/>
                    <a:pt x="13274" y="23499"/>
                  </a:cubicBezTo>
                  <a:cubicBezTo>
                    <a:pt x="16249" y="23499"/>
                    <a:pt x="18372" y="25278"/>
                    <a:pt x="18372" y="25278"/>
                  </a:cubicBezTo>
                  <a:cubicBezTo>
                    <a:pt x="18018" y="22091"/>
                    <a:pt x="21673" y="20206"/>
                    <a:pt x="21674" y="20206"/>
                  </a:cubicBezTo>
                  <a:lnTo>
                    <a:pt x="21674" y="20206"/>
                  </a:lnTo>
                  <a:cubicBezTo>
                    <a:pt x="21674" y="20206"/>
                    <a:pt x="21674" y="20206"/>
                    <a:pt x="21674" y="20206"/>
                  </a:cubicBezTo>
                  <a:cubicBezTo>
                    <a:pt x="24107" y="18838"/>
                    <a:pt x="25055" y="17354"/>
                    <a:pt x="25405" y="16251"/>
                  </a:cubicBezTo>
                  <a:cubicBezTo>
                    <a:pt x="25790" y="15042"/>
                    <a:pt x="24928" y="13763"/>
                    <a:pt x="23682" y="13763"/>
                  </a:cubicBezTo>
                  <a:cubicBezTo>
                    <a:pt x="23649" y="13763"/>
                    <a:pt x="23616" y="13764"/>
                    <a:pt x="23583" y="13766"/>
                  </a:cubicBezTo>
                  <a:cubicBezTo>
                    <a:pt x="22306" y="13836"/>
                    <a:pt x="21473" y="15014"/>
                    <a:pt x="21473" y="15014"/>
                  </a:cubicBezTo>
                  <a:cubicBezTo>
                    <a:pt x="21561" y="13846"/>
                    <a:pt x="23005" y="12409"/>
                    <a:pt x="23005" y="12409"/>
                  </a:cubicBezTo>
                  <a:cubicBezTo>
                    <a:pt x="24979" y="10329"/>
                    <a:pt x="24053" y="8409"/>
                    <a:pt x="23231" y="7370"/>
                  </a:cubicBezTo>
                  <a:cubicBezTo>
                    <a:pt x="22763" y="6780"/>
                    <a:pt x="22133" y="6332"/>
                    <a:pt x="21411" y="6118"/>
                  </a:cubicBezTo>
                  <a:cubicBezTo>
                    <a:pt x="21035" y="6006"/>
                    <a:pt x="20677" y="5957"/>
                    <a:pt x="20339" y="5957"/>
                  </a:cubicBezTo>
                  <a:cubicBezTo>
                    <a:pt x="17546" y="5957"/>
                    <a:pt x="16066" y="9347"/>
                    <a:pt x="16066" y="9347"/>
                  </a:cubicBezTo>
                  <a:cubicBezTo>
                    <a:pt x="15854" y="9077"/>
                    <a:pt x="15706" y="8730"/>
                    <a:pt x="15603" y="8388"/>
                  </a:cubicBezTo>
                  <a:cubicBezTo>
                    <a:pt x="15415" y="7754"/>
                    <a:pt x="15388" y="7085"/>
                    <a:pt x="15469" y="6429"/>
                  </a:cubicBezTo>
                  <a:cubicBezTo>
                    <a:pt x="15889" y="3002"/>
                    <a:pt x="14495" y="1379"/>
                    <a:pt x="13110" y="611"/>
                  </a:cubicBezTo>
                  <a:cubicBezTo>
                    <a:pt x="12363" y="196"/>
                    <a:pt x="11530" y="1"/>
                    <a:pt x="1068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24"/>
            <p:cNvSpPr/>
            <p:nvPr/>
          </p:nvSpPr>
          <p:spPr>
            <a:xfrm rot="4393538">
              <a:off x="768270" y="22439"/>
              <a:ext cx="1121336" cy="1130107"/>
            </a:xfrm>
            <a:custGeom>
              <a:avLst/>
              <a:gdLst/>
              <a:ahLst/>
              <a:cxnLst/>
              <a:rect l="l" t="t" r="r" b="b"/>
              <a:pathLst>
                <a:path w="28824" h="29050" extrusionOk="0">
                  <a:moveTo>
                    <a:pt x="12617" y="0"/>
                  </a:moveTo>
                  <a:cubicBezTo>
                    <a:pt x="10800" y="0"/>
                    <a:pt x="8993" y="715"/>
                    <a:pt x="7631" y="2029"/>
                  </a:cubicBezTo>
                  <a:cubicBezTo>
                    <a:pt x="5473" y="4111"/>
                    <a:pt x="5069" y="6677"/>
                    <a:pt x="6451" y="9340"/>
                  </a:cubicBezTo>
                  <a:cubicBezTo>
                    <a:pt x="6315" y="9333"/>
                    <a:pt x="6170" y="9329"/>
                    <a:pt x="6017" y="9329"/>
                  </a:cubicBezTo>
                  <a:cubicBezTo>
                    <a:pt x="4429" y="9329"/>
                    <a:pt x="2028" y="9752"/>
                    <a:pt x="762" y="12068"/>
                  </a:cubicBezTo>
                  <a:cubicBezTo>
                    <a:pt x="92" y="13293"/>
                    <a:pt x="1" y="14783"/>
                    <a:pt x="512" y="16156"/>
                  </a:cubicBezTo>
                  <a:cubicBezTo>
                    <a:pt x="1051" y="17602"/>
                    <a:pt x="2323" y="19768"/>
                    <a:pt x="5135" y="19986"/>
                  </a:cubicBezTo>
                  <a:cubicBezTo>
                    <a:pt x="4635" y="20467"/>
                    <a:pt x="4149" y="21107"/>
                    <a:pt x="3871" y="21926"/>
                  </a:cubicBezTo>
                  <a:cubicBezTo>
                    <a:pt x="3393" y="23332"/>
                    <a:pt x="3641" y="24903"/>
                    <a:pt x="4610" y="26596"/>
                  </a:cubicBezTo>
                  <a:cubicBezTo>
                    <a:pt x="5170" y="27573"/>
                    <a:pt x="6408" y="28566"/>
                    <a:pt x="7432" y="28857"/>
                  </a:cubicBezTo>
                  <a:cubicBezTo>
                    <a:pt x="7823" y="28968"/>
                    <a:pt x="8295" y="29050"/>
                    <a:pt x="8842" y="29050"/>
                  </a:cubicBezTo>
                  <a:cubicBezTo>
                    <a:pt x="9831" y="29050"/>
                    <a:pt x="11060" y="28778"/>
                    <a:pt x="12457" y="27915"/>
                  </a:cubicBezTo>
                  <a:cubicBezTo>
                    <a:pt x="13057" y="27543"/>
                    <a:pt x="13685" y="27264"/>
                    <a:pt x="14319" y="27086"/>
                  </a:cubicBezTo>
                  <a:cubicBezTo>
                    <a:pt x="14835" y="26942"/>
                    <a:pt x="15247" y="26873"/>
                    <a:pt x="15665" y="26873"/>
                  </a:cubicBezTo>
                  <a:cubicBezTo>
                    <a:pt x="15918" y="26873"/>
                    <a:pt x="16174" y="26898"/>
                    <a:pt x="16457" y="26947"/>
                  </a:cubicBezTo>
                  <a:cubicBezTo>
                    <a:pt x="16487" y="26952"/>
                    <a:pt x="16518" y="26955"/>
                    <a:pt x="16548" y="26955"/>
                  </a:cubicBezTo>
                  <a:cubicBezTo>
                    <a:pt x="16800" y="26955"/>
                    <a:pt x="17025" y="26773"/>
                    <a:pt x="17069" y="26514"/>
                  </a:cubicBezTo>
                  <a:cubicBezTo>
                    <a:pt x="17120" y="26225"/>
                    <a:pt x="16926" y="25950"/>
                    <a:pt x="16637" y="25901"/>
                  </a:cubicBezTo>
                  <a:cubicBezTo>
                    <a:pt x="16290" y="25841"/>
                    <a:pt x="15972" y="25810"/>
                    <a:pt x="15658" y="25810"/>
                  </a:cubicBezTo>
                  <a:cubicBezTo>
                    <a:pt x="15147" y="25810"/>
                    <a:pt x="14643" y="25892"/>
                    <a:pt x="14032" y="26063"/>
                  </a:cubicBezTo>
                  <a:cubicBezTo>
                    <a:pt x="13300" y="26267"/>
                    <a:pt x="12582" y="26587"/>
                    <a:pt x="11896" y="27012"/>
                  </a:cubicBezTo>
                  <a:cubicBezTo>
                    <a:pt x="10841" y="27666"/>
                    <a:pt x="9823" y="27995"/>
                    <a:pt x="8855" y="27995"/>
                  </a:cubicBezTo>
                  <a:cubicBezTo>
                    <a:pt x="8469" y="27995"/>
                    <a:pt x="8091" y="27943"/>
                    <a:pt x="7721" y="27838"/>
                  </a:cubicBezTo>
                  <a:cubicBezTo>
                    <a:pt x="6970" y="27625"/>
                    <a:pt x="5945" y="26798"/>
                    <a:pt x="5530" y="26072"/>
                  </a:cubicBezTo>
                  <a:cubicBezTo>
                    <a:pt x="4720" y="24657"/>
                    <a:pt x="4499" y="23382"/>
                    <a:pt x="4871" y="22278"/>
                  </a:cubicBezTo>
                  <a:cubicBezTo>
                    <a:pt x="5442" y="20591"/>
                    <a:pt x="7236" y="19813"/>
                    <a:pt x="7253" y="19807"/>
                  </a:cubicBezTo>
                  <a:cubicBezTo>
                    <a:pt x="7507" y="19700"/>
                    <a:pt x="7637" y="19420"/>
                    <a:pt x="7556" y="19157"/>
                  </a:cubicBezTo>
                  <a:cubicBezTo>
                    <a:pt x="7486" y="18932"/>
                    <a:pt x="7277" y="18784"/>
                    <a:pt x="7048" y="18784"/>
                  </a:cubicBezTo>
                  <a:cubicBezTo>
                    <a:pt x="7013" y="18784"/>
                    <a:pt x="6977" y="18788"/>
                    <a:pt x="6941" y="18795"/>
                  </a:cubicBezTo>
                  <a:cubicBezTo>
                    <a:pt x="6470" y="18894"/>
                    <a:pt x="6037" y="18939"/>
                    <a:pt x="5638" y="18939"/>
                  </a:cubicBezTo>
                  <a:cubicBezTo>
                    <a:pt x="3231" y="18939"/>
                    <a:pt x="2066" y="17292"/>
                    <a:pt x="1505" y="15786"/>
                  </a:cubicBezTo>
                  <a:cubicBezTo>
                    <a:pt x="1102" y="14703"/>
                    <a:pt x="1170" y="13534"/>
                    <a:pt x="1693" y="12578"/>
                  </a:cubicBezTo>
                  <a:cubicBezTo>
                    <a:pt x="2701" y="10734"/>
                    <a:pt x="4725" y="10401"/>
                    <a:pt x="6057" y="10401"/>
                  </a:cubicBezTo>
                  <a:cubicBezTo>
                    <a:pt x="6801" y="10401"/>
                    <a:pt x="7329" y="10505"/>
                    <a:pt x="7344" y="10507"/>
                  </a:cubicBezTo>
                  <a:cubicBezTo>
                    <a:pt x="7380" y="10515"/>
                    <a:pt x="7416" y="10518"/>
                    <a:pt x="7452" y="10518"/>
                  </a:cubicBezTo>
                  <a:cubicBezTo>
                    <a:pt x="7627" y="10518"/>
                    <a:pt x="7794" y="10433"/>
                    <a:pt x="7894" y="10284"/>
                  </a:cubicBezTo>
                  <a:cubicBezTo>
                    <a:pt x="8014" y="10104"/>
                    <a:pt x="8014" y="9870"/>
                    <a:pt x="7894" y="9691"/>
                  </a:cubicBezTo>
                  <a:cubicBezTo>
                    <a:pt x="6150" y="7100"/>
                    <a:pt x="6310" y="4780"/>
                    <a:pt x="8366" y="2795"/>
                  </a:cubicBezTo>
                  <a:cubicBezTo>
                    <a:pt x="9528" y="1673"/>
                    <a:pt x="11065" y="1063"/>
                    <a:pt x="12609" y="1063"/>
                  </a:cubicBezTo>
                  <a:cubicBezTo>
                    <a:pt x="13110" y="1063"/>
                    <a:pt x="13612" y="1127"/>
                    <a:pt x="14101" y="1259"/>
                  </a:cubicBezTo>
                  <a:cubicBezTo>
                    <a:pt x="15338" y="1592"/>
                    <a:pt x="16268" y="2289"/>
                    <a:pt x="16862" y="3331"/>
                  </a:cubicBezTo>
                  <a:cubicBezTo>
                    <a:pt x="18447" y="6106"/>
                    <a:pt x="17266" y="10458"/>
                    <a:pt x="17255" y="10501"/>
                  </a:cubicBezTo>
                  <a:cubicBezTo>
                    <a:pt x="17182" y="10759"/>
                    <a:pt x="17315" y="11029"/>
                    <a:pt x="17562" y="11133"/>
                  </a:cubicBezTo>
                  <a:cubicBezTo>
                    <a:pt x="17628" y="11161"/>
                    <a:pt x="17698" y="11175"/>
                    <a:pt x="17766" y="11175"/>
                  </a:cubicBezTo>
                  <a:cubicBezTo>
                    <a:pt x="17951" y="11175"/>
                    <a:pt x="18130" y="11077"/>
                    <a:pt x="18227" y="10909"/>
                  </a:cubicBezTo>
                  <a:cubicBezTo>
                    <a:pt x="19197" y="9218"/>
                    <a:pt x="20562" y="8258"/>
                    <a:pt x="22286" y="8053"/>
                  </a:cubicBezTo>
                  <a:cubicBezTo>
                    <a:pt x="22443" y="8034"/>
                    <a:pt x="22600" y="8025"/>
                    <a:pt x="22755" y="8025"/>
                  </a:cubicBezTo>
                  <a:cubicBezTo>
                    <a:pt x="24312" y="8025"/>
                    <a:pt x="25750" y="8944"/>
                    <a:pt x="26354" y="10372"/>
                  </a:cubicBezTo>
                  <a:cubicBezTo>
                    <a:pt x="27586" y="13281"/>
                    <a:pt x="24310" y="15289"/>
                    <a:pt x="24170" y="15372"/>
                  </a:cubicBezTo>
                  <a:cubicBezTo>
                    <a:pt x="24041" y="15451"/>
                    <a:pt x="23949" y="15580"/>
                    <a:pt x="23921" y="15730"/>
                  </a:cubicBezTo>
                  <a:cubicBezTo>
                    <a:pt x="23893" y="15878"/>
                    <a:pt x="23930" y="16033"/>
                    <a:pt x="24023" y="16153"/>
                  </a:cubicBezTo>
                  <a:lnTo>
                    <a:pt x="24114" y="16274"/>
                  </a:lnTo>
                  <a:cubicBezTo>
                    <a:pt x="24218" y="16408"/>
                    <a:pt x="24376" y="16480"/>
                    <a:pt x="24536" y="16480"/>
                  </a:cubicBezTo>
                  <a:cubicBezTo>
                    <a:pt x="24625" y="16480"/>
                    <a:pt x="24714" y="16458"/>
                    <a:pt x="24796" y="16412"/>
                  </a:cubicBezTo>
                  <a:cubicBezTo>
                    <a:pt x="24876" y="16368"/>
                    <a:pt x="24956" y="16326"/>
                    <a:pt x="25032" y="16290"/>
                  </a:cubicBezTo>
                  <a:cubicBezTo>
                    <a:pt x="25288" y="16168"/>
                    <a:pt x="25557" y="16107"/>
                    <a:pt x="25825" y="16107"/>
                  </a:cubicBezTo>
                  <a:cubicBezTo>
                    <a:pt x="26156" y="16107"/>
                    <a:pt x="26485" y="16200"/>
                    <a:pt x="26785" y="16385"/>
                  </a:cubicBezTo>
                  <a:cubicBezTo>
                    <a:pt x="27329" y="16721"/>
                    <a:pt x="27662" y="17304"/>
                    <a:pt x="27674" y="17943"/>
                  </a:cubicBezTo>
                  <a:cubicBezTo>
                    <a:pt x="27748" y="21652"/>
                    <a:pt x="22223" y="23718"/>
                    <a:pt x="22168" y="23739"/>
                  </a:cubicBezTo>
                  <a:cubicBezTo>
                    <a:pt x="21892" y="23839"/>
                    <a:pt x="21749" y="24144"/>
                    <a:pt x="21851" y="24419"/>
                  </a:cubicBezTo>
                  <a:cubicBezTo>
                    <a:pt x="21929" y="24636"/>
                    <a:pt x="22132" y="24768"/>
                    <a:pt x="22349" y="24768"/>
                  </a:cubicBezTo>
                  <a:cubicBezTo>
                    <a:pt x="22409" y="24768"/>
                    <a:pt x="22471" y="24758"/>
                    <a:pt x="22531" y="24736"/>
                  </a:cubicBezTo>
                  <a:cubicBezTo>
                    <a:pt x="22789" y="24642"/>
                    <a:pt x="28824" y="22388"/>
                    <a:pt x="28736" y="17922"/>
                  </a:cubicBezTo>
                  <a:cubicBezTo>
                    <a:pt x="28716" y="16919"/>
                    <a:pt x="28196" y="16006"/>
                    <a:pt x="27343" y="15480"/>
                  </a:cubicBezTo>
                  <a:cubicBezTo>
                    <a:pt x="26987" y="15262"/>
                    <a:pt x="26598" y="15124"/>
                    <a:pt x="26198" y="15072"/>
                  </a:cubicBezTo>
                  <a:cubicBezTo>
                    <a:pt x="27319" y="13865"/>
                    <a:pt x="28219" y="12047"/>
                    <a:pt x="27335" y="9957"/>
                  </a:cubicBezTo>
                  <a:cubicBezTo>
                    <a:pt x="26563" y="8133"/>
                    <a:pt x="24733" y="6962"/>
                    <a:pt x="22753" y="6962"/>
                  </a:cubicBezTo>
                  <a:cubicBezTo>
                    <a:pt x="22557" y="6962"/>
                    <a:pt x="22360" y="6974"/>
                    <a:pt x="22162" y="6997"/>
                  </a:cubicBezTo>
                  <a:cubicBezTo>
                    <a:pt x="21150" y="7117"/>
                    <a:pt x="19850" y="7516"/>
                    <a:pt x="18669" y="8626"/>
                  </a:cubicBezTo>
                  <a:cubicBezTo>
                    <a:pt x="18851" y="6959"/>
                    <a:pt x="18833" y="4639"/>
                    <a:pt x="17788" y="2806"/>
                  </a:cubicBezTo>
                  <a:cubicBezTo>
                    <a:pt x="17049" y="1507"/>
                    <a:pt x="15901" y="640"/>
                    <a:pt x="14379" y="231"/>
                  </a:cubicBezTo>
                  <a:cubicBezTo>
                    <a:pt x="13801" y="76"/>
                    <a:pt x="13208" y="0"/>
                    <a:pt x="126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24"/>
            <p:cNvSpPr/>
            <p:nvPr/>
          </p:nvSpPr>
          <p:spPr>
            <a:xfrm rot="4393538">
              <a:off x="582701" y="732648"/>
              <a:ext cx="420579" cy="501721"/>
            </a:xfrm>
            <a:custGeom>
              <a:avLst/>
              <a:gdLst/>
              <a:ahLst/>
              <a:cxnLst/>
              <a:rect l="l" t="t" r="r" b="b"/>
              <a:pathLst>
                <a:path w="10811" h="12897" extrusionOk="0">
                  <a:moveTo>
                    <a:pt x="0" y="1"/>
                  </a:moveTo>
                  <a:cubicBezTo>
                    <a:pt x="1" y="1"/>
                    <a:pt x="1103" y="629"/>
                    <a:pt x="2252" y="2876"/>
                  </a:cubicBezTo>
                  <a:cubicBezTo>
                    <a:pt x="2984" y="4303"/>
                    <a:pt x="3430" y="5857"/>
                    <a:pt x="3649" y="7447"/>
                  </a:cubicBezTo>
                  <a:cubicBezTo>
                    <a:pt x="3914" y="9366"/>
                    <a:pt x="4826" y="12896"/>
                    <a:pt x="7952" y="12896"/>
                  </a:cubicBezTo>
                  <a:cubicBezTo>
                    <a:pt x="8751" y="12896"/>
                    <a:pt x="9695" y="12665"/>
                    <a:pt x="10811" y="12118"/>
                  </a:cubicBezTo>
                  <a:cubicBezTo>
                    <a:pt x="10811" y="12118"/>
                    <a:pt x="4909" y="68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24"/>
            <p:cNvSpPr/>
            <p:nvPr/>
          </p:nvSpPr>
          <p:spPr>
            <a:xfrm rot="4393538">
              <a:off x="658545" y="499675"/>
              <a:ext cx="647772" cy="852268"/>
            </a:xfrm>
            <a:custGeom>
              <a:avLst/>
              <a:gdLst/>
              <a:ahLst/>
              <a:cxnLst/>
              <a:rect l="l" t="t" r="r" b="b"/>
              <a:pathLst>
                <a:path w="16651" h="21908" extrusionOk="0">
                  <a:moveTo>
                    <a:pt x="1706" y="0"/>
                  </a:moveTo>
                  <a:cubicBezTo>
                    <a:pt x="1523" y="0"/>
                    <a:pt x="1337" y="35"/>
                    <a:pt x="1158" y="109"/>
                  </a:cubicBezTo>
                  <a:cubicBezTo>
                    <a:pt x="1149" y="113"/>
                    <a:pt x="1141" y="116"/>
                    <a:pt x="1131" y="119"/>
                  </a:cubicBezTo>
                  <a:cubicBezTo>
                    <a:pt x="391" y="433"/>
                    <a:pt x="43" y="1318"/>
                    <a:pt x="349" y="2061"/>
                  </a:cubicBezTo>
                  <a:cubicBezTo>
                    <a:pt x="889" y="3372"/>
                    <a:pt x="2015" y="5776"/>
                    <a:pt x="3543" y="7289"/>
                  </a:cubicBezTo>
                  <a:cubicBezTo>
                    <a:pt x="3543" y="7289"/>
                    <a:pt x="2338" y="7126"/>
                    <a:pt x="1216" y="7126"/>
                  </a:cubicBezTo>
                  <a:cubicBezTo>
                    <a:pt x="1150" y="7126"/>
                    <a:pt x="1084" y="7127"/>
                    <a:pt x="1018" y="7128"/>
                  </a:cubicBezTo>
                  <a:cubicBezTo>
                    <a:pt x="523" y="7138"/>
                    <a:pt x="102" y="7505"/>
                    <a:pt x="50" y="7997"/>
                  </a:cubicBezTo>
                  <a:cubicBezTo>
                    <a:pt x="47" y="8018"/>
                    <a:pt x="46" y="8039"/>
                    <a:pt x="44" y="8060"/>
                  </a:cubicBezTo>
                  <a:cubicBezTo>
                    <a:pt x="0" y="8604"/>
                    <a:pt x="431" y="9080"/>
                    <a:pt x="976" y="9119"/>
                  </a:cubicBezTo>
                  <a:lnTo>
                    <a:pt x="1025" y="9123"/>
                  </a:lnTo>
                  <a:cubicBezTo>
                    <a:pt x="3315" y="9300"/>
                    <a:pt x="5299" y="10777"/>
                    <a:pt x="6156" y="12909"/>
                  </a:cubicBezTo>
                  <a:cubicBezTo>
                    <a:pt x="6971" y="14943"/>
                    <a:pt x="8221" y="17876"/>
                    <a:pt x="9442" y="20017"/>
                  </a:cubicBezTo>
                  <a:cubicBezTo>
                    <a:pt x="10130" y="21225"/>
                    <a:pt x="11396" y="21907"/>
                    <a:pt x="12676" y="21907"/>
                  </a:cubicBezTo>
                  <a:cubicBezTo>
                    <a:pt x="13408" y="21907"/>
                    <a:pt x="14145" y="21684"/>
                    <a:pt x="14782" y="21207"/>
                  </a:cubicBezTo>
                  <a:cubicBezTo>
                    <a:pt x="14912" y="21108"/>
                    <a:pt x="15042" y="21002"/>
                    <a:pt x="15168" y="20884"/>
                  </a:cubicBezTo>
                  <a:cubicBezTo>
                    <a:pt x="16508" y="19647"/>
                    <a:pt x="16651" y="17577"/>
                    <a:pt x="15581" y="16099"/>
                  </a:cubicBezTo>
                  <a:cubicBezTo>
                    <a:pt x="14395" y="14461"/>
                    <a:pt x="12432" y="12008"/>
                    <a:pt x="9919" y="9794"/>
                  </a:cubicBezTo>
                  <a:cubicBezTo>
                    <a:pt x="8745" y="8759"/>
                    <a:pt x="8377" y="7070"/>
                    <a:pt x="9073" y="5668"/>
                  </a:cubicBezTo>
                  <a:cubicBezTo>
                    <a:pt x="9215" y="5380"/>
                    <a:pt x="9396" y="5074"/>
                    <a:pt x="9623" y="4751"/>
                  </a:cubicBezTo>
                  <a:cubicBezTo>
                    <a:pt x="9843" y="4438"/>
                    <a:pt x="9877" y="4022"/>
                    <a:pt x="9683" y="3692"/>
                  </a:cubicBezTo>
                  <a:cubicBezTo>
                    <a:pt x="9511" y="3399"/>
                    <a:pt x="9185" y="3096"/>
                    <a:pt x="8566" y="2953"/>
                  </a:cubicBezTo>
                  <a:cubicBezTo>
                    <a:pt x="8492" y="2936"/>
                    <a:pt x="8416" y="2928"/>
                    <a:pt x="8342" y="2928"/>
                  </a:cubicBezTo>
                  <a:cubicBezTo>
                    <a:pt x="8054" y="2928"/>
                    <a:pt x="7775" y="3053"/>
                    <a:pt x="7586" y="3277"/>
                  </a:cubicBezTo>
                  <a:cubicBezTo>
                    <a:pt x="7148" y="3796"/>
                    <a:pt x="6444" y="4773"/>
                    <a:pt x="6169" y="5968"/>
                  </a:cubicBezTo>
                  <a:cubicBezTo>
                    <a:pt x="6169" y="5968"/>
                    <a:pt x="4313" y="3187"/>
                    <a:pt x="3024" y="793"/>
                  </a:cubicBezTo>
                  <a:cubicBezTo>
                    <a:pt x="2756" y="296"/>
                    <a:pt x="2241" y="0"/>
                    <a:pt x="170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24"/>
            <p:cNvSpPr/>
            <p:nvPr/>
          </p:nvSpPr>
          <p:spPr>
            <a:xfrm rot="4393538">
              <a:off x="600992" y="468404"/>
              <a:ext cx="755922" cy="924626"/>
            </a:xfrm>
            <a:custGeom>
              <a:avLst/>
              <a:gdLst/>
              <a:ahLst/>
              <a:cxnLst/>
              <a:rect l="l" t="t" r="r" b="b"/>
              <a:pathLst>
                <a:path w="19431" h="23768" extrusionOk="0">
                  <a:moveTo>
                    <a:pt x="2981" y="1068"/>
                  </a:moveTo>
                  <a:cubicBezTo>
                    <a:pt x="3493" y="1068"/>
                    <a:pt x="4000" y="1389"/>
                    <a:pt x="4232" y="1908"/>
                  </a:cubicBezTo>
                  <a:cubicBezTo>
                    <a:pt x="5159" y="3980"/>
                    <a:pt x="6898" y="6594"/>
                    <a:pt x="6973" y="6706"/>
                  </a:cubicBezTo>
                  <a:cubicBezTo>
                    <a:pt x="7073" y="6854"/>
                    <a:pt x="7241" y="6941"/>
                    <a:pt x="7415" y="6941"/>
                  </a:cubicBezTo>
                  <a:cubicBezTo>
                    <a:pt x="7453" y="6941"/>
                    <a:pt x="7490" y="6937"/>
                    <a:pt x="7527" y="6929"/>
                  </a:cubicBezTo>
                  <a:cubicBezTo>
                    <a:pt x="7740" y="6884"/>
                    <a:pt x="7905" y="6712"/>
                    <a:pt x="7939" y="6496"/>
                  </a:cubicBezTo>
                  <a:cubicBezTo>
                    <a:pt x="8112" y="5457"/>
                    <a:pt x="8702" y="4374"/>
                    <a:pt x="9038" y="3823"/>
                  </a:cubicBezTo>
                  <a:cubicBezTo>
                    <a:pt x="9264" y="3450"/>
                    <a:pt x="9653" y="3224"/>
                    <a:pt x="10046" y="3224"/>
                  </a:cubicBezTo>
                  <a:cubicBezTo>
                    <a:pt x="10105" y="3224"/>
                    <a:pt x="10164" y="3229"/>
                    <a:pt x="10222" y="3240"/>
                  </a:cubicBezTo>
                  <a:cubicBezTo>
                    <a:pt x="10386" y="3269"/>
                    <a:pt x="10551" y="3333"/>
                    <a:pt x="10712" y="3434"/>
                  </a:cubicBezTo>
                  <a:cubicBezTo>
                    <a:pt x="11201" y="3740"/>
                    <a:pt x="11389" y="4385"/>
                    <a:pt x="11145" y="4938"/>
                  </a:cubicBezTo>
                  <a:cubicBezTo>
                    <a:pt x="10946" y="5392"/>
                    <a:pt x="10665" y="5810"/>
                    <a:pt x="10466" y="6080"/>
                  </a:cubicBezTo>
                  <a:cubicBezTo>
                    <a:pt x="10093" y="6584"/>
                    <a:pt x="9888" y="7159"/>
                    <a:pt x="9872" y="7739"/>
                  </a:cubicBezTo>
                  <a:cubicBezTo>
                    <a:pt x="9868" y="7807"/>
                    <a:pt x="9868" y="7872"/>
                    <a:pt x="9872" y="7940"/>
                  </a:cubicBezTo>
                  <a:cubicBezTo>
                    <a:pt x="9903" y="8885"/>
                    <a:pt x="10343" y="9817"/>
                    <a:pt x="11082" y="10494"/>
                  </a:cubicBezTo>
                  <a:cubicBezTo>
                    <a:pt x="12641" y="11927"/>
                    <a:pt x="15387" y="14643"/>
                    <a:pt x="15430" y="14684"/>
                  </a:cubicBezTo>
                  <a:cubicBezTo>
                    <a:pt x="17685" y="16748"/>
                    <a:pt x="18411" y="18701"/>
                    <a:pt x="17589" y="20489"/>
                  </a:cubicBezTo>
                  <a:cubicBezTo>
                    <a:pt x="16952" y="21873"/>
                    <a:pt x="15555" y="22703"/>
                    <a:pt x="14086" y="22703"/>
                  </a:cubicBezTo>
                  <a:cubicBezTo>
                    <a:pt x="13631" y="22703"/>
                    <a:pt x="13168" y="22623"/>
                    <a:pt x="12720" y="22456"/>
                  </a:cubicBezTo>
                  <a:cubicBezTo>
                    <a:pt x="9541" y="21265"/>
                    <a:pt x="8665" y="16711"/>
                    <a:pt x="8657" y="16666"/>
                  </a:cubicBezTo>
                  <a:cubicBezTo>
                    <a:pt x="8653" y="16645"/>
                    <a:pt x="8649" y="16624"/>
                    <a:pt x="8642" y="16603"/>
                  </a:cubicBezTo>
                  <a:cubicBezTo>
                    <a:pt x="7191" y="11947"/>
                    <a:pt x="5398" y="10843"/>
                    <a:pt x="5057" y="10671"/>
                  </a:cubicBezTo>
                  <a:cubicBezTo>
                    <a:pt x="3831" y="9911"/>
                    <a:pt x="2421" y="9629"/>
                    <a:pt x="1686" y="9526"/>
                  </a:cubicBezTo>
                  <a:cubicBezTo>
                    <a:pt x="1395" y="9485"/>
                    <a:pt x="1161" y="9288"/>
                    <a:pt x="1104" y="9033"/>
                  </a:cubicBezTo>
                  <a:cubicBezTo>
                    <a:pt x="1091" y="8976"/>
                    <a:pt x="1084" y="8918"/>
                    <a:pt x="1080" y="8865"/>
                  </a:cubicBezTo>
                  <a:cubicBezTo>
                    <a:pt x="1074" y="8713"/>
                    <a:pt x="1131" y="8562"/>
                    <a:pt x="1240" y="8442"/>
                  </a:cubicBezTo>
                  <a:cubicBezTo>
                    <a:pt x="1364" y="8305"/>
                    <a:pt x="1542" y="8223"/>
                    <a:pt x="1727" y="8215"/>
                  </a:cubicBezTo>
                  <a:cubicBezTo>
                    <a:pt x="1814" y="8212"/>
                    <a:pt x="1901" y="8210"/>
                    <a:pt x="1989" y="8210"/>
                  </a:cubicBezTo>
                  <a:cubicBezTo>
                    <a:pt x="3301" y="8210"/>
                    <a:pt x="4676" y="8601"/>
                    <a:pt x="4691" y="8605"/>
                  </a:cubicBezTo>
                  <a:cubicBezTo>
                    <a:pt x="4740" y="8619"/>
                    <a:pt x="4789" y="8625"/>
                    <a:pt x="4837" y="8625"/>
                  </a:cubicBezTo>
                  <a:cubicBezTo>
                    <a:pt x="5037" y="8625"/>
                    <a:pt x="5225" y="8512"/>
                    <a:pt x="5316" y="8324"/>
                  </a:cubicBezTo>
                  <a:cubicBezTo>
                    <a:pt x="5429" y="8091"/>
                    <a:pt x="5356" y="7811"/>
                    <a:pt x="5145" y="7661"/>
                  </a:cubicBezTo>
                  <a:cubicBezTo>
                    <a:pt x="3261" y="6321"/>
                    <a:pt x="2145" y="3962"/>
                    <a:pt x="1752" y="3010"/>
                  </a:cubicBezTo>
                  <a:cubicBezTo>
                    <a:pt x="1623" y="2697"/>
                    <a:pt x="1614" y="2344"/>
                    <a:pt x="1730" y="2045"/>
                  </a:cubicBezTo>
                  <a:cubicBezTo>
                    <a:pt x="1914" y="1564"/>
                    <a:pt x="2201" y="1263"/>
                    <a:pt x="2605" y="1128"/>
                  </a:cubicBezTo>
                  <a:cubicBezTo>
                    <a:pt x="2728" y="1087"/>
                    <a:pt x="2855" y="1068"/>
                    <a:pt x="2981" y="1068"/>
                  </a:cubicBezTo>
                  <a:close/>
                  <a:moveTo>
                    <a:pt x="2998" y="1"/>
                  </a:moveTo>
                  <a:cubicBezTo>
                    <a:pt x="2755" y="1"/>
                    <a:pt x="2510" y="39"/>
                    <a:pt x="2270" y="120"/>
                  </a:cubicBezTo>
                  <a:cubicBezTo>
                    <a:pt x="1567" y="355"/>
                    <a:pt x="1037" y="889"/>
                    <a:pt x="740" y="1664"/>
                  </a:cubicBezTo>
                  <a:cubicBezTo>
                    <a:pt x="525" y="2223"/>
                    <a:pt x="538" y="2845"/>
                    <a:pt x="772" y="3414"/>
                  </a:cubicBezTo>
                  <a:cubicBezTo>
                    <a:pt x="1162" y="4361"/>
                    <a:pt x="1909" y="5894"/>
                    <a:pt x="3084" y="7215"/>
                  </a:cubicBezTo>
                  <a:cubicBezTo>
                    <a:pt x="2740" y="7174"/>
                    <a:pt x="2373" y="7147"/>
                    <a:pt x="2006" y="7147"/>
                  </a:cubicBezTo>
                  <a:cubicBezTo>
                    <a:pt x="1899" y="7147"/>
                    <a:pt x="1791" y="7149"/>
                    <a:pt x="1684" y="7154"/>
                  </a:cubicBezTo>
                  <a:cubicBezTo>
                    <a:pt x="1218" y="7175"/>
                    <a:pt x="772" y="7383"/>
                    <a:pt x="458" y="7726"/>
                  </a:cubicBezTo>
                  <a:cubicBezTo>
                    <a:pt x="156" y="8056"/>
                    <a:pt x="1" y="8477"/>
                    <a:pt x="21" y="8914"/>
                  </a:cubicBezTo>
                  <a:cubicBezTo>
                    <a:pt x="26" y="9032"/>
                    <a:pt x="43" y="9151"/>
                    <a:pt x="70" y="9272"/>
                  </a:cubicBezTo>
                  <a:cubicBezTo>
                    <a:pt x="225" y="9955"/>
                    <a:pt x="818" y="10481"/>
                    <a:pt x="1543" y="10579"/>
                  </a:cubicBezTo>
                  <a:cubicBezTo>
                    <a:pt x="2199" y="10670"/>
                    <a:pt x="3456" y="10919"/>
                    <a:pt x="4517" y="11585"/>
                  </a:cubicBezTo>
                  <a:cubicBezTo>
                    <a:pt x="4531" y="11594"/>
                    <a:pt x="4556" y="11607"/>
                    <a:pt x="4571" y="11615"/>
                  </a:cubicBezTo>
                  <a:cubicBezTo>
                    <a:pt x="4587" y="11624"/>
                    <a:pt x="6244" y="12497"/>
                    <a:pt x="7619" y="16891"/>
                  </a:cubicBezTo>
                  <a:cubicBezTo>
                    <a:pt x="7713" y="17378"/>
                    <a:pt x="8718" y="22092"/>
                    <a:pt x="12348" y="23451"/>
                  </a:cubicBezTo>
                  <a:cubicBezTo>
                    <a:pt x="12918" y="23666"/>
                    <a:pt x="13504" y="23767"/>
                    <a:pt x="14084" y="23767"/>
                  </a:cubicBezTo>
                  <a:cubicBezTo>
                    <a:pt x="15957" y="23766"/>
                    <a:pt x="17740" y="22704"/>
                    <a:pt x="18555" y="20931"/>
                  </a:cubicBezTo>
                  <a:cubicBezTo>
                    <a:pt x="19269" y="19380"/>
                    <a:pt x="19431" y="16902"/>
                    <a:pt x="16164" y="13913"/>
                  </a:cubicBezTo>
                  <a:cubicBezTo>
                    <a:pt x="16136" y="13886"/>
                    <a:pt x="13378" y="11156"/>
                    <a:pt x="11802" y="9710"/>
                  </a:cubicBezTo>
                  <a:cubicBezTo>
                    <a:pt x="11273" y="9224"/>
                    <a:pt x="10957" y="8566"/>
                    <a:pt x="10935" y="7906"/>
                  </a:cubicBezTo>
                  <a:cubicBezTo>
                    <a:pt x="10934" y="7861"/>
                    <a:pt x="10934" y="7813"/>
                    <a:pt x="10935" y="7766"/>
                  </a:cubicBezTo>
                  <a:cubicBezTo>
                    <a:pt x="10945" y="7403"/>
                    <a:pt x="11080" y="7038"/>
                    <a:pt x="11322" y="6709"/>
                  </a:cubicBezTo>
                  <a:cubicBezTo>
                    <a:pt x="11554" y="6396"/>
                    <a:pt x="11880" y="5909"/>
                    <a:pt x="12120" y="5365"/>
                  </a:cubicBezTo>
                  <a:cubicBezTo>
                    <a:pt x="12576" y="4331"/>
                    <a:pt x="12213" y="3112"/>
                    <a:pt x="11274" y="2530"/>
                  </a:cubicBezTo>
                  <a:cubicBezTo>
                    <a:pt x="10996" y="2360"/>
                    <a:pt x="10707" y="2246"/>
                    <a:pt x="10409" y="2193"/>
                  </a:cubicBezTo>
                  <a:cubicBezTo>
                    <a:pt x="10290" y="2173"/>
                    <a:pt x="10172" y="2162"/>
                    <a:pt x="10053" y="2162"/>
                  </a:cubicBezTo>
                  <a:cubicBezTo>
                    <a:pt x="9294" y="2162"/>
                    <a:pt x="8553" y="2579"/>
                    <a:pt x="8132" y="3271"/>
                  </a:cubicBezTo>
                  <a:cubicBezTo>
                    <a:pt x="7835" y="3758"/>
                    <a:pt x="7484" y="4410"/>
                    <a:pt x="7221" y="5120"/>
                  </a:cubicBezTo>
                  <a:cubicBezTo>
                    <a:pt x="6628" y="4168"/>
                    <a:pt x="5753" y="2700"/>
                    <a:pt x="5203" y="1472"/>
                  </a:cubicBezTo>
                  <a:cubicBezTo>
                    <a:pt x="4793" y="555"/>
                    <a:pt x="3917" y="1"/>
                    <a:pt x="29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24"/>
            <p:cNvSpPr/>
            <p:nvPr/>
          </p:nvSpPr>
          <p:spPr>
            <a:xfrm rot="4393538">
              <a:off x="544973" y="820566"/>
              <a:ext cx="350982" cy="425628"/>
            </a:xfrm>
            <a:custGeom>
              <a:avLst/>
              <a:gdLst/>
              <a:ahLst/>
              <a:cxnLst/>
              <a:rect l="l" t="t" r="r" b="b"/>
              <a:pathLst>
                <a:path w="9022" h="10941" extrusionOk="0">
                  <a:moveTo>
                    <a:pt x="1271" y="1"/>
                  </a:moveTo>
                  <a:cubicBezTo>
                    <a:pt x="1002" y="1"/>
                    <a:pt x="772" y="203"/>
                    <a:pt x="743" y="476"/>
                  </a:cubicBezTo>
                  <a:cubicBezTo>
                    <a:pt x="711" y="775"/>
                    <a:pt x="1" y="7816"/>
                    <a:pt x="3222" y="10178"/>
                  </a:cubicBezTo>
                  <a:cubicBezTo>
                    <a:pt x="3914" y="10688"/>
                    <a:pt x="4724" y="10941"/>
                    <a:pt x="5645" y="10941"/>
                  </a:cubicBezTo>
                  <a:cubicBezTo>
                    <a:pt x="6538" y="10941"/>
                    <a:pt x="7536" y="10702"/>
                    <a:pt x="8630" y="10223"/>
                  </a:cubicBezTo>
                  <a:cubicBezTo>
                    <a:pt x="8900" y="10106"/>
                    <a:pt x="9022" y="9791"/>
                    <a:pt x="8905" y="9524"/>
                  </a:cubicBezTo>
                  <a:cubicBezTo>
                    <a:pt x="8818" y="9324"/>
                    <a:pt x="8622" y="9204"/>
                    <a:pt x="8417" y="9204"/>
                  </a:cubicBezTo>
                  <a:cubicBezTo>
                    <a:pt x="8346" y="9204"/>
                    <a:pt x="8274" y="9219"/>
                    <a:pt x="8205" y="9249"/>
                  </a:cubicBezTo>
                  <a:cubicBezTo>
                    <a:pt x="7250" y="9666"/>
                    <a:pt x="6398" y="9874"/>
                    <a:pt x="5654" y="9874"/>
                  </a:cubicBezTo>
                  <a:cubicBezTo>
                    <a:pt x="4955" y="9874"/>
                    <a:pt x="4352" y="9690"/>
                    <a:pt x="3850" y="9321"/>
                  </a:cubicBezTo>
                  <a:cubicBezTo>
                    <a:pt x="1119" y="7321"/>
                    <a:pt x="1792" y="655"/>
                    <a:pt x="1798" y="588"/>
                  </a:cubicBezTo>
                  <a:cubicBezTo>
                    <a:pt x="1830" y="297"/>
                    <a:pt x="1617" y="35"/>
                    <a:pt x="1326" y="4"/>
                  </a:cubicBezTo>
                  <a:cubicBezTo>
                    <a:pt x="1307" y="2"/>
                    <a:pt x="1289" y="1"/>
                    <a:pt x="12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24"/>
            <p:cNvSpPr/>
            <p:nvPr/>
          </p:nvSpPr>
          <p:spPr>
            <a:xfrm rot="4393538">
              <a:off x="762582" y="1239175"/>
              <a:ext cx="43571" cy="59326"/>
            </a:xfrm>
            <a:custGeom>
              <a:avLst/>
              <a:gdLst/>
              <a:ahLst/>
              <a:cxnLst/>
              <a:rect l="l" t="t" r="r" b="b"/>
              <a:pathLst>
                <a:path w="1120" h="1525" extrusionOk="0">
                  <a:moveTo>
                    <a:pt x="564" y="0"/>
                  </a:moveTo>
                  <a:cubicBezTo>
                    <a:pt x="542" y="0"/>
                    <a:pt x="520" y="2"/>
                    <a:pt x="498" y="5"/>
                  </a:cubicBezTo>
                  <a:cubicBezTo>
                    <a:pt x="207" y="39"/>
                    <a:pt x="1" y="304"/>
                    <a:pt x="35" y="596"/>
                  </a:cubicBezTo>
                  <a:cubicBezTo>
                    <a:pt x="52" y="724"/>
                    <a:pt x="56" y="850"/>
                    <a:pt x="50" y="969"/>
                  </a:cubicBezTo>
                  <a:cubicBezTo>
                    <a:pt x="38" y="1261"/>
                    <a:pt x="264" y="1510"/>
                    <a:pt x="556" y="1524"/>
                  </a:cubicBezTo>
                  <a:lnTo>
                    <a:pt x="582" y="1524"/>
                  </a:lnTo>
                  <a:cubicBezTo>
                    <a:pt x="864" y="1524"/>
                    <a:pt x="1098" y="1303"/>
                    <a:pt x="1112" y="1018"/>
                  </a:cubicBezTo>
                  <a:cubicBezTo>
                    <a:pt x="1119" y="840"/>
                    <a:pt x="1113" y="654"/>
                    <a:pt x="1090" y="467"/>
                  </a:cubicBezTo>
                  <a:cubicBezTo>
                    <a:pt x="1056" y="199"/>
                    <a:pt x="828" y="0"/>
                    <a:pt x="5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24"/>
            <p:cNvSpPr/>
            <p:nvPr/>
          </p:nvSpPr>
          <p:spPr>
            <a:xfrm rot="4393538">
              <a:off x="818196" y="1136587"/>
              <a:ext cx="101887" cy="119430"/>
            </a:xfrm>
            <a:custGeom>
              <a:avLst/>
              <a:gdLst/>
              <a:ahLst/>
              <a:cxnLst/>
              <a:rect l="l" t="t" r="r" b="b"/>
              <a:pathLst>
                <a:path w="2619" h="3070" extrusionOk="0">
                  <a:moveTo>
                    <a:pt x="591" y="1"/>
                  </a:moveTo>
                  <a:cubicBezTo>
                    <a:pt x="465" y="1"/>
                    <a:pt x="338" y="45"/>
                    <a:pt x="236" y="136"/>
                  </a:cubicBezTo>
                  <a:cubicBezTo>
                    <a:pt x="19" y="331"/>
                    <a:pt x="0" y="668"/>
                    <a:pt x="196" y="886"/>
                  </a:cubicBezTo>
                  <a:cubicBezTo>
                    <a:pt x="786" y="1545"/>
                    <a:pt x="1238" y="2181"/>
                    <a:pt x="1540" y="2778"/>
                  </a:cubicBezTo>
                  <a:cubicBezTo>
                    <a:pt x="1633" y="2964"/>
                    <a:pt x="1821" y="3070"/>
                    <a:pt x="2015" y="3070"/>
                  </a:cubicBezTo>
                  <a:cubicBezTo>
                    <a:pt x="2096" y="3070"/>
                    <a:pt x="2178" y="3051"/>
                    <a:pt x="2252" y="3013"/>
                  </a:cubicBezTo>
                  <a:cubicBezTo>
                    <a:pt x="2513" y="2880"/>
                    <a:pt x="2619" y="2561"/>
                    <a:pt x="2486" y="2298"/>
                  </a:cubicBezTo>
                  <a:cubicBezTo>
                    <a:pt x="2143" y="1618"/>
                    <a:pt x="1638" y="905"/>
                    <a:pt x="986" y="177"/>
                  </a:cubicBezTo>
                  <a:cubicBezTo>
                    <a:pt x="881" y="60"/>
                    <a:pt x="737" y="1"/>
                    <a:pt x="5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24"/>
            <p:cNvSpPr/>
            <p:nvPr/>
          </p:nvSpPr>
          <p:spPr>
            <a:xfrm rot="4393538">
              <a:off x="1515224" y="213666"/>
              <a:ext cx="55981" cy="143160"/>
            </a:xfrm>
            <a:custGeom>
              <a:avLst/>
              <a:gdLst/>
              <a:ahLst/>
              <a:cxnLst/>
              <a:rect l="l" t="t" r="r" b="b"/>
              <a:pathLst>
                <a:path w="1439" h="3680" extrusionOk="0">
                  <a:moveTo>
                    <a:pt x="768" y="1"/>
                  </a:moveTo>
                  <a:cubicBezTo>
                    <a:pt x="537" y="1"/>
                    <a:pt x="325" y="151"/>
                    <a:pt x="258" y="383"/>
                  </a:cubicBezTo>
                  <a:cubicBezTo>
                    <a:pt x="0" y="1270"/>
                    <a:pt x="26" y="2249"/>
                    <a:pt x="337" y="3298"/>
                  </a:cubicBezTo>
                  <a:cubicBezTo>
                    <a:pt x="406" y="3530"/>
                    <a:pt x="617" y="3680"/>
                    <a:pt x="846" y="3680"/>
                  </a:cubicBezTo>
                  <a:cubicBezTo>
                    <a:pt x="896" y="3680"/>
                    <a:pt x="946" y="3671"/>
                    <a:pt x="997" y="3656"/>
                  </a:cubicBezTo>
                  <a:cubicBezTo>
                    <a:pt x="1277" y="3573"/>
                    <a:pt x="1439" y="3278"/>
                    <a:pt x="1356" y="2996"/>
                  </a:cubicBezTo>
                  <a:cubicBezTo>
                    <a:pt x="1103" y="2146"/>
                    <a:pt x="1078" y="1368"/>
                    <a:pt x="1279" y="682"/>
                  </a:cubicBezTo>
                  <a:cubicBezTo>
                    <a:pt x="1361" y="399"/>
                    <a:pt x="1199" y="105"/>
                    <a:pt x="917" y="22"/>
                  </a:cubicBezTo>
                  <a:cubicBezTo>
                    <a:pt x="867" y="7"/>
                    <a:pt x="817" y="1"/>
                    <a:pt x="7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24"/>
            <p:cNvSpPr/>
            <p:nvPr/>
          </p:nvSpPr>
          <p:spPr>
            <a:xfrm rot="4393538">
              <a:off x="1620909" y="259817"/>
              <a:ext cx="62828" cy="57420"/>
            </a:xfrm>
            <a:custGeom>
              <a:avLst/>
              <a:gdLst/>
              <a:ahLst/>
              <a:cxnLst/>
              <a:rect l="l" t="t" r="r" b="b"/>
              <a:pathLst>
                <a:path w="1615" h="1476" extrusionOk="0">
                  <a:moveTo>
                    <a:pt x="1012" y="0"/>
                  </a:moveTo>
                  <a:cubicBezTo>
                    <a:pt x="904" y="0"/>
                    <a:pt x="795" y="33"/>
                    <a:pt x="701" y="101"/>
                  </a:cubicBezTo>
                  <a:cubicBezTo>
                    <a:pt x="678" y="119"/>
                    <a:pt x="452" y="286"/>
                    <a:pt x="188" y="604"/>
                  </a:cubicBezTo>
                  <a:cubicBezTo>
                    <a:pt x="1" y="830"/>
                    <a:pt x="32" y="1165"/>
                    <a:pt x="258" y="1352"/>
                  </a:cubicBezTo>
                  <a:cubicBezTo>
                    <a:pt x="356" y="1434"/>
                    <a:pt x="477" y="1475"/>
                    <a:pt x="597" y="1475"/>
                  </a:cubicBezTo>
                  <a:cubicBezTo>
                    <a:pt x="749" y="1475"/>
                    <a:pt x="900" y="1408"/>
                    <a:pt x="1006" y="1283"/>
                  </a:cubicBezTo>
                  <a:cubicBezTo>
                    <a:pt x="1179" y="1073"/>
                    <a:pt x="1322" y="964"/>
                    <a:pt x="1327" y="960"/>
                  </a:cubicBezTo>
                  <a:cubicBezTo>
                    <a:pt x="1563" y="787"/>
                    <a:pt x="1615" y="457"/>
                    <a:pt x="1443" y="220"/>
                  </a:cubicBezTo>
                  <a:cubicBezTo>
                    <a:pt x="1340" y="77"/>
                    <a:pt x="1177" y="0"/>
                    <a:pt x="10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9" name="Google Shape;199;p24"/>
          <p:cNvGrpSpPr/>
          <p:nvPr/>
        </p:nvGrpSpPr>
        <p:grpSpPr>
          <a:xfrm>
            <a:off x="630776" y="3608409"/>
            <a:ext cx="1141002" cy="1091584"/>
            <a:chOff x="630776" y="3608409"/>
            <a:chExt cx="1141002" cy="1091584"/>
          </a:xfrm>
        </p:grpSpPr>
        <p:sp>
          <p:nvSpPr>
            <p:cNvPr id="200" name="Google Shape;200;p24"/>
            <p:cNvSpPr/>
            <p:nvPr/>
          </p:nvSpPr>
          <p:spPr>
            <a:xfrm rot="-162658">
              <a:off x="654784" y="3633675"/>
              <a:ext cx="1092986" cy="1041053"/>
            </a:xfrm>
            <a:custGeom>
              <a:avLst/>
              <a:gdLst/>
              <a:ahLst/>
              <a:cxnLst/>
              <a:rect l="l" t="t" r="r" b="b"/>
              <a:pathLst>
                <a:path w="34179" h="32555" extrusionOk="0">
                  <a:moveTo>
                    <a:pt x="14496" y="1876"/>
                  </a:moveTo>
                  <a:cubicBezTo>
                    <a:pt x="14540" y="1876"/>
                    <a:pt x="14583" y="1882"/>
                    <a:pt x="14622" y="1895"/>
                  </a:cubicBezTo>
                  <a:lnTo>
                    <a:pt x="14679" y="1914"/>
                  </a:lnTo>
                  <a:cubicBezTo>
                    <a:pt x="14792" y="1954"/>
                    <a:pt x="14877" y="2033"/>
                    <a:pt x="14927" y="2147"/>
                  </a:cubicBezTo>
                  <a:cubicBezTo>
                    <a:pt x="14983" y="2272"/>
                    <a:pt x="14983" y="2424"/>
                    <a:pt x="14929" y="2554"/>
                  </a:cubicBezTo>
                  <a:cubicBezTo>
                    <a:pt x="14670" y="3167"/>
                    <a:pt x="14356" y="4141"/>
                    <a:pt x="14335" y="5284"/>
                  </a:cubicBezTo>
                  <a:lnTo>
                    <a:pt x="14314" y="6659"/>
                  </a:lnTo>
                  <a:lnTo>
                    <a:pt x="15926" y="6057"/>
                  </a:lnTo>
                  <a:lnTo>
                    <a:pt x="16092" y="5827"/>
                  </a:lnTo>
                  <a:cubicBezTo>
                    <a:pt x="16385" y="5420"/>
                    <a:pt x="16727" y="5122"/>
                    <a:pt x="17105" y="4941"/>
                  </a:cubicBezTo>
                  <a:cubicBezTo>
                    <a:pt x="17275" y="4861"/>
                    <a:pt x="17453" y="4821"/>
                    <a:pt x="17629" y="4821"/>
                  </a:cubicBezTo>
                  <a:cubicBezTo>
                    <a:pt x="17896" y="4821"/>
                    <a:pt x="18158" y="4912"/>
                    <a:pt x="18383" y="5090"/>
                  </a:cubicBezTo>
                  <a:lnTo>
                    <a:pt x="18696" y="5336"/>
                  </a:lnTo>
                  <a:lnTo>
                    <a:pt x="19090" y="5282"/>
                  </a:lnTo>
                  <a:cubicBezTo>
                    <a:pt x="19694" y="5201"/>
                    <a:pt x="20267" y="5160"/>
                    <a:pt x="20794" y="5160"/>
                  </a:cubicBezTo>
                  <a:cubicBezTo>
                    <a:pt x="25475" y="5160"/>
                    <a:pt x="28381" y="7853"/>
                    <a:pt x="29994" y="10112"/>
                  </a:cubicBezTo>
                  <a:cubicBezTo>
                    <a:pt x="31491" y="12213"/>
                    <a:pt x="32301" y="14767"/>
                    <a:pt x="32274" y="17304"/>
                  </a:cubicBezTo>
                  <a:cubicBezTo>
                    <a:pt x="32247" y="20346"/>
                    <a:pt x="31086" y="23216"/>
                    <a:pt x="28915" y="25602"/>
                  </a:cubicBezTo>
                  <a:cubicBezTo>
                    <a:pt x="26667" y="28068"/>
                    <a:pt x="23475" y="29764"/>
                    <a:pt x="19926" y="30376"/>
                  </a:cubicBezTo>
                  <a:cubicBezTo>
                    <a:pt x="18762" y="30580"/>
                    <a:pt x="17586" y="30682"/>
                    <a:pt x="16431" y="30682"/>
                  </a:cubicBezTo>
                  <a:cubicBezTo>
                    <a:pt x="13605" y="30682"/>
                    <a:pt x="10889" y="30074"/>
                    <a:pt x="8360" y="28876"/>
                  </a:cubicBezTo>
                  <a:cubicBezTo>
                    <a:pt x="4700" y="27145"/>
                    <a:pt x="2294" y="23547"/>
                    <a:pt x="2082" y="19483"/>
                  </a:cubicBezTo>
                  <a:cubicBezTo>
                    <a:pt x="1896" y="16050"/>
                    <a:pt x="2829" y="13184"/>
                    <a:pt x="4853" y="10959"/>
                  </a:cubicBezTo>
                  <a:cubicBezTo>
                    <a:pt x="6106" y="9584"/>
                    <a:pt x="7763" y="8490"/>
                    <a:pt x="9777" y="7711"/>
                  </a:cubicBezTo>
                  <a:lnTo>
                    <a:pt x="10107" y="7582"/>
                  </a:lnTo>
                  <a:lnTo>
                    <a:pt x="10270" y="7268"/>
                  </a:lnTo>
                  <a:cubicBezTo>
                    <a:pt x="10328" y="7157"/>
                    <a:pt x="10407" y="7071"/>
                    <a:pt x="10504" y="7011"/>
                  </a:cubicBezTo>
                  <a:cubicBezTo>
                    <a:pt x="10680" y="6900"/>
                    <a:pt x="10942" y="6845"/>
                    <a:pt x="11270" y="6845"/>
                  </a:cubicBezTo>
                  <a:cubicBezTo>
                    <a:pt x="11498" y="6845"/>
                    <a:pt x="11758" y="6872"/>
                    <a:pt x="12044" y="6927"/>
                  </a:cubicBezTo>
                  <a:lnTo>
                    <a:pt x="12233" y="6962"/>
                  </a:lnTo>
                  <a:lnTo>
                    <a:pt x="12420" y="6921"/>
                  </a:lnTo>
                  <a:cubicBezTo>
                    <a:pt x="12689" y="6864"/>
                    <a:pt x="12964" y="6810"/>
                    <a:pt x="13236" y="6763"/>
                  </a:cubicBezTo>
                  <a:lnTo>
                    <a:pt x="14208" y="6596"/>
                  </a:lnTo>
                  <a:lnTo>
                    <a:pt x="13990" y="5633"/>
                  </a:lnTo>
                  <a:cubicBezTo>
                    <a:pt x="13709" y="4397"/>
                    <a:pt x="13729" y="3242"/>
                    <a:pt x="14045" y="2198"/>
                  </a:cubicBezTo>
                  <a:cubicBezTo>
                    <a:pt x="14080" y="2081"/>
                    <a:pt x="14158" y="1990"/>
                    <a:pt x="14271" y="1930"/>
                  </a:cubicBezTo>
                  <a:cubicBezTo>
                    <a:pt x="14341" y="1894"/>
                    <a:pt x="14421" y="1876"/>
                    <a:pt x="14496" y="1876"/>
                  </a:cubicBezTo>
                  <a:close/>
                  <a:moveTo>
                    <a:pt x="14490" y="0"/>
                  </a:moveTo>
                  <a:cubicBezTo>
                    <a:pt x="14114" y="0"/>
                    <a:pt x="13739" y="90"/>
                    <a:pt x="13403" y="266"/>
                  </a:cubicBezTo>
                  <a:cubicBezTo>
                    <a:pt x="12844" y="557"/>
                    <a:pt x="12434" y="1049"/>
                    <a:pt x="12252" y="1650"/>
                  </a:cubicBezTo>
                  <a:cubicBezTo>
                    <a:pt x="11931" y="2705"/>
                    <a:pt x="11842" y="3835"/>
                    <a:pt x="11984" y="5017"/>
                  </a:cubicBezTo>
                  <a:cubicBezTo>
                    <a:pt x="11736" y="4985"/>
                    <a:pt x="11499" y="4969"/>
                    <a:pt x="11273" y="4969"/>
                  </a:cubicBezTo>
                  <a:cubicBezTo>
                    <a:pt x="10582" y="4969"/>
                    <a:pt x="9992" y="5119"/>
                    <a:pt x="9513" y="5419"/>
                  </a:cubicBezTo>
                  <a:cubicBezTo>
                    <a:pt x="9238" y="5589"/>
                    <a:pt x="9000" y="5814"/>
                    <a:pt x="8809" y="6078"/>
                  </a:cubicBezTo>
                  <a:cubicBezTo>
                    <a:pt x="6654" y="6957"/>
                    <a:pt x="4859" y="8172"/>
                    <a:pt x="3470" y="9696"/>
                  </a:cubicBezTo>
                  <a:cubicBezTo>
                    <a:pt x="1096" y="12305"/>
                    <a:pt x="0" y="15629"/>
                    <a:pt x="212" y="19580"/>
                  </a:cubicBezTo>
                  <a:cubicBezTo>
                    <a:pt x="462" y="24331"/>
                    <a:pt x="3277" y="28541"/>
                    <a:pt x="7560" y="30568"/>
                  </a:cubicBezTo>
                  <a:cubicBezTo>
                    <a:pt x="10340" y="31886"/>
                    <a:pt x="13325" y="32554"/>
                    <a:pt x="16431" y="32554"/>
                  </a:cubicBezTo>
                  <a:cubicBezTo>
                    <a:pt x="17694" y="32554"/>
                    <a:pt x="18977" y="32442"/>
                    <a:pt x="20248" y="32220"/>
                  </a:cubicBezTo>
                  <a:cubicBezTo>
                    <a:pt x="24203" y="31538"/>
                    <a:pt x="27775" y="29635"/>
                    <a:pt x="30301" y="26860"/>
                  </a:cubicBezTo>
                  <a:cubicBezTo>
                    <a:pt x="32786" y="24127"/>
                    <a:pt x="34117" y="20830"/>
                    <a:pt x="34148" y="17320"/>
                  </a:cubicBezTo>
                  <a:cubicBezTo>
                    <a:pt x="34179" y="14393"/>
                    <a:pt x="33246" y="11445"/>
                    <a:pt x="31520" y="9023"/>
                  </a:cubicBezTo>
                  <a:lnTo>
                    <a:pt x="31519" y="9022"/>
                  </a:lnTo>
                  <a:cubicBezTo>
                    <a:pt x="29649" y="6404"/>
                    <a:pt x="26272" y="3284"/>
                    <a:pt x="20793" y="3284"/>
                  </a:cubicBezTo>
                  <a:cubicBezTo>
                    <a:pt x="20289" y="3284"/>
                    <a:pt x="19755" y="3316"/>
                    <a:pt x="19198" y="3379"/>
                  </a:cubicBezTo>
                  <a:cubicBezTo>
                    <a:pt x="18715" y="3092"/>
                    <a:pt x="18174" y="2946"/>
                    <a:pt x="17628" y="2946"/>
                  </a:cubicBezTo>
                  <a:cubicBezTo>
                    <a:pt x="17327" y="2946"/>
                    <a:pt x="17024" y="2991"/>
                    <a:pt x="16729" y="3081"/>
                  </a:cubicBezTo>
                  <a:cubicBezTo>
                    <a:pt x="16906" y="2527"/>
                    <a:pt x="16875" y="1922"/>
                    <a:pt x="16640" y="1388"/>
                  </a:cubicBezTo>
                  <a:cubicBezTo>
                    <a:pt x="16379" y="799"/>
                    <a:pt x="15904" y="358"/>
                    <a:pt x="15290" y="141"/>
                  </a:cubicBezTo>
                  <a:lnTo>
                    <a:pt x="15211" y="114"/>
                  </a:lnTo>
                  <a:cubicBezTo>
                    <a:pt x="14978" y="38"/>
                    <a:pt x="14734" y="0"/>
                    <a:pt x="14490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24"/>
            <p:cNvSpPr/>
            <p:nvPr/>
          </p:nvSpPr>
          <p:spPr>
            <a:xfrm rot="-162658">
              <a:off x="685039" y="3663666"/>
              <a:ext cx="1032675" cy="981190"/>
            </a:xfrm>
            <a:custGeom>
              <a:avLst/>
              <a:gdLst/>
              <a:ahLst/>
              <a:cxnLst/>
              <a:rect l="l" t="t" r="r" b="b"/>
              <a:pathLst>
                <a:path w="32293" h="30683" extrusionOk="0">
                  <a:moveTo>
                    <a:pt x="13545" y="1"/>
                  </a:moveTo>
                  <a:cubicBezTo>
                    <a:pt x="13318" y="1"/>
                    <a:pt x="13092" y="55"/>
                    <a:pt x="12888" y="162"/>
                  </a:cubicBezTo>
                  <a:cubicBezTo>
                    <a:pt x="12553" y="337"/>
                    <a:pt x="12309" y="629"/>
                    <a:pt x="12200" y="987"/>
                  </a:cubicBezTo>
                  <a:cubicBezTo>
                    <a:pt x="11776" y="2379"/>
                    <a:pt x="11867" y="3754"/>
                    <a:pt x="12127" y="4902"/>
                  </a:cubicBezTo>
                  <a:cubicBezTo>
                    <a:pt x="11863" y="4947"/>
                    <a:pt x="11576" y="5001"/>
                    <a:pt x="11271" y="5069"/>
                  </a:cubicBezTo>
                  <a:cubicBezTo>
                    <a:pt x="10927" y="5003"/>
                    <a:pt x="10610" y="4970"/>
                    <a:pt x="10321" y="4970"/>
                  </a:cubicBezTo>
                  <a:cubicBezTo>
                    <a:pt x="9812" y="4970"/>
                    <a:pt x="9390" y="5073"/>
                    <a:pt x="9060" y="5279"/>
                  </a:cubicBezTo>
                  <a:cubicBezTo>
                    <a:pt x="8868" y="5399"/>
                    <a:pt x="8650" y="5595"/>
                    <a:pt x="8492" y="5900"/>
                  </a:cubicBezTo>
                  <a:cubicBezTo>
                    <a:pt x="6701" y="6595"/>
                    <a:pt x="4771" y="7682"/>
                    <a:pt x="3214" y="9391"/>
                  </a:cubicBezTo>
                  <a:cubicBezTo>
                    <a:pt x="1015" y="11809"/>
                    <a:pt x="0" y="14905"/>
                    <a:pt x="199" y="18595"/>
                  </a:cubicBezTo>
                  <a:cubicBezTo>
                    <a:pt x="430" y="23003"/>
                    <a:pt x="3041" y="26908"/>
                    <a:pt x="7011" y="28785"/>
                  </a:cubicBezTo>
                  <a:cubicBezTo>
                    <a:pt x="9667" y="30043"/>
                    <a:pt x="12516" y="30682"/>
                    <a:pt x="15482" y="30682"/>
                  </a:cubicBezTo>
                  <a:cubicBezTo>
                    <a:pt x="16690" y="30682"/>
                    <a:pt x="17921" y="30574"/>
                    <a:pt x="19138" y="30362"/>
                  </a:cubicBezTo>
                  <a:cubicBezTo>
                    <a:pt x="22891" y="29715"/>
                    <a:pt x="26271" y="27916"/>
                    <a:pt x="28658" y="25296"/>
                  </a:cubicBezTo>
                  <a:cubicBezTo>
                    <a:pt x="30986" y="22736"/>
                    <a:pt x="32232" y="19652"/>
                    <a:pt x="32261" y="16376"/>
                  </a:cubicBezTo>
                  <a:cubicBezTo>
                    <a:pt x="32292" y="13642"/>
                    <a:pt x="31421" y="10890"/>
                    <a:pt x="29809" y="8630"/>
                  </a:cubicBezTo>
                  <a:cubicBezTo>
                    <a:pt x="28067" y="6191"/>
                    <a:pt x="24926" y="3284"/>
                    <a:pt x="19846" y="3284"/>
                  </a:cubicBezTo>
                  <a:cubicBezTo>
                    <a:pt x="19249" y="3284"/>
                    <a:pt x="18636" y="3330"/>
                    <a:pt x="18016" y="3416"/>
                  </a:cubicBezTo>
                  <a:cubicBezTo>
                    <a:pt x="17625" y="3106"/>
                    <a:pt x="17158" y="2945"/>
                    <a:pt x="16682" y="2945"/>
                  </a:cubicBezTo>
                  <a:cubicBezTo>
                    <a:pt x="16370" y="2945"/>
                    <a:pt x="16055" y="3014"/>
                    <a:pt x="15756" y="3157"/>
                  </a:cubicBezTo>
                  <a:cubicBezTo>
                    <a:pt x="15227" y="3408"/>
                    <a:pt x="14770" y="3805"/>
                    <a:pt x="14385" y="4343"/>
                  </a:cubicBezTo>
                  <a:cubicBezTo>
                    <a:pt x="14365" y="4352"/>
                    <a:pt x="14344" y="4357"/>
                    <a:pt x="14325" y="4365"/>
                  </a:cubicBezTo>
                  <a:cubicBezTo>
                    <a:pt x="14343" y="3362"/>
                    <a:pt x="14627" y="2499"/>
                    <a:pt x="14845" y="1980"/>
                  </a:cubicBezTo>
                  <a:cubicBezTo>
                    <a:pt x="15000" y="1612"/>
                    <a:pt x="14997" y="1193"/>
                    <a:pt x="14837" y="831"/>
                  </a:cubicBezTo>
                  <a:cubicBezTo>
                    <a:pt x="14682" y="480"/>
                    <a:pt x="14400" y="218"/>
                    <a:pt x="14042" y="92"/>
                  </a:cubicBezTo>
                  <a:lnTo>
                    <a:pt x="13974" y="68"/>
                  </a:lnTo>
                  <a:cubicBezTo>
                    <a:pt x="13835" y="23"/>
                    <a:pt x="13690" y="1"/>
                    <a:pt x="135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24"/>
            <p:cNvSpPr/>
            <p:nvPr/>
          </p:nvSpPr>
          <p:spPr>
            <a:xfrm rot="-162658">
              <a:off x="724831" y="3819570"/>
              <a:ext cx="944063" cy="763386"/>
            </a:xfrm>
            <a:custGeom>
              <a:avLst/>
              <a:gdLst/>
              <a:ahLst/>
              <a:cxnLst/>
              <a:rect l="l" t="t" r="r" b="b"/>
              <a:pathLst>
                <a:path w="29522" h="23872" extrusionOk="0">
                  <a:moveTo>
                    <a:pt x="18938" y="1"/>
                  </a:moveTo>
                  <a:cubicBezTo>
                    <a:pt x="17151" y="1"/>
                    <a:pt x="15085" y="434"/>
                    <a:pt x="12708" y="1508"/>
                  </a:cubicBezTo>
                  <a:cubicBezTo>
                    <a:pt x="12708" y="1508"/>
                    <a:pt x="1" y="2017"/>
                    <a:pt x="614" y="13521"/>
                  </a:cubicBezTo>
                  <a:cubicBezTo>
                    <a:pt x="810" y="17211"/>
                    <a:pt x="3007" y="20525"/>
                    <a:pt x="6347" y="22104"/>
                  </a:cubicBezTo>
                  <a:cubicBezTo>
                    <a:pt x="8381" y="23067"/>
                    <a:pt x="11042" y="23871"/>
                    <a:pt x="14255" y="23871"/>
                  </a:cubicBezTo>
                  <a:cubicBezTo>
                    <a:pt x="15343" y="23871"/>
                    <a:pt x="16496" y="23779"/>
                    <a:pt x="17708" y="23569"/>
                  </a:cubicBezTo>
                  <a:cubicBezTo>
                    <a:pt x="21008" y="22997"/>
                    <a:pt x="24094" y="21468"/>
                    <a:pt x="26350" y="18993"/>
                  </a:cubicBezTo>
                  <a:cubicBezTo>
                    <a:pt x="28007" y="17173"/>
                    <a:pt x="29466" y="14618"/>
                    <a:pt x="29499" y="11257"/>
                  </a:cubicBezTo>
                  <a:cubicBezTo>
                    <a:pt x="29521" y="8869"/>
                    <a:pt x="28761" y="6524"/>
                    <a:pt x="27375" y="4581"/>
                  </a:cubicBezTo>
                  <a:cubicBezTo>
                    <a:pt x="25861" y="2456"/>
                    <a:pt x="23191" y="1"/>
                    <a:pt x="1893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24"/>
            <p:cNvSpPr/>
            <p:nvPr/>
          </p:nvSpPr>
          <p:spPr>
            <a:xfrm rot="-162658">
              <a:off x="687617" y="3768589"/>
              <a:ext cx="1032611" cy="876173"/>
            </a:xfrm>
            <a:custGeom>
              <a:avLst/>
              <a:gdLst/>
              <a:ahLst/>
              <a:cxnLst/>
              <a:rect l="l" t="t" r="r" b="b"/>
              <a:pathLst>
                <a:path w="32291" h="27399" extrusionOk="0">
                  <a:moveTo>
                    <a:pt x="19843" y="983"/>
                  </a:moveTo>
                  <a:cubicBezTo>
                    <a:pt x="24504" y="983"/>
                    <a:pt x="27400" y="3665"/>
                    <a:pt x="29007" y="5913"/>
                  </a:cubicBezTo>
                  <a:cubicBezTo>
                    <a:pt x="30498" y="8007"/>
                    <a:pt x="31305" y="10551"/>
                    <a:pt x="31278" y="13078"/>
                  </a:cubicBezTo>
                  <a:cubicBezTo>
                    <a:pt x="31251" y="16109"/>
                    <a:pt x="30094" y="18968"/>
                    <a:pt x="27931" y="21345"/>
                  </a:cubicBezTo>
                  <a:cubicBezTo>
                    <a:pt x="25690" y="23805"/>
                    <a:pt x="22508" y="25496"/>
                    <a:pt x="18970" y="26106"/>
                  </a:cubicBezTo>
                  <a:cubicBezTo>
                    <a:pt x="17806" y="26310"/>
                    <a:pt x="16633" y="26413"/>
                    <a:pt x="15481" y="26413"/>
                  </a:cubicBezTo>
                  <a:cubicBezTo>
                    <a:pt x="12662" y="26413"/>
                    <a:pt x="9954" y="25808"/>
                    <a:pt x="7431" y="24612"/>
                  </a:cubicBezTo>
                  <a:cubicBezTo>
                    <a:pt x="3787" y="22887"/>
                    <a:pt x="1391" y="19303"/>
                    <a:pt x="1178" y="15257"/>
                  </a:cubicBezTo>
                  <a:cubicBezTo>
                    <a:pt x="995" y="11839"/>
                    <a:pt x="1923" y="8982"/>
                    <a:pt x="3939" y="6768"/>
                  </a:cubicBezTo>
                  <a:cubicBezTo>
                    <a:pt x="7152" y="3242"/>
                    <a:pt x="12124" y="2546"/>
                    <a:pt x="13572" y="2417"/>
                  </a:cubicBezTo>
                  <a:cubicBezTo>
                    <a:pt x="13624" y="2412"/>
                    <a:pt x="13675" y="2398"/>
                    <a:pt x="13723" y="2379"/>
                  </a:cubicBezTo>
                  <a:cubicBezTo>
                    <a:pt x="15871" y="1452"/>
                    <a:pt x="17930" y="983"/>
                    <a:pt x="19843" y="983"/>
                  </a:cubicBezTo>
                  <a:close/>
                  <a:moveTo>
                    <a:pt x="19844" y="1"/>
                  </a:moveTo>
                  <a:cubicBezTo>
                    <a:pt x="17819" y="1"/>
                    <a:pt x="15654" y="487"/>
                    <a:pt x="13407" y="1446"/>
                  </a:cubicBezTo>
                  <a:cubicBezTo>
                    <a:pt x="11777" y="1600"/>
                    <a:pt x="6611" y="2380"/>
                    <a:pt x="3214" y="6107"/>
                  </a:cubicBezTo>
                  <a:cubicBezTo>
                    <a:pt x="1014" y="8524"/>
                    <a:pt x="0" y="11621"/>
                    <a:pt x="198" y="15311"/>
                  </a:cubicBezTo>
                  <a:cubicBezTo>
                    <a:pt x="428" y="19718"/>
                    <a:pt x="3039" y="23622"/>
                    <a:pt x="7011" y="25501"/>
                  </a:cubicBezTo>
                  <a:cubicBezTo>
                    <a:pt x="9666" y="26760"/>
                    <a:pt x="12516" y="27398"/>
                    <a:pt x="15482" y="27398"/>
                  </a:cubicBezTo>
                  <a:cubicBezTo>
                    <a:pt x="16690" y="27398"/>
                    <a:pt x="17920" y="27290"/>
                    <a:pt x="19139" y="27077"/>
                  </a:cubicBezTo>
                  <a:cubicBezTo>
                    <a:pt x="22891" y="26430"/>
                    <a:pt x="26272" y="24630"/>
                    <a:pt x="28659" y="22009"/>
                  </a:cubicBezTo>
                  <a:cubicBezTo>
                    <a:pt x="30987" y="19450"/>
                    <a:pt x="32234" y="16366"/>
                    <a:pt x="32262" y="13090"/>
                  </a:cubicBezTo>
                  <a:cubicBezTo>
                    <a:pt x="32290" y="10357"/>
                    <a:pt x="31418" y="7607"/>
                    <a:pt x="29808" y="5346"/>
                  </a:cubicBezTo>
                  <a:cubicBezTo>
                    <a:pt x="28066" y="2907"/>
                    <a:pt x="24924" y="1"/>
                    <a:pt x="198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24"/>
            <p:cNvSpPr/>
            <p:nvPr/>
          </p:nvSpPr>
          <p:spPr>
            <a:xfrm rot="-162658">
              <a:off x="941571" y="3682522"/>
              <a:ext cx="372067" cy="403470"/>
            </a:xfrm>
            <a:custGeom>
              <a:avLst/>
              <a:gdLst/>
              <a:ahLst/>
              <a:cxnLst/>
              <a:rect l="l" t="t" r="r" b="b"/>
              <a:pathLst>
                <a:path w="11635" h="12617" extrusionOk="0">
                  <a:moveTo>
                    <a:pt x="5119" y="1"/>
                  </a:moveTo>
                  <a:cubicBezTo>
                    <a:pt x="4731" y="1"/>
                    <a:pt x="4365" y="250"/>
                    <a:pt x="4248" y="638"/>
                  </a:cubicBezTo>
                  <a:cubicBezTo>
                    <a:pt x="3676" y="2519"/>
                    <a:pt x="4109" y="4379"/>
                    <a:pt x="4583" y="5620"/>
                  </a:cubicBezTo>
                  <a:cubicBezTo>
                    <a:pt x="3839" y="5323"/>
                    <a:pt x="2771" y="4969"/>
                    <a:pt x="1893" y="4969"/>
                  </a:cubicBezTo>
                  <a:cubicBezTo>
                    <a:pt x="1074" y="4969"/>
                    <a:pt x="420" y="5277"/>
                    <a:pt x="349" y="6225"/>
                  </a:cubicBezTo>
                  <a:cubicBezTo>
                    <a:pt x="349" y="6225"/>
                    <a:pt x="407" y="7749"/>
                    <a:pt x="3080" y="7749"/>
                  </a:cubicBezTo>
                  <a:cubicBezTo>
                    <a:pt x="3080" y="7749"/>
                    <a:pt x="1608" y="8067"/>
                    <a:pt x="877" y="8991"/>
                  </a:cubicBezTo>
                  <a:cubicBezTo>
                    <a:pt x="1" y="10098"/>
                    <a:pt x="912" y="11534"/>
                    <a:pt x="2152" y="11534"/>
                  </a:cubicBezTo>
                  <a:cubicBezTo>
                    <a:pt x="2360" y="11534"/>
                    <a:pt x="2577" y="11494"/>
                    <a:pt x="2796" y="11405"/>
                  </a:cubicBezTo>
                  <a:cubicBezTo>
                    <a:pt x="3452" y="11138"/>
                    <a:pt x="4161" y="10549"/>
                    <a:pt x="4719" y="9330"/>
                  </a:cubicBezTo>
                  <a:lnTo>
                    <a:pt x="4719" y="9330"/>
                  </a:lnTo>
                  <a:cubicBezTo>
                    <a:pt x="4719" y="9330"/>
                    <a:pt x="4662" y="10701"/>
                    <a:pt x="5258" y="11718"/>
                  </a:cubicBezTo>
                  <a:cubicBezTo>
                    <a:pt x="5625" y="12343"/>
                    <a:pt x="6205" y="12617"/>
                    <a:pt x="6782" y="12617"/>
                  </a:cubicBezTo>
                  <a:cubicBezTo>
                    <a:pt x="7789" y="12617"/>
                    <a:pt x="8791" y="11784"/>
                    <a:pt x="8655" y="10528"/>
                  </a:cubicBezTo>
                  <a:cubicBezTo>
                    <a:pt x="8600" y="10015"/>
                    <a:pt x="8416" y="9399"/>
                    <a:pt x="8027" y="8669"/>
                  </a:cubicBezTo>
                  <a:lnTo>
                    <a:pt x="8027" y="8669"/>
                  </a:lnTo>
                  <a:cubicBezTo>
                    <a:pt x="8027" y="8669"/>
                    <a:pt x="8806" y="9156"/>
                    <a:pt x="9700" y="9156"/>
                  </a:cubicBezTo>
                  <a:cubicBezTo>
                    <a:pt x="10105" y="9156"/>
                    <a:pt x="10533" y="9056"/>
                    <a:pt x="10924" y="8766"/>
                  </a:cubicBezTo>
                  <a:cubicBezTo>
                    <a:pt x="11472" y="8360"/>
                    <a:pt x="11635" y="7566"/>
                    <a:pt x="11202" y="7035"/>
                  </a:cubicBezTo>
                  <a:cubicBezTo>
                    <a:pt x="10952" y="6729"/>
                    <a:pt x="10527" y="6471"/>
                    <a:pt x="9806" y="6471"/>
                  </a:cubicBezTo>
                  <a:cubicBezTo>
                    <a:pt x="9472" y="6471"/>
                    <a:pt x="9074" y="6526"/>
                    <a:pt x="8600" y="6658"/>
                  </a:cubicBezTo>
                  <a:cubicBezTo>
                    <a:pt x="8600" y="6658"/>
                    <a:pt x="9352" y="6138"/>
                    <a:pt x="9757" y="5364"/>
                  </a:cubicBezTo>
                  <a:cubicBezTo>
                    <a:pt x="10364" y="4204"/>
                    <a:pt x="9411" y="2946"/>
                    <a:pt x="8255" y="2946"/>
                  </a:cubicBezTo>
                  <a:cubicBezTo>
                    <a:pt x="8022" y="2946"/>
                    <a:pt x="7781" y="2997"/>
                    <a:pt x="7542" y="3110"/>
                  </a:cubicBezTo>
                  <a:cubicBezTo>
                    <a:pt x="6867" y="3431"/>
                    <a:pt x="6141" y="4132"/>
                    <a:pt x="5637" y="5585"/>
                  </a:cubicBezTo>
                  <a:cubicBezTo>
                    <a:pt x="5111" y="3829"/>
                    <a:pt x="5593" y="2190"/>
                    <a:pt x="5968" y="1298"/>
                  </a:cubicBezTo>
                  <a:cubicBezTo>
                    <a:pt x="6171" y="815"/>
                    <a:pt x="5951" y="240"/>
                    <a:pt x="5456" y="66"/>
                  </a:cubicBezTo>
                  <a:cubicBezTo>
                    <a:pt x="5438" y="58"/>
                    <a:pt x="5418" y="52"/>
                    <a:pt x="5398" y="45"/>
                  </a:cubicBezTo>
                  <a:cubicBezTo>
                    <a:pt x="5306" y="15"/>
                    <a:pt x="5212" y="1"/>
                    <a:pt x="51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24"/>
            <p:cNvSpPr/>
            <p:nvPr/>
          </p:nvSpPr>
          <p:spPr>
            <a:xfrm rot="-162658">
              <a:off x="936965" y="3666731"/>
              <a:ext cx="387769" cy="434873"/>
            </a:xfrm>
            <a:custGeom>
              <a:avLst/>
              <a:gdLst/>
              <a:ahLst/>
              <a:cxnLst/>
              <a:rect l="l" t="t" r="r" b="b"/>
              <a:pathLst>
                <a:path w="12126" h="13599" extrusionOk="0">
                  <a:moveTo>
                    <a:pt x="5265" y="982"/>
                  </a:moveTo>
                  <a:cubicBezTo>
                    <a:pt x="5309" y="982"/>
                    <a:pt x="5353" y="989"/>
                    <a:pt x="5396" y="1003"/>
                  </a:cubicBezTo>
                  <a:lnTo>
                    <a:pt x="5441" y="1017"/>
                  </a:lnTo>
                  <a:cubicBezTo>
                    <a:pt x="5566" y="1062"/>
                    <a:pt x="5630" y="1156"/>
                    <a:pt x="5660" y="1226"/>
                  </a:cubicBezTo>
                  <a:cubicBezTo>
                    <a:pt x="5711" y="1343"/>
                    <a:pt x="5711" y="1478"/>
                    <a:pt x="5662" y="1597"/>
                  </a:cubicBezTo>
                  <a:cubicBezTo>
                    <a:pt x="5282" y="2492"/>
                    <a:pt x="4736" y="4284"/>
                    <a:pt x="5311" y="6214"/>
                  </a:cubicBezTo>
                  <a:cubicBezTo>
                    <a:pt x="5372" y="6418"/>
                    <a:pt x="5557" y="6559"/>
                    <a:pt x="5771" y="6565"/>
                  </a:cubicBezTo>
                  <a:cubicBezTo>
                    <a:pt x="5978" y="6565"/>
                    <a:pt x="6175" y="6435"/>
                    <a:pt x="6245" y="6235"/>
                  </a:cubicBezTo>
                  <a:cubicBezTo>
                    <a:pt x="6634" y="5115"/>
                    <a:pt x="7190" y="4379"/>
                    <a:pt x="7897" y="4041"/>
                  </a:cubicBezTo>
                  <a:cubicBezTo>
                    <a:pt x="8072" y="3958"/>
                    <a:pt x="8242" y="3923"/>
                    <a:pt x="8402" y="3923"/>
                  </a:cubicBezTo>
                  <a:cubicBezTo>
                    <a:pt x="8756" y="3923"/>
                    <a:pt x="9061" y="4096"/>
                    <a:pt x="9262" y="4305"/>
                  </a:cubicBezTo>
                  <a:cubicBezTo>
                    <a:pt x="9541" y="4596"/>
                    <a:pt x="9742" y="5096"/>
                    <a:pt x="9465" y="5624"/>
                  </a:cubicBezTo>
                  <a:cubicBezTo>
                    <a:pt x="9125" y="6278"/>
                    <a:pt x="8471" y="6739"/>
                    <a:pt x="8466" y="6743"/>
                  </a:cubicBezTo>
                  <a:cubicBezTo>
                    <a:pt x="8268" y="6878"/>
                    <a:pt x="8198" y="7137"/>
                    <a:pt x="8301" y="7355"/>
                  </a:cubicBezTo>
                  <a:cubicBezTo>
                    <a:pt x="8384" y="7530"/>
                    <a:pt x="8559" y="7638"/>
                    <a:pt x="8745" y="7638"/>
                  </a:cubicBezTo>
                  <a:cubicBezTo>
                    <a:pt x="8789" y="7638"/>
                    <a:pt x="8834" y="7632"/>
                    <a:pt x="8878" y="7619"/>
                  </a:cubicBezTo>
                  <a:cubicBezTo>
                    <a:pt x="9211" y="7526"/>
                    <a:pt x="9594" y="7450"/>
                    <a:pt x="9953" y="7450"/>
                  </a:cubicBezTo>
                  <a:cubicBezTo>
                    <a:pt x="10360" y="7450"/>
                    <a:pt x="10734" y="7548"/>
                    <a:pt x="10968" y="7834"/>
                  </a:cubicBezTo>
                  <a:cubicBezTo>
                    <a:pt x="11104" y="8001"/>
                    <a:pt x="11114" y="8187"/>
                    <a:pt x="11098" y="8314"/>
                  </a:cubicBezTo>
                  <a:cubicBezTo>
                    <a:pt x="11071" y="8529"/>
                    <a:pt x="10953" y="8729"/>
                    <a:pt x="10775" y="8861"/>
                  </a:cubicBezTo>
                  <a:cubicBezTo>
                    <a:pt x="10483" y="9077"/>
                    <a:pt x="10155" y="9152"/>
                    <a:pt x="9838" y="9152"/>
                  </a:cubicBezTo>
                  <a:cubicBezTo>
                    <a:pt x="9107" y="9152"/>
                    <a:pt x="8438" y="8748"/>
                    <a:pt x="8430" y="8742"/>
                  </a:cubicBezTo>
                  <a:cubicBezTo>
                    <a:pt x="8350" y="8692"/>
                    <a:pt x="8260" y="8668"/>
                    <a:pt x="8171" y="8668"/>
                  </a:cubicBezTo>
                  <a:cubicBezTo>
                    <a:pt x="8049" y="8668"/>
                    <a:pt x="7929" y="8713"/>
                    <a:pt x="7835" y="8800"/>
                  </a:cubicBezTo>
                  <a:cubicBezTo>
                    <a:pt x="7671" y="8952"/>
                    <a:pt x="7631" y="9194"/>
                    <a:pt x="7736" y="9390"/>
                  </a:cubicBezTo>
                  <a:cubicBezTo>
                    <a:pt x="8062" y="9999"/>
                    <a:pt x="8255" y="10566"/>
                    <a:pt x="8310" y="11070"/>
                  </a:cubicBezTo>
                  <a:cubicBezTo>
                    <a:pt x="8399" y="11896"/>
                    <a:pt x="7859" y="12380"/>
                    <a:pt x="7368" y="12542"/>
                  </a:cubicBezTo>
                  <a:cubicBezTo>
                    <a:pt x="7230" y="12588"/>
                    <a:pt x="7079" y="12615"/>
                    <a:pt x="6923" y="12615"/>
                  </a:cubicBezTo>
                  <a:cubicBezTo>
                    <a:pt x="6530" y="12615"/>
                    <a:pt x="6111" y="12442"/>
                    <a:pt x="5826" y="11959"/>
                  </a:cubicBezTo>
                  <a:cubicBezTo>
                    <a:pt x="5312" y="11085"/>
                    <a:pt x="5355" y="9854"/>
                    <a:pt x="5355" y="9842"/>
                  </a:cubicBezTo>
                  <a:cubicBezTo>
                    <a:pt x="5363" y="9608"/>
                    <a:pt x="5206" y="9399"/>
                    <a:pt x="4978" y="9344"/>
                  </a:cubicBezTo>
                  <a:cubicBezTo>
                    <a:pt x="4940" y="9334"/>
                    <a:pt x="4902" y="9330"/>
                    <a:pt x="4864" y="9330"/>
                  </a:cubicBezTo>
                  <a:cubicBezTo>
                    <a:pt x="4675" y="9330"/>
                    <a:pt x="4498" y="9439"/>
                    <a:pt x="4420" y="9619"/>
                  </a:cubicBezTo>
                  <a:cubicBezTo>
                    <a:pt x="3991" y="10555"/>
                    <a:pt x="3432" y="11168"/>
                    <a:pt x="2758" y="11442"/>
                  </a:cubicBezTo>
                  <a:cubicBezTo>
                    <a:pt x="2596" y="11508"/>
                    <a:pt x="2442" y="11536"/>
                    <a:pt x="2298" y="11536"/>
                  </a:cubicBezTo>
                  <a:cubicBezTo>
                    <a:pt x="1894" y="11536"/>
                    <a:pt x="1570" y="11313"/>
                    <a:pt x="1388" y="11070"/>
                  </a:cubicBezTo>
                  <a:cubicBezTo>
                    <a:pt x="1275" y="10918"/>
                    <a:pt x="942" y="10380"/>
                    <a:pt x="1411" y="9787"/>
                  </a:cubicBezTo>
                  <a:cubicBezTo>
                    <a:pt x="2020" y="9017"/>
                    <a:pt x="3320" y="8724"/>
                    <a:pt x="3333" y="8720"/>
                  </a:cubicBezTo>
                  <a:cubicBezTo>
                    <a:pt x="3577" y="8666"/>
                    <a:pt x="3743" y="8438"/>
                    <a:pt x="3716" y="8188"/>
                  </a:cubicBezTo>
                  <a:cubicBezTo>
                    <a:pt x="3691" y="7937"/>
                    <a:pt x="3479" y="7749"/>
                    <a:pt x="3228" y="7749"/>
                  </a:cubicBezTo>
                  <a:cubicBezTo>
                    <a:pt x="1237" y="7749"/>
                    <a:pt x="1014" y="6850"/>
                    <a:pt x="990" y="6714"/>
                  </a:cubicBezTo>
                  <a:cubicBezTo>
                    <a:pt x="1028" y="6327"/>
                    <a:pt x="1188" y="6185"/>
                    <a:pt x="1306" y="6111"/>
                  </a:cubicBezTo>
                  <a:cubicBezTo>
                    <a:pt x="1477" y="6004"/>
                    <a:pt x="1725" y="5952"/>
                    <a:pt x="2035" y="5952"/>
                  </a:cubicBezTo>
                  <a:cubicBezTo>
                    <a:pt x="2659" y="5952"/>
                    <a:pt x="3536" y="6162"/>
                    <a:pt x="4548" y="6568"/>
                  </a:cubicBezTo>
                  <a:cubicBezTo>
                    <a:pt x="4607" y="6591"/>
                    <a:pt x="4668" y="6602"/>
                    <a:pt x="4729" y="6602"/>
                  </a:cubicBezTo>
                  <a:cubicBezTo>
                    <a:pt x="4856" y="6602"/>
                    <a:pt x="4981" y="6553"/>
                    <a:pt x="5075" y="6461"/>
                  </a:cubicBezTo>
                  <a:cubicBezTo>
                    <a:pt x="5214" y="6325"/>
                    <a:pt x="5259" y="6119"/>
                    <a:pt x="5190" y="5937"/>
                  </a:cubicBezTo>
                  <a:cubicBezTo>
                    <a:pt x="4747" y="4774"/>
                    <a:pt x="4332" y="3022"/>
                    <a:pt x="4865" y="1271"/>
                  </a:cubicBezTo>
                  <a:cubicBezTo>
                    <a:pt x="4896" y="1168"/>
                    <a:pt x="4967" y="1084"/>
                    <a:pt x="5067" y="1031"/>
                  </a:cubicBezTo>
                  <a:cubicBezTo>
                    <a:pt x="5130" y="998"/>
                    <a:pt x="5197" y="982"/>
                    <a:pt x="5265" y="982"/>
                  </a:cubicBezTo>
                  <a:close/>
                  <a:moveTo>
                    <a:pt x="5264" y="1"/>
                  </a:moveTo>
                  <a:cubicBezTo>
                    <a:pt x="5038" y="1"/>
                    <a:pt x="4813" y="55"/>
                    <a:pt x="4609" y="161"/>
                  </a:cubicBezTo>
                  <a:cubicBezTo>
                    <a:pt x="4274" y="335"/>
                    <a:pt x="4030" y="628"/>
                    <a:pt x="3921" y="986"/>
                  </a:cubicBezTo>
                  <a:cubicBezTo>
                    <a:pt x="3447" y="2547"/>
                    <a:pt x="3617" y="4089"/>
                    <a:pt x="3949" y="5310"/>
                  </a:cubicBezTo>
                  <a:cubicBezTo>
                    <a:pt x="3218" y="5081"/>
                    <a:pt x="2582" y="4967"/>
                    <a:pt x="2044" y="4967"/>
                  </a:cubicBezTo>
                  <a:cubicBezTo>
                    <a:pt x="1533" y="4967"/>
                    <a:pt x="1112" y="5070"/>
                    <a:pt x="781" y="5276"/>
                  </a:cubicBezTo>
                  <a:cubicBezTo>
                    <a:pt x="457" y="5478"/>
                    <a:pt x="62" y="5884"/>
                    <a:pt x="2" y="6678"/>
                  </a:cubicBezTo>
                  <a:cubicBezTo>
                    <a:pt x="1" y="6697"/>
                    <a:pt x="0" y="6714"/>
                    <a:pt x="1" y="6734"/>
                  </a:cubicBezTo>
                  <a:cubicBezTo>
                    <a:pt x="3" y="6795"/>
                    <a:pt x="67" y="7916"/>
                    <a:pt x="1460" y="8451"/>
                  </a:cubicBezTo>
                  <a:cubicBezTo>
                    <a:pt x="1158" y="8643"/>
                    <a:pt x="867" y="8881"/>
                    <a:pt x="635" y="9174"/>
                  </a:cubicBezTo>
                  <a:cubicBezTo>
                    <a:pt x="44" y="9923"/>
                    <a:pt x="28" y="10898"/>
                    <a:pt x="598" y="11657"/>
                  </a:cubicBezTo>
                  <a:cubicBezTo>
                    <a:pt x="1014" y="12212"/>
                    <a:pt x="1641" y="12513"/>
                    <a:pt x="2296" y="12513"/>
                  </a:cubicBezTo>
                  <a:cubicBezTo>
                    <a:pt x="2571" y="12513"/>
                    <a:pt x="2852" y="12460"/>
                    <a:pt x="3124" y="12349"/>
                  </a:cubicBezTo>
                  <a:cubicBezTo>
                    <a:pt x="3653" y="12134"/>
                    <a:pt x="4123" y="11781"/>
                    <a:pt x="4528" y="11293"/>
                  </a:cubicBezTo>
                  <a:cubicBezTo>
                    <a:pt x="4619" y="11676"/>
                    <a:pt x="4759" y="12084"/>
                    <a:pt x="4978" y="12456"/>
                  </a:cubicBezTo>
                  <a:cubicBezTo>
                    <a:pt x="5408" y="13186"/>
                    <a:pt x="6140" y="13598"/>
                    <a:pt x="6930" y="13598"/>
                  </a:cubicBezTo>
                  <a:cubicBezTo>
                    <a:pt x="7175" y="13598"/>
                    <a:pt x="7427" y="13558"/>
                    <a:pt x="7675" y="13477"/>
                  </a:cubicBezTo>
                  <a:cubicBezTo>
                    <a:pt x="8580" y="13179"/>
                    <a:pt x="9428" y="12286"/>
                    <a:pt x="9284" y="10968"/>
                  </a:cubicBezTo>
                  <a:cubicBezTo>
                    <a:pt x="9254" y="10672"/>
                    <a:pt x="9186" y="10366"/>
                    <a:pt x="9084" y="10050"/>
                  </a:cubicBezTo>
                  <a:lnTo>
                    <a:pt x="9084" y="10050"/>
                  </a:lnTo>
                  <a:cubicBezTo>
                    <a:pt x="9318" y="10104"/>
                    <a:pt x="9575" y="10141"/>
                    <a:pt x="9842" y="10141"/>
                  </a:cubicBezTo>
                  <a:cubicBezTo>
                    <a:pt x="10336" y="10141"/>
                    <a:pt x="10865" y="10017"/>
                    <a:pt x="11357" y="9653"/>
                  </a:cubicBezTo>
                  <a:cubicBezTo>
                    <a:pt x="11751" y="9362"/>
                    <a:pt x="12009" y="8919"/>
                    <a:pt x="12070" y="8439"/>
                  </a:cubicBezTo>
                  <a:cubicBezTo>
                    <a:pt x="12126" y="7991"/>
                    <a:pt x="12004" y="7557"/>
                    <a:pt x="11726" y="7216"/>
                  </a:cubicBezTo>
                  <a:cubicBezTo>
                    <a:pt x="11439" y="6863"/>
                    <a:pt x="10942" y="6511"/>
                    <a:pt x="10095" y="6475"/>
                  </a:cubicBezTo>
                  <a:cubicBezTo>
                    <a:pt x="10182" y="6352"/>
                    <a:pt x="10263" y="6222"/>
                    <a:pt x="10336" y="6083"/>
                  </a:cubicBezTo>
                  <a:cubicBezTo>
                    <a:pt x="10764" y="5265"/>
                    <a:pt x="10619" y="4302"/>
                    <a:pt x="9969" y="3626"/>
                  </a:cubicBezTo>
                  <a:cubicBezTo>
                    <a:pt x="9540" y="3179"/>
                    <a:pt x="8978" y="2944"/>
                    <a:pt x="8404" y="2944"/>
                  </a:cubicBezTo>
                  <a:cubicBezTo>
                    <a:pt x="8092" y="2944"/>
                    <a:pt x="7776" y="3013"/>
                    <a:pt x="7476" y="3156"/>
                  </a:cubicBezTo>
                  <a:cubicBezTo>
                    <a:pt x="6919" y="3420"/>
                    <a:pt x="6439" y="3846"/>
                    <a:pt x="6041" y="4428"/>
                  </a:cubicBezTo>
                  <a:cubicBezTo>
                    <a:pt x="6048" y="3397"/>
                    <a:pt x="6340" y="2509"/>
                    <a:pt x="6565" y="1979"/>
                  </a:cubicBezTo>
                  <a:cubicBezTo>
                    <a:pt x="6720" y="1611"/>
                    <a:pt x="6717" y="1192"/>
                    <a:pt x="6556" y="830"/>
                  </a:cubicBezTo>
                  <a:cubicBezTo>
                    <a:pt x="6402" y="480"/>
                    <a:pt x="6121" y="217"/>
                    <a:pt x="5763" y="92"/>
                  </a:cubicBezTo>
                  <a:lnTo>
                    <a:pt x="5695" y="69"/>
                  </a:lnTo>
                  <a:cubicBezTo>
                    <a:pt x="5555" y="23"/>
                    <a:pt x="5410" y="1"/>
                    <a:pt x="52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24"/>
            <p:cNvSpPr/>
            <p:nvPr/>
          </p:nvSpPr>
          <p:spPr>
            <a:xfrm rot="-162658">
              <a:off x="1358742" y="4429180"/>
              <a:ext cx="143295" cy="95839"/>
            </a:xfrm>
            <a:custGeom>
              <a:avLst/>
              <a:gdLst/>
              <a:ahLst/>
              <a:cxnLst/>
              <a:rect l="l" t="t" r="r" b="b"/>
              <a:pathLst>
                <a:path w="4481" h="2997" extrusionOk="0">
                  <a:moveTo>
                    <a:pt x="3929" y="0"/>
                  </a:moveTo>
                  <a:cubicBezTo>
                    <a:pt x="3819" y="0"/>
                    <a:pt x="3708" y="37"/>
                    <a:pt x="3617" y="113"/>
                  </a:cubicBezTo>
                  <a:cubicBezTo>
                    <a:pt x="2656" y="906"/>
                    <a:pt x="1563" y="1558"/>
                    <a:pt x="371" y="2051"/>
                  </a:cubicBezTo>
                  <a:cubicBezTo>
                    <a:pt x="119" y="2155"/>
                    <a:pt x="1" y="2442"/>
                    <a:pt x="105" y="2692"/>
                  </a:cubicBezTo>
                  <a:cubicBezTo>
                    <a:pt x="183" y="2881"/>
                    <a:pt x="366" y="2997"/>
                    <a:pt x="559" y="2997"/>
                  </a:cubicBezTo>
                  <a:cubicBezTo>
                    <a:pt x="621" y="2997"/>
                    <a:pt x="685" y="2984"/>
                    <a:pt x="748" y="2958"/>
                  </a:cubicBezTo>
                  <a:cubicBezTo>
                    <a:pt x="2030" y="2427"/>
                    <a:pt x="3206" y="1725"/>
                    <a:pt x="4242" y="870"/>
                  </a:cubicBezTo>
                  <a:cubicBezTo>
                    <a:pt x="4451" y="697"/>
                    <a:pt x="4481" y="388"/>
                    <a:pt x="4308" y="179"/>
                  </a:cubicBezTo>
                  <a:cubicBezTo>
                    <a:pt x="4211" y="61"/>
                    <a:pt x="4071" y="0"/>
                    <a:pt x="39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24"/>
            <p:cNvSpPr/>
            <p:nvPr/>
          </p:nvSpPr>
          <p:spPr>
            <a:xfrm rot="-162658">
              <a:off x="1501200" y="4372180"/>
              <a:ext cx="49918" cy="48255"/>
            </a:xfrm>
            <a:custGeom>
              <a:avLst/>
              <a:gdLst/>
              <a:ahLst/>
              <a:cxnLst/>
              <a:rect l="l" t="t" r="r" b="b"/>
              <a:pathLst>
                <a:path w="1561" h="1509" extrusionOk="0">
                  <a:moveTo>
                    <a:pt x="1010" y="1"/>
                  </a:moveTo>
                  <a:cubicBezTo>
                    <a:pt x="870" y="1"/>
                    <a:pt x="730" y="61"/>
                    <a:pt x="633" y="176"/>
                  </a:cubicBezTo>
                  <a:cubicBezTo>
                    <a:pt x="488" y="349"/>
                    <a:pt x="339" y="518"/>
                    <a:pt x="186" y="680"/>
                  </a:cubicBezTo>
                  <a:cubicBezTo>
                    <a:pt x="0" y="878"/>
                    <a:pt x="10" y="1189"/>
                    <a:pt x="207" y="1375"/>
                  </a:cubicBezTo>
                  <a:cubicBezTo>
                    <a:pt x="302" y="1464"/>
                    <a:pt x="423" y="1508"/>
                    <a:pt x="544" y="1508"/>
                  </a:cubicBezTo>
                  <a:cubicBezTo>
                    <a:pt x="674" y="1508"/>
                    <a:pt x="805" y="1455"/>
                    <a:pt x="903" y="1353"/>
                  </a:cubicBezTo>
                  <a:cubicBezTo>
                    <a:pt x="1068" y="1178"/>
                    <a:pt x="1231" y="995"/>
                    <a:pt x="1387" y="808"/>
                  </a:cubicBezTo>
                  <a:cubicBezTo>
                    <a:pt x="1561" y="599"/>
                    <a:pt x="1534" y="290"/>
                    <a:pt x="1327" y="116"/>
                  </a:cubicBezTo>
                  <a:cubicBezTo>
                    <a:pt x="1234" y="39"/>
                    <a:pt x="1121" y="1"/>
                    <a:pt x="10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8" name="Google Shape;208;p24"/>
          <p:cNvGrpSpPr/>
          <p:nvPr/>
        </p:nvGrpSpPr>
        <p:grpSpPr>
          <a:xfrm>
            <a:off x="6916245" y="83753"/>
            <a:ext cx="1450535" cy="1489880"/>
            <a:chOff x="6916245" y="83753"/>
            <a:chExt cx="1450535" cy="1489880"/>
          </a:xfrm>
        </p:grpSpPr>
        <p:sp>
          <p:nvSpPr>
            <p:cNvPr id="209" name="Google Shape;209;p24"/>
            <p:cNvSpPr/>
            <p:nvPr/>
          </p:nvSpPr>
          <p:spPr>
            <a:xfrm rot="1825215">
              <a:off x="8250415" y="640894"/>
              <a:ext cx="1279" cy="6336"/>
            </a:xfrm>
            <a:custGeom>
              <a:avLst/>
              <a:gdLst/>
              <a:ahLst/>
              <a:cxnLst/>
              <a:rect l="l" t="t" r="r" b="b"/>
              <a:pathLst>
                <a:path w="42" h="208" extrusionOk="0">
                  <a:moveTo>
                    <a:pt x="0" y="0"/>
                  </a:moveTo>
                  <a:lnTo>
                    <a:pt x="0" y="0"/>
                  </a:lnTo>
                  <a:cubicBezTo>
                    <a:pt x="20" y="69"/>
                    <a:pt x="35" y="139"/>
                    <a:pt x="41" y="207"/>
                  </a:cubicBezTo>
                  <a:cubicBezTo>
                    <a:pt x="35" y="139"/>
                    <a:pt x="21" y="69"/>
                    <a:pt x="0" y="0"/>
                  </a:cubicBezTo>
                  <a:close/>
                </a:path>
              </a:pathLst>
            </a:custGeom>
            <a:solidFill>
              <a:srgbClr val="FFEB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24"/>
            <p:cNvSpPr/>
            <p:nvPr/>
          </p:nvSpPr>
          <p:spPr>
            <a:xfrm rot="1825215">
              <a:off x="7132051" y="263970"/>
              <a:ext cx="1018923" cy="1129446"/>
            </a:xfrm>
            <a:custGeom>
              <a:avLst/>
              <a:gdLst/>
              <a:ahLst/>
              <a:cxnLst/>
              <a:rect l="l" t="t" r="r" b="b"/>
              <a:pathLst>
                <a:path w="33447" h="37075" extrusionOk="0">
                  <a:moveTo>
                    <a:pt x="29821" y="2020"/>
                  </a:moveTo>
                  <a:cubicBezTo>
                    <a:pt x="30098" y="2020"/>
                    <a:pt x="30542" y="2159"/>
                    <a:pt x="31015" y="3049"/>
                  </a:cubicBezTo>
                  <a:cubicBezTo>
                    <a:pt x="31168" y="4100"/>
                    <a:pt x="30750" y="4349"/>
                    <a:pt x="29708" y="4970"/>
                  </a:cubicBezTo>
                  <a:cubicBezTo>
                    <a:pt x="28629" y="5615"/>
                    <a:pt x="27151" y="6496"/>
                    <a:pt x="26610" y="8726"/>
                  </a:cubicBezTo>
                  <a:lnTo>
                    <a:pt x="26427" y="9483"/>
                  </a:lnTo>
                  <a:lnTo>
                    <a:pt x="27114" y="9853"/>
                  </a:lnTo>
                  <a:cubicBezTo>
                    <a:pt x="28163" y="10417"/>
                    <a:pt x="28979" y="11449"/>
                    <a:pt x="29189" y="12480"/>
                  </a:cubicBezTo>
                  <a:cubicBezTo>
                    <a:pt x="29269" y="12865"/>
                    <a:pt x="29292" y="13412"/>
                    <a:pt x="28960" y="13828"/>
                  </a:cubicBezTo>
                  <a:lnTo>
                    <a:pt x="28672" y="14188"/>
                  </a:lnTo>
                  <a:lnTo>
                    <a:pt x="28756" y="14641"/>
                  </a:lnTo>
                  <a:cubicBezTo>
                    <a:pt x="28844" y="15113"/>
                    <a:pt x="28874" y="15679"/>
                    <a:pt x="28845" y="16318"/>
                  </a:cubicBezTo>
                  <a:lnTo>
                    <a:pt x="28816" y="17000"/>
                  </a:lnTo>
                  <a:lnTo>
                    <a:pt x="29193" y="17171"/>
                  </a:lnTo>
                  <a:cubicBezTo>
                    <a:pt x="29368" y="26117"/>
                    <a:pt x="20962" y="34597"/>
                    <a:pt x="11412" y="35047"/>
                  </a:cubicBezTo>
                  <a:cubicBezTo>
                    <a:pt x="11138" y="35053"/>
                    <a:pt x="10869" y="35056"/>
                    <a:pt x="10605" y="35056"/>
                  </a:cubicBezTo>
                  <a:cubicBezTo>
                    <a:pt x="6763" y="35056"/>
                    <a:pt x="3995" y="34413"/>
                    <a:pt x="2768" y="33222"/>
                  </a:cubicBezTo>
                  <a:cubicBezTo>
                    <a:pt x="2281" y="32749"/>
                    <a:pt x="2038" y="32188"/>
                    <a:pt x="2021" y="31504"/>
                  </a:cubicBezTo>
                  <a:cubicBezTo>
                    <a:pt x="2100" y="30699"/>
                    <a:pt x="2598" y="30064"/>
                    <a:pt x="3363" y="29794"/>
                  </a:cubicBezTo>
                  <a:cubicBezTo>
                    <a:pt x="7462" y="28750"/>
                    <a:pt x="12360" y="24189"/>
                    <a:pt x="12895" y="19263"/>
                  </a:cubicBezTo>
                  <a:cubicBezTo>
                    <a:pt x="13307" y="17080"/>
                    <a:pt x="14477" y="13136"/>
                    <a:pt x="17721" y="10951"/>
                  </a:cubicBezTo>
                  <a:lnTo>
                    <a:pt x="17802" y="10896"/>
                  </a:lnTo>
                  <a:cubicBezTo>
                    <a:pt x="17885" y="10840"/>
                    <a:pt x="18020" y="10746"/>
                    <a:pt x="18117" y="10694"/>
                  </a:cubicBezTo>
                  <a:lnTo>
                    <a:pt x="18562" y="10850"/>
                  </a:lnTo>
                  <a:lnTo>
                    <a:pt x="19012" y="10378"/>
                  </a:lnTo>
                  <a:cubicBezTo>
                    <a:pt x="19106" y="10280"/>
                    <a:pt x="19208" y="10184"/>
                    <a:pt x="19316" y="10092"/>
                  </a:cubicBezTo>
                  <a:lnTo>
                    <a:pt x="19699" y="9769"/>
                  </a:lnTo>
                  <a:lnTo>
                    <a:pt x="19673" y="9268"/>
                  </a:lnTo>
                  <a:cubicBezTo>
                    <a:pt x="19650" y="8828"/>
                    <a:pt x="19816" y="8372"/>
                    <a:pt x="20104" y="8080"/>
                  </a:cubicBezTo>
                  <a:cubicBezTo>
                    <a:pt x="20317" y="7866"/>
                    <a:pt x="20575" y="7756"/>
                    <a:pt x="20885" y="7756"/>
                  </a:cubicBezTo>
                  <a:cubicBezTo>
                    <a:pt x="20903" y="7756"/>
                    <a:pt x="20920" y="7757"/>
                    <a:pt x="20938" y="7758"/>
                  </a:cubicBezTo>
                  <a:lnTo>
                    <a:pt x="20962" y="7759"/>
                  </a:lnTo>
                  <a:lnTo>
                    <a:pt x="21020" y="7759"/>
                  </a:lnTo>
                  <a:cubicBezTo>
                    <a:pt x="21800" y="7759"/>
                    <a:pt x="22795" y="7962"/>
                    <a:pt x="23983" y="8365"/>
                  </a:cubicBezTo>
                  <a:lnTo>
                    <a:pt x="25177" y="8769"/>
                  </a:lnTo>
                  <a:lnTo>
                    <a:pt x="25311" y="7515"/>
                  </a:lnTo>
                  <a:cubicBezTo>
                    <a:pt x="25459" y="6123"/>
                    <a:pt x="27853" y="2356"/>
                    <a:pt x="29627" y="2040"/>
                  </a:cubicBezTo>
                  <a:cubicBezTo>
                    <a:pt x="29675" y="2031"/>
                    <a:pt x="29741" y="2020"/>
                    <a:pt x="29821" y="2020"/>
                  </a:cubicBezTo>
                  <a:close/>
                  <a:moveTo>
                    <a:pt x="29820" y="1"/>
                  </a:moveTo>
                  <a:cubicBezTo>
                    <a:pt x="29619" y="1"/>
                    <a:pt x="29436" y="21"/>
                    <a:pt x="29278" y="49"/>
                  </a:cubicBezTo>
                  <a:cubicBezTo>
                    <a:pt x="26885" y="477"/>
                    <a:pt x="24454" y="3839"/>
                    <a:pt x="23607" y="6134"/>
                  </a:cubicBezTo>
                  <a:cubicBezTo>
                    <a:pt x="22630" y="5867"/>
                    <a:pt x="21783" y="5738"/>
                    <a:pt x="21017" y="5738"/>
                  </a:cubicBezTo>
                  <a:cubicBezTo>
                    <a:pt x="21011" y="5738"/>
                    <a:pt x="21005" y="5738"/>
                    <a:pt x="20998" y="5738"/>
                  </a:cubicBezTo>
                  <a:cubicBezTo>
                    <a:pt x="20961" y="5736"/>
                    <a:pt x="20924" y="5736"/>
                    <a:pt x="20887" y="5736"/>
                  </a:cubicBezTo>
                  <a:cubicBezTo>
                    <a:pt x="20044" y="5736"/>
                    <a:pt x="19263" y="6063"/>
                    <a:pt x="18672" y="6660"/>
                  </a:cubicBezTo>
                  <a:cubicBezTo>
                    <a:pt x="18139" y="7198"/>
                    <a:pt x="17791" y="7930"/>
                    <a:pt x="17688" y="8701"/>
                  </a:cubicBezTo>
                  <a:cubicBezTo>
                    <a:pt x="17268" y="8811"/>
                    <a:pt x="16911" y="9058"/>
                    <a:pt x="16657" y="9234"/>
                  </a:cubicBezTo>
                  <a:lnTo>
                    <a:pt x="16589" y="9279"/>
                  </a:lnTo>
                  <a:cubicBezTo>
                    <a:pt x="12719" y="11887"/>
                    <a:pt x="11366" y="16446"/>
                    <a:pt x="10903" y="18932"/>
                  </a:cubicBezTo>
                  <a:lnTo>
                    <a:pt x="10891" y="19013"/>
                  </a:lnTo>
                  <a:cubicBezTo>
                    <a:pt x="10449" y="23291"/>
                    <a:pt x="5824" y="27101"/>
                    <a:pt x="2833" y="27845"/>
                  </a:cubicBezTo>
                  <a:lnTo>
                    <a:pt x="2758" y="27867"/>
                  </a:lnTo>
                  <a:cubicBezTo>
                    <a:pt x="1191" y="28389"/>
                    <a:pt x="135" y="29739"/>
                    <a:pt x="5" y="31386"/>
                  </a:cubicBezTo>
                  <a:lnTo>
                    <a:pt x="0" y="31430"/>
                  </a:lnTo>
                  <a:lnTo>
                    <a:pt x="0" y="31475"/>
                  </a:lnTo>
                  <a:cubicBezTo>
                    <a:pt x="10" y="32729"/>
                    <a:pt x="468" y="33806"/>
                    <a:pt x="1360" y="34671"/>
                  </a:cubicBezTo>
                  <a:cubicBezTo>
                    <a:pt x="3006" y="36267"/>
                    <a:pt x="6103" y="37074"/>
                    <a:pt x="10595" y="37074"/>
                  </a:cubicBezTo>
                  <a:cubicBezTo>
                    <a:pt x="10884" y="37074"/>
                    <a:pt x="11180" y="37072"/>
                    <a:pt x="11487" y="37064"/>
                  </a:cubicBezTo>
                  <a:cubicBezTo>
                    <a:pt x="22210" y="36557"/>
                    <a:pt x="31610" y="26901"/>
                    <a:pt x="31207" y="16780"/>
                  </a:cubicBezTo>
                  <a:cubicBezTo>
                    <a:pt x="31185" y="16460"/>
                    <a:pt x="31070" y="16163"/>
                    <a:pt x="30881" y="15917"/>
                  </a:cubicBezTo>
                  <a:cubicBezTo>
                    <a:pt x="30883" y="15479"/>
                    <a:pt x="30860" y="15075"/>
                    <a:pt x="30813" y="14693"/>
                  </a:cubicBezTo>
                  <a:cubicBezTo>
                    <a:pt x="31242" y="13950"/>
                    <a:pt x="31372" y="13037"/>
                    <a:pt x="31174" y="12073"/>
                  </a:cubicBezTo>
                  <a:cubicBezTo>
                    <a:pt x="30897" y="10715"/>
                    <a:pt x="30015" y="9417"/>
                    <a:pt x="28806" y="8533"/>
                  </a:cubicBezTo>
                  <a:cubicBezTo>
                    <a:pt x="29226" y="7613"/>
                    <a:pt x="29943" y="7185"/>
                    <a:pt x="30750" y="6703"/>
                  </a:cubicBezTo>
                  <a:cubicBezTo>
                    <a:pt x="31888" y="6023"/>
                    <a:pt x="33446" y="5095"/>
                    <a:pt x="32986" y="2549"/>
                  </a:cubicBezTo>
                  <a:lnTo>
                    <a:pt x="32961" y="2409"/>
                  </a:lnTo>
                  <a:lnTo>
                    <a:pt x="32898" y="2280"/>
                  </a:lnTo>
                  <a:cubicBezTo>
                    <a:pt x="31968" y="401"/>
                    <a:pt x="30717" y="1"/>
                    <a:pt x="29820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24"/>
            <p:cNvSpPr/>
            <p:nvPr/>
          </p:nvSpPr>
          <p:spPr>
            <a:xfrm rot="1825215">
              <a:off x="8250415" y="640894"/>
              <a:ext cx="1279" cy="6336"/>
            </a:xfrm>
            <a:custGeom>
              <a:avLst/>
              <a:gdLst/>
              <a:ahLst/>
              <a:cxnLst/>
              <a:rect l="l" t="t" r="r" b="b"/>
              <a:pathLst>
                <a:path w="42" h="208" extrusionOk="0">
                  <a:moveTo>
                    <a:pt x="0" y="0"/>
                  </a:moveTo>
                  <a:lnTo>
                    <a:pt x="0" y="0"/>
                  </a:lnTo>
                  <a:cubicBezTo>
                    <a:pt x="20" y="69"/>
                    <a:pt x="35" y="139"/>
                    <a:pt x="41" y="207"/>
                  </a:cubicBezTo>
                  <a:cubicBezTo>
                    <a:pt x="35" y="139"/>
                    <a:pt x="21" y="69"/>
                    <a:pt x="0" y="0"/>
                  </a:cubicBezTo>
                  <a:close/>
                </a:path>
              </a:pathLst>
            </a:custGeom>
            <a:solidFill>
              <a:srgbClr val="FFEB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24"/>
            <p:cNvSpPr/>
            <p:nvPr/>
          </p:nvSpPr>
          <p:spPr>
            <a:xfrm rot="1825215">
              <a:off x="7162381" y="296179"/>
              <a:ext cx="963266" cy="1068000"/>
            </a:xfrm>
            <a:custGeom>
              <a:avLst/>
              <a:gdLst/>
              <a:ahLst/>
              <a:cxnLst/>
              <a:rect l="l" t="t" r="r" b="b"/>
              <a:pathLst>
                <a:path w="31620" h="35058" extrusionOk="0">
                  <a:moveTo>
                    <a:pt x="28817" y="1"/>
                  </a:moveTo>
                  <a:cubicBezTo>
                    <a:pt x="26354" y="1"/>
                    <a:pt x="23487" y="4634"/>
                    <a:pt x="23300" y="6398"/>
                  </a:cubicBezTo>
                  <a:cubicBezTo>
                    <a:pt x="22240" y="6040"/>
                    <a:pt x="21054" y="5740"/>
                    <a:pt x="20011" y="5740"/>
                  </a:cubicBezTo>
                  <a:cubicBezTo>
                    <a:pt x="19998" y="5740"/>
                    <a:pt x="19985" y="5740"/>
                    <a:pt x="19972" y="5740"/>
                  </a:cubicBezTo>
                  <a:cubicBezTo>
                    <a:pt x="19940" y="5739"/>
                    <a:pt x="19908" y="5738"/>
                    <a:pt x="19877" y="5738"/>
                  </a:cubicBezTo>
                  <a:cubicBezTo>
                    <a:pt x="18445" y="5738"/>
                    <a:pt x="17592" y="7067"/>
                    <a:pt x="17658" y="8313"/>
                  </a:cubicBezTo>
                  <a:cubicBezTo>
                    <a:pt x="17510" y="8437"/>
                    <a:pt x="17381" y="8561"/>
                    <a:pt x="17273" y="8673"/>
                  </a:cubicBezTo>
                  <a:cubicBezTo>
                    <a:pt x="17220" y="8655"/>
                    <a:pt x="17165" y="8647"/>
                    <a:pt x="17109" y="8647"/>
                  </a:cubicBezTo>
                  <a:cubicBezTo>
                    <a:pt x="16783" y="8647"/>
                    <a:pt x="16414" y="8924"/>
                    <a:pt x="16143" y="9109"/>
                  </a:cubicBezTo>
                  <a:cubicBezTo>
                    <a:pt x="12578" y="11510"/>
                    <a:pt x="11318" y="15779"/>
                    <a:pt x="10885" y="18110"/>
                  </a:cubicBezTo>
                  <a:cubicBezTo>
                    <a:pt x="10401" y="22791"/>
                    <a:pt x="5576" y="26945"/>
                    <a:pt x="2067" y="27819"/>
                  </a:cubicBezTo>
                  <a:cubicBezTo>
                    <a:pt x="892" y="28210"/>
                    <a:pt x="99" y="29221"/>
                    <a:pt x="1" y="30459"/>
                  </a:cubicBezTo>
                  <a:cubicBezTo>
                    <a:pt x="34" y="34529"/>
                    <a:pt x="6021" y="35057"/>
                    <a:pt x="9572" y="35057"/>
                  </a:cubicBezTo>
                  <a:cubicBezTo>
                    <a:pt x="9876" y="35057"/>
                    <a:pt x="10163" y="35053"/>
                    <a:pt x="10427" y="35047"/>
                  </a:cubicBezTo>
                  <a:cubicBezTo>
                    <a:pt x="20147" y="34589"/>
                    <a:pt x="29582" y="25771"/>
                    <a:pt x="29186" y="15839"/>
                  </a:cubicBezTo>
                  <a:cubicBezTo>
                    <a:pt x="29172" y="15619"/>
                    <a:pt x="29033" y="15438"/>
                    <a:pt x="28847" y="15353"/>
                  </a:cubicBezTo>
                  <a:cubicBezTo>
                    <a:pt x="28881" y="14589"/>
                    <a:pt x="28838" y="13964"/>
                    <a:pt x="28742" y="13450"/>
                  </a:cubicBezTo>
                  <a:cubicBezTo>
                    <a:pt x="29960" y="11925"/>
                    <a:pt x="28841" y="9167"/>
                    <a:pt x="26585" y="7955"/>
                  </a:cubicBezTo>
                  <a:cubicBezTo>
                    <a:pt x="27509" y="4140"/>
                    <a:pt x="31620" y="5269"/>
                    <a:pt x="30979" y="1719"/>
                  </a:cubicBezTo>
                  <a:cubicBezTo>
                    <a:pt x="30371" y="488"/>
                    <a:pt x="29615" y="1"/>
                    <a:pt x="2881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24"/>
            <p:cNvSpPr/>
            <p:nvPr/>
          </p:nvSpPr>
          <p:spPr>
            <a:xfrm rot="1825215">
              <a:off x="7184322" y="576553"/>
              <a:ext cx="821000" cy="703805"/>
            </a:xfrm>
            <a:custGeom>
              <a:avLst/>
              <a:gdLst/>
              <a:ahLst/>
              <a:cxnLst/>
              <a:rect l="l" t="t" r="r" b="b"/>
              <a:pathLst>
                <a:path w="26950" h="23103" extrusionOk="0">
                  <a:moveTo>
                    <a:pt x="19353" y="0"/>
                  </a:moveTo>
                  <a:cubicBezTo>
                    <a:pt x="12633" y="0"/>
                    <a:pt x="10792" y="6145"/>
                    <a:pt x="10302" y="8927"/>
                  </a:cubicBezTo>
                  <a:cubicBezTo>
                    <a:pt x="9972" y="10812"/>
                    <a:pt x="9288" y="12632"/>
                    <a:pt x="8160" y="14177"/>
                  </a:cubicBezTo>
                  <a:cubicBezTo>
                    <a:pt x="6125" y="16965"/>
                    <a:pt x="3382" y="18383"/>
                    <a:pt x="1308" y="19097"/>
                  </a:cubicBezTo>
                  <a:cubicBezTo>
                    <a:pt x="101" y="19512"/>
                    <a:pt x="0" y="21173"/>
                    <a:pt x="1141" y="21743"/>
                  </a:cubicBezTo>
                  <a:cubicBezTo>
                    <a:pt x="3132" y="22736"/>
                    <a:pt x="5225" y="23102"/>
                    <a:pt x="7231" y="23102"/>
                  </a:cubicBezTo>
                  <a:cubicBezTo>
                    <a:pt x="7689" y="23102"/>
                    <a:pt x="8143" y="23083"/>
                    <a:pt x="8590" y="23048"/>
                  </a:cubicBezTo>
                  <a:cubicBezTo>
                    <a:pt x="14936" y="22548"/>
                    <a:pt x="20560" y="18601"/>
                    <a:pt x="23246" y="12830"/>
                  </a:cubicBezTo>
                  <a:cubicBezTo>
                    <a:pt x="26950" y="4877"/>
                    <a:pt x="21795" y="244"/>
                    <a:pt x="21795" y="244"/>
                  </a:cubicBezTo>
                  <a:cubicBezTo>
                    <a:pt x="20917" y="77"/>
                    <a:pt x="20105" y="0"/>
                    <a:pt x="193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24"/>
            <p:cNvSpPr/>
            <p:nvPr/>
          </p:nvSpPr>
          <p:spPr>
            <a:xfrm rot="1825215">
              <a:off x="7100641" y="525467"/>
              <a:ext cx="896580" cy="806011"/>
            </a:xfrm>
            <a:custGeom>
              <a:avLst/>
              <a:gdLst/>
              <a:ahLst/>
              <a:cxnLst/>
              <a:rect l="l" t="t" r="r" b="b"/>
              <a:pathLst>
                <a:path w="29431" h="26458" extrusionOk="0">
                  <a:moveTo>
                    <a:pt x="17158" y="0"/>
                  </a:moveTo>
                  <a:cubicBezTo>
                    <a:pt x="17062" y="0"/>
                    <a:pt x="16964" y="24"/>
                    <a:pt x="16874" y="75"/>
                  </a:cubicBezTo>
                  <a:cubicBezTo>
                    <a:pt x="16659" y="197"/>
                    <a:pt x="16443" y="331"/>
                    <a:pt x="16235" y="472"/>
                  </a:cubicBezTo>
                  <a:cubicBezTo>
                    <a:pt x="12671" y="2873"/>
                    <a:pt x="11410" y="7142"/>
                    <a:pt x="10977" y="9473"/>
                  </a:cubicBezTo>
                  <a:cubicBezTo>
                    <a:pt x="10611" y="11425"/>
                    <a:pt x="9903" y="13110"/>
                    <a:pt x="8875" y="14484"/>
                  </a:cubicBezTo>
                  <a:cubicBezTo>
                    <a:pt x="6846" y="17201"/>
                    <a:pt x="4105" y="18538"/>
                    <a:pt x="2159" y="19181"/>
                  </a:cubicBezTo>
                  <a:cubicBezTo>
                    <a:pt x="983" y="19573"/>
                    <a:pt x="191" y="20583"/>
                    <a:pt x="93" y="21821"/>
                  </a:cubicBezTo>
                  <a:cubicBezTo>
                    <a:pt x="0" y="23063"/>
                    <a:pt x="631" y="24189"/>
                    <a:pt x="1739" y="24757"/>
                  </a:cubicBezTo>
                  <a:cubicBezTo>
                    <a:pt x="3417" y="25618"/>
                    <a:pt x="5279" y="26157"/>
                    <a:pt x="7274" y="26362"/>
                  </a:cubicBezTo>
                  <a:cubicBezTo>
                    <a:pt x="7886" y="26426"/>
                    <a:pt x="8512" y="26457"/>
                    <a:pt x="9147" y="26457"/>
                  </a:cubicBezTo>
                  <a:cubicBezTo>
                    <a:pt x="9600" y="26457"/>
                    <a:pt x="10059" y="26441"/>
                    <a:pt x="10516" y="26414"/>
                  </a:cubicBezTo>
                  <a:cubicBezTo>
                    <a:pt x="17880" y="25919"/>
                    <a:pt x="24449" y="21449"/>
                    <a:pt x="27662" y="14747"/>
                  </a:cubicBezTo>
                  <a:cubicBezTo>
                    <a:pt x="28888" y="12184"/>
                    <a:pt x="29430" y="9647"/>
                    <a:pt x="29275" y="7203"/>
                  </a:cubicBezTo>
                  <a:cubicBezTo>
                    <a:pt x="29255" y="6898"/>
                    <a:pt x="29000" y="6664"/>
                    <a:pt x="28700" y="6664"/>
                  </a:cubicBezTo>
                  <a:cubicBezTo>
                    <a:pt x="28688" y="6664"/>
                    <a:pt x="28677" y="6664"/>
                    <a:pt x="28665" y="6665"/>
                  </a:cubicBezTo>
                  <a:cubicBezTo>
                    <a:pt x="28348" y="6686"/>
                    <a:pt x="28106" y="6958"/>
                    <a:pt x="28126" y="7275"/>
                  </a:cubicBezTo>
                  <a:cubicBezTo>
                    <a:pt x="28269" y="9520"/>
                    <a:pt x="27764" y="11865"/>
                    <a:pt x="26623" y="14247"/>
                  </a:cubicBezTo>
                  <a:cubicBezTo>
                    <a:pt x="23591" y="20577"/>
                    <a:pt x="17390" y="24798"/>
                    <a:pt x="10437" y="25263"/>
                  </a:cubicBezTo>
                  <a:cubicBezTo>
                    <a:pt x="10004" y="25294"/>
                    <a:pt x="9573" y="25309"/>
                    <a:pt x="9146" y="25309"/>
                  </a:cubicBezTo>
                  <a:cubicBezTo>
                    <a:pt x="8550" y="25309"/>
                    <a:pt x="7963" y="25279"/>
                    <a:pt x="7389" y="25220"/>
                  </a:cubicBezTo>
                  <a:cubicBezTo>
                    <a:pt x="5536" y="25031"/>
                    <a:pt x="3812" y="24530"/>
                    <a:pt x="2262" y="23735"/>
                  </a:cubicBezTo>
                  <a:cubicBezTo>
                    <a:pt x="1573" y="23382"/>
                    <a:pt x="1181" y="22682"/>
                    <a:pt x="1238" y="21912"/>
                  </a:cubicBezTo>
                  <a:cubicBezTo>
                    <a:pt x="1301" y="21144"/>
                    <a:pt x="1792" y="20517"/>
                    <a:pt x="2521" y="20275"/>
                  </a:cubicBezTo>
                  <a:cubicBezTo>
                    <a:pt x="4622" y="19579"/>
                    <a:pt x="7589" y="18130"/>
                    <a:pt x="9794" y="15174"/>
                  </a:cubicBezTo>
                  <a:cubicBezTo>
                    <a:pt x="10931" y="13659"/>
                    <a:pt x="11709" y="11811"/>
                    <a:pt x="12108" y="9685"/>
                  </a:cubicBezTo>
                  <a:cubicBezTo>
                    <a:pt x="12508" y="7530"/>
                    <a:pt x="13661" y="3593"/>
                    <a:pt x="16878" y="1426"/>
                  </a:cubicBezTo>
                  <a:cubicBezTo>
                    <a:pt x="17062" y="1301"/>
                    <a:pt x="17252" y="1183"/>
                    <a:pt x="17442" y="1076"/>
                  </a:cubicBezTo>
                  <a:cubicBezTo>
                    <a:pt x="17719" y="919"/>
                    <a:pt x="17816" y="568"/>
                    <a:pt x="17659" y="292"/>
                  </a:cubicBezTo>
                  <a:cubicBezTo>
                    <a:pt x="17553" y="105"/>
                    <a:pt x="17358" y="0"/>
                    <a:pt x="171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24"/>
            <p:cNvSpPr/>
            <p:nvPr/>
          </p:nvSpPr>
          <p:spPr>
            <a:xfrm rot="1825215">
              <a:off x="7417941" y="1151587"/>
              <a:ext cx="67965" cy="53890"/>
            </a:xfrm>
            <a:custGeom>
              <a:avLst/>
              <a:gdLst/>
              <a:ahLst/>
              <a:cxnLst/>
              <a:rect l="l" t="t" r="r" b="b"/>
              <a:pathLst>
                <a:path w="2231" h="1769" extrusionOk="0">
                  <a:moveTo>
                    <a:pt x="1489" y="0"/>
                  </a:moveTo>
                  <a:cubicBezTo>
                    <a:pt x="1361" y="0"/>
                    <a:pt x="1231" y="38"/>
                    <a:pt x="1117" y="117"/>
                  </a:cubicBezTo>
                  <a:cubicBezTo>
                    <a:pt x="894" y="270"/>
                    <a:pt x="664" y="414"/>
                    <a:pt x="428" y="547"/>
                  </a:cubicBezTo>
                  <a:cubicBezTo>
                    <a:pt x="114" y="723"/>
                    <a:pt x="1" y="1121"/>
                    <a:pt x="177" y="1435"/>
                  </a:cubicBezTo>
                  <a:cubicBezTo>
                    <a:pt x="298" y="1649"/>
                    <a:pt x="519" y="1769"/>
                    <a:pt x="747" y="1769"/>
                  </a:cubicBezTo>
                  <a:cubicBezTo>
                    <a:pt x="855" y="1769"/>
                    <a:pt x="964" y="1742"/>
                    <a:pt x="1065" y="1686"/>
                  </a:cubicBezTo>
                  <a:cubicBezTo>
                    <a:pt x="1336" y="1535"/>
                    <a:pt x="1605" y="1368"/>
                    <a:pt x="1861" y="1190"/>
                  </a:cubicBezTo>
                  <a:cubicBezTo>
                    <a:pt x="2158" y="983"/>
                    <a:pt x="2230" y="577"/>
                    <a:pt x="2025" y="281"/>
                  </a:cubicBezTo>
                  <a:cubicBezTo>
                    <a:pt x="1898" y="98"/>
                    <a:pt x="1695" y="0"/>
                    <a:pt x="14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24"/>
            <p:cNvSpPr/>
            <p:nvPr/>
          </p:nvSpPr>
          <p:spPr>
            <a:xfrm rot="1825215">
              <a:off x="7282893" y="1130987"/>
              <a:ext cx="126790" cy="54622"/>
            </a:xfrm>
            <a:custGeom>
              <a:avLst/>
              <a:gdLst/>
              <a:ahLst/>
              <a:cxnLst/>
              <a:rect l="l" t="t" r="r" b="b"/>
              <a:pathLst>
                <a:path w="4162" h="1793" extrusionOk="0">
                  <a:moveTo>
                    <a:pt x="3429" y="1"/>
                  </a:moveTo>
                  <a:cubicBezTo>
                    <a:pt x="3361" y="1"/>
                    <a:pt x="3291" y="11"/>
                    <a:pt x="3223" y="34"/>
                  </a:cubicBezTo>
                  <a:cubicBezTo>
                    <a:pt x="2397" y="306"/>
                    <a:pt x="1529" y="458"/>
                    <a:pt x="644" y="487"/>
                  </a:cubicBezTo>
                  <a:cubicBezTo>
                    <a:pt x="282" y="498"/>
                    <a:pt x="1" y="800"/>
                    <a:pt x="12" y="1159"/>
                  </a:cubicBezTo>
                  <a:cubicBezTo>
                    <a:pt x="23" y="1512"/>
                    <a:pt x="314" y="1792"/>
                    <a:pt x="664" y="1792"/>
                  </a:cubicBezTo>
                  <a:cubicBezTo>
                    <a:pt x="671" y="1792"/>
                    <a:pt x="677" y="1792"/>
                    <a:pt x="686" y="1793"/>
                  </a:cubicBezTo>
                  <a:cubicBezTo>
                    <a:pt x="1695" y="1761"/>
                    <a:pt x="2687" y="1587"/>
                    <a:pt x="3633" y="1274"/>
                  </a:cubicBezTo>
                  <a:cubicBezTo>
                    <a:pt x="3976" y="1161"/>
                    <a:pt x="4161" y="791"/>
                    <a:pt x="4048" y="449"/>
                  </a:cubicBezTo>
                  <a:cubicBezTo>
                    <a:pt x="3957" y="174"/>
                    <a:pt x="3703" y="1"/>
                    <a:pt x="34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24"/>
            <p:cNvSpPr/>
            <p:nvPr/>
          </p:nvSpPr>
          <p:spPr>
            <a:xfrm rot="1825215">
              <a:off x="8035944" y="555622"/>
              <a:ext cx="184458" cy="248707"/>
            </a:xfrm>
            <a:custGeom>
              <a:avLst/>
              <a:gdLst/>
              <a:ahLst/>
              <a:cxnLst/>
              <a:rect l="l" t="t" r="r" b="b"/>
              <a:pathLst>
                <a:path w="6055" h="8164" extrusionOk="0">
                  <a:moveTo>
                    <a:pt x="4701" y="0"/>
                  </a:moveTo>
                  <a:cubicBezTo>
                    <a:pt x="4477" y="0"/>
                    <a:pt x="4249" y="61"/>
                    <a:pt x="4046" y="192"/>
                  </a:cubicBezTo>
                  <a:cubicBezTo>
                    <a:pt x="782" y="2299"/>
                    <a:pt x="134" y="6410"/>
                    <a:pt x="19" y="7491"/>
                  </a:cubicBezTo>
                  <a:cubicBezTo>
                    <a:pt x="0" y="7665"/>
                    <a:pt x="60" y="7838"/>
                    <a:pt x="183" y="7963"/>
                  </a:cubicBezTo>
                  <a:cubicBezTo>
                    <a:pt x="191" y="7972"/>
                    <a:pt x="198" y="7980"/>
                    <a:pt x="205" y="7988"/>
                  </a:cubicBezTo>
                  <a:cubicBezTo>
                    <a:pt x="323" y="8108"/>
                    <a:pt x="471" y="8163"/>
                    <a:pt x="617" y="8163"/>
                  </a:cubicBezTo>
                  <a:cubicBezTo>
                    <a:pt x="886" y="8163"/>
                    <a:pt x="1148" y="7976"/>
                    <a:pt x="1195" y="7668"/>
                  </a:cubicBezTo>
                  <a:cubicBezTo>
                    <a:pt x="1723" y="4219"/>
                    <a:pt x="3922" y="2848"/>
                    <a:pt x="5142" y="2345"/>
                  </a:cubicBezTo>
                  <a:cubicBezTo>
                    <a:pt x="5725" y="2105"/>
                    <a:pt x="6055" y="1469"/>
                    <a:pt x="5875" y="865"/>
                  </a:cubicBezTo>
                  <a:cubicBezTo>
                    <a:pt x="5871" y="853"/>
                    <a:pt x="5867" y="839"/>
                    <a:pt x="5864" y="827"/>
                  </a:cubicBezTo>
                  <a:cubicBezTo>
                    <a:pt x="5698" y="309"/>
                    <a:pt x="5207" y="0"/>
                    <a:pt x="47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24"/>
            <p:cNvSpPr/>
            <p:nvPr/>
          </p:nvSpPr>
          <p:spPr>
            <a:xfrm rot="1825215">
              <a:off x="7795363" y="649028"/>
              <a:ext cx="302170" cy="229880"/>
            </a:xfrm>
            <a:custGeom>
              <a:avLst/>
              <a:gdLst/>
              <a:ahLst/>
              <a:cxnLst/>
              <a:rect l="l" t="t" r="r" b="b"/>
              <a:pathLst>
                <a:path w="9919" h="7546" extrusionOk="0">
                  <a:moveTo>
                    <a:pt x="1696" y="0"/>
                  </a:moveTo>
                  <a:cubicBezTo>
                    <a:pt x="1684" y="0"/>
                    <a:pt x="1673" y="0"/>
                    <a:pt x="1661" y="0"/>
                  </a:cubicBezTo>
                  <a:cubicBezTo>
                    <a:pt x="264" y="12"/>
                    <a:pt x="0" y="2001"/>
                    <a:pt x="1344" y="2377"/>
                  </a:cubicBezTo>
                  <a:cubicBezTo>
                    <a:pt x="1724" y="2483"/>
                    <a:pt x="2208" y="2553"/>
                    <a:pt x="2822" y="2553"/>
                  </a:cubicBezTo>
                  <a:cubicBezTo>
                    <a:pt x="2939" y="2553"/>
                    <a:pt x="3061" y="2551"/>
                    <a:pt x="3188" y="2545"/>
                  </a:cubicBezTo>
                  <a:lnTo>
                    <a:pt x="3188" y="2545"/>
                  </a:lnTo>
                  <a:cubicBezTo>
                    <a:pt x="3188" y="2545"/>
                    <a:pt x="1030" y="3159"/>
                    <a:pt x="1279" y="4852"/>
                  </a:cubicBezTo>
                  <a:cubicBezTo>
                    <a:pt x="1375" y="5507"/>
                    <a:pt x="1936" y="6000"/>
                    <a:pt x="2559" y="6000"/>
                  </a:cubicBezTo>
                  <a:cubicBezTo>
                    <a:pt x="2680" y="6000"/>
                    <a:pt x="2804" y="5981"/>
                    <a:pt x="2927" y="5941"/>
                  </a:cubicBezTo>
                  <a:cubicBezTo>
                    <a:pt x="3413" y="5783"/>
                    <a:pt x="4008" y="5366"/>
                    <a:pt x="4659" y="4433"/>
                  </a:cubicBezTo>
                  <a:lnTo>
                    <a:pt x="4659" y="4433"/>
                  </a:lnTo>
                  <a:cubicBezTo>
                    <a:pt x="4659" y="4433"/>
                    <a:pt x="3935" y="6008"/>
                    <a:pt x="4698" y="7074"/>
                  </a:cubicBezTo>
                  <a:cubicBezTo>
                    <a:pt x="4926" y="7392"/>
                    <a:pt x="5265" y="7546"/>
                    <a:pt x="5601" y="7546"/>
                  </a:cubicBezTo>
                  <a:cubicBezTo>
                    <a:pt x="6003" y="7546"/>
                    <a:pt x="6402" y="7327"/>
                    <a:pt x="6608" y="6906"/>
                  </a:cubicBezTo>
                  <a:cubicBezTo>
                    <a:pt x="6818" y="6475"/>
                    <a:pt x="6941" y="5868"/>
                    <a:pt x="6765" y="5042"/>
                  </a:cubicBezTo>
                  <a:lnTo>
                    <a:pt x="6765" y="5042"/>
                  </a:lnTo>
                  <a:cubicBezTo>
                    <a:pt x="6765" y="5042"/>
                    <a:pt x="7246" y="6397"/>
                    <a:pt x="8399" y="6397"/>
                  </a:cubicBezTo>
                  <a:cubicBezTo>
                    <a:pt x="8419" y="6397"/>
                    <a:pt x="8440" y="6396"/>
                    <a:pt x="8460" y="6395"/>
                  </a:cubicBezTo>
                  <a:cubicBezTo>
                    <a:pt x="9288" y="6362"/>
                    <a:pt x="9918" y="5575"/>
                    <a:pt x="9796" y="4756"/>
                  </a:cubicBezTo>
                  <a:cubicBezTo>
                    <a:pt x="9664" y="3872"/>
                    <a:pt x="8936" y="2604"/>
                    <a:pt x="6386" y="1299"/>
                  </a:cubicBezTo>
                  <a:cubicBezTo>
                    <a:pt x="6386" y="1299"/>
                    <a:pt x="3600" y="0"/>
                    <a:pt x="16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24"/>
            <p:cNvSpPr/>
            <p:nvPr/>
          </p:nvSpPr>
          <p:spPr>
            <a:xfrm rot="1825215">
              <a:off x="7810255" y="469716"/>
              <a:ext cx="420492" cy="473925"/>
            </a:xfrm>
            <a:custGeom>
              <a:avLst/>
              <a:gdLst/>
              <a:ahLst/>
              <a:cxnLst/>
              <a:rect l="l" t="t" r="r" b="b"/>
              <a:pathLst>
                <a:path w="13803" h="15557" extrusionOk="0">
                  <a:moveTo>
                    <a:pt x="11179" y="1150"/>
                  </a:moveTo>
                  <a:cubicBezTo>
                    <a:pt x="11685" y="1150"/>
                    <a:pt x="12177" y="1460"/>
                    <a:pt x="12339" y="1977"/>
                  </a:cubicBezTo>
                  <a:cubicBezTo>
                    <a:pt x="12344" y="1989"/>
                    <a:pt x="12348" y="2002"/>
                    <a:pt x="12352" y="2014"/>
                  </a:cubicBezTo>
                  <a:cubicBezTo>
                    <a:pt x="12531" y="2618"/>
                    <a:pt x="12201" y="3255"/>
                    <a:pt x="11619" y="3495"/>
                  </a:cubicBezTo>
                  <a:cubicBezTo>
                    <a:pt x="10444" y="3980"/>
                    <a:pt x="8360" y="5277"/>
                    <a:pt x="7739" y="8459"/>
                  </a:cubicBezTo>
                  <a:cubicBezTo>
                    <a:pt x="9840" y="9654"/>
                    <a:pt x="10471" y="10797"/>
                    <a:pt x="10592" y="11614"/>
                  </a:cubicBezTo>
                  <a:cubicBezTo>
                    <a:pt x="10715" y="12434"/>
                    <a:pt x="10083" y="13219"/>
                    <a:pt x="9256" y="13253"/>
                  </a:cubicBezTo>
                  <a:cubicBezTo>
                    <a:pt x="9237" y="13254"/>
                    <a:pt x="9215" y="13254"/>
                    <a:pt x="9195" y="13254"/>
                  </a:cubicBezTo>
                  <a:cubicBezTo>
                    <a:pt x="8042" y="13254"/>
                    <a:pt x="7562" y="11900"/>
                    <a:pt x="7562" y="11900"/>
                  </a:cubicBezTo>
                  <a:lnTo>
                    <a:pt x="7562" y="11900"/>
                  </a:lnTo>
                  <a:cubicBezTo>
                    <a:pt x="7738" y="12725"/>
                    <a:pt x="7615" y="13332"/>
                    <a:pt x="7405" y="13763"/>
                  </a:cubicBezTo>
                  <a:cubicBezTo>
                    <a:pt x="7200" y="14184"/>
                    <a:pt x="6801" y="14404"/>
                    <a:pt x="6398" y="14404"/>
                  </a:cubicBezTo>
                  <a:cubicBezTo>
                    <a:pt x="6062" y="14404"/>
                    <a:pt x="5723" y="14251"/>
                    <a:pt x="5496" y="13931"/>
                  </a:cubicBezTo>
                  <a:cubicBezTo>
                    <a:pt x="4731" y="12866"/>
                    <a:pt x="5457" y="11291"/>
                    <a:pt x="5457" y="11291"/>
                  </a:cubicBezTo>
                  <a:lnTo>
                    <a:pt x="5457" y="11291"/>
                  </a:lnTo>
                  <a:cubicBezTo>
                    <a:pt x="4805" y="12223"/>
                    <a:pt x="4211" y="12641"/>
                    <a:pt x="3724" y="12798"/>
                  </a:cubicBezTo>
                  <a:cubicBezTo>
                    <a:pt x="3602" y="12838"/>
                    <a:pt x="3478" y="12856"/>
                    <a:pt x="3356" y="12856"/>
                  </a:cubicBezTo>
                  <a:cubicBezTo>
                    <a:pt x="2734" y="12856"/>
                    <a:pt x="2173" y="12365"/>
                    <a:pt x="2077" y="11708"/>
                  </a:cubicBezTo>
                  <a:cubicBezTo>
                    <a:pt x="1828" y="10015"/>
                    <a:pt x="3986" y="9401"/>
                    <a:pt x="3986" y="9401"/>
                  </a:cubicBezTo>
                  <a:lnTo>
                    <a:pt x="3986" y="9401"/>
                  </a:lnTo>
                  <a:cubicBezTo>
                    <a:pt x="3858" y="9407"/>
                    <a:pt x="3735" y="9410"/>
                    <a:pt x="3617" y="9410"/>
                  </a:cubicBezTo>
                  <a:cubicBezTo>
                    <a:pt x="3005" y="9410"/>
                    <a:pt x="2523" y="9340"/>
                    <a:pt x="2142" y="9233"/>
                  </a:cubicBezTo>
                  <a:cubicBezTo>
                    <a:pt x="797" y="8856"/>
                    <a:pt x="1061" y="6869"/>
                    <a:pt x="2459" y="6856"/>
                  </a:cubicBezTo>
                  <a:lnTo>
                    <a:pt x="2494" y="6856"/>
                  </a:lnTo>
                  <a:cubicBezTo>
                    <a:pt x="3865" y="6856"/>
                    <a:pt x="5689" y="7528"/>
                    <a:pt x="6604" y="7904"/>
                  </a:cubicBezTo>
                  <a:cubicBezTo>
                    <a:pt x="6888" y="6290"/>
                    <a:pt x="7782" y="3111"/>
                    <a:pt x="10524" y="1340"/>
                  </a:cubicBezTo>
                  <a:cubicBezTo>
                    <a:pt x="10727" y="1213"/>
                    <a:pt x="10954" y="1150"/>
                    <a:pt x="11179" y="1150"/>
                  </a:cubicBezTo>
                  <a:close/>
                  <a:moveTo>
                    <a:pt x="11179" y="1"/>
                  </a:moveTo>
                  <a:cubicBezTo>
                    <a:pt x="10724" y="1"/>
                    <a:pt x="10280" y="130"/>
                    <a:pt x="9900" y="377"/>
                  </a:cubicBezTo>
                  <a:cubicBezTo>
                    <a:pt x="7456" y="1954"/>
                    <a:pt x="6311" y="4459"/>
                    <a:pt x="5776" y="6368"/>
                  </a:cubicBezTo>
                  <a:cubicBezTo>
                    <a:pt x="4720" y="6011"/>
                    <a:pt x="3527" y="5709"/>
                    <a:pt x="2494" y="5709"/>
                  </a:cubicBezTo>
                  <a:lnTo>
                    <a:pt x="2448" y="5709"/>
                  </a:lnTo>
                  <a:cubicBezTo>
                    <a:pt x="1243" y="5718"/>
                    <a:pt x="290" y="6562"/>
                    <a:pt x="131" y="7759"/>
                  </a:cubicBezTo>
                  <a:cubicBezTo>
                    <a:pt x="0" y="8740"/>
                    <a:pt x="447" y="9631"/>
                    <a:pt x="1251" y="10100"/>
                  </a:cubicBezTo>
                  <a:cubicBezTo>
                    <a:pt x="977" y="10591"/>
                    <a:pt x="836" y="11183"/>
                    <a:pt x="938" y="11878"/>
                  </a:cubicBezTo>
                  <a:cubicBezTo>
                    <a:pt x="1117" y="13093"/>
                    <a:pt x="2157" y="14009"/>
                    <a:pt x="3356" y="14009"/>
                  </a:cubicBezTo>
                  <a:cubicBezTo>
                    <a:pt x="3601" y="14009"/>
                    <a:pt x="3844" y="13972"/>
                    <a:pt x="4078" y="13896"/>
                  </a:cubicBezTo>
                  <a:cubicBezTo>
                    <a:pt x="4110" y="13885"/>
                    <a:pt x="4144" y="13874"/>
                    <a:pt x="4176" y="13863"/>
                  </a:cubicBezTo>
                  <a:cubicBezTo>
                    <a:pt x="4264" y="14115"/>
                    <a:pt x="4389" y="14365"/>
                    <a:pt x="4562" y="14603"/>
                  </a:cubicBezTo>
                  <a:cubicBezTo>
                    <a:pt x="4995" y="15210"/>
                    <a:pt x="5666" y="15557"/>
                    <a:pt x="6401" y="15557"/>
                  </a:cubicBezTo>
                  <a:cubicBezTo>
                    <a:pt x="7264" y="15557"/>
                    <a:pt x="8040" y="15073"/>
                    <a:pt x="8430" y="14291"/>
                  </a:cubicBezTo>
                  <a:cubicBezTo>
                    <a:pt x="8665" y="14365"/>
                    <a:pt x="8920" y="14407"/>
                    <a:pt x="9196" y="14407"/>
                  </a:cubicBezTo>
                  <a:cubicBezTo>
                    <a:pt x="9233" y="14407"/>
                    <a:pt x="9269" y="14405"/>
                    <a:pt x="9306" y="14404"/>
                  </a:cubicBezTo>
                  <a:cubicBezTo>
                    <a:pt x="10020" y="14375"/>
                    <a:pt x="10695" y="14035"/>
                    <a:pt x="11161" y="13472"/>
                  </a:cubicBezTo>
                  <a:cubicBezTo>
                    <a:pt x="11631" y="12903"/>
                    <a:pt x="11840" y="12164"/>
                    <a:pt x="11732" y="11445"/>
                  </a:cubicBezTo>
                  <a:cubicBezTo>
                    <a:pt x="11540" y="10159"/>
                    <a:pt x="10643" y="8977"/>
                    <a:pt x="9061" y="7922"/>
                  </a:cubicBezTo>
                  <a:cubicBezTo>
                    <a:pt x="9724" y="5815"/>
                    <a:pt x="11188" y="4919"/>
                    <a:pt x="12058" y="4559"/>
                  </a:cubicBezTo>
                  <a:cubicBezTo>
                    <a:pt x="13201" y="4088"/>
                    <a:pt x="13803" y="2853"/>
                    <a:pt x="13456" y="1687"/>
                  </a:cubicBezTo>
                  <a:lnTo>
                    <a:pt x="13438" y="1629"/>
                  </a:lnTo>
                  <a:cubicBezTo>
                    <a:pt x="13129" y="654"/>
                    <a:pt x="12221" y="1"/>
                    <a:pt x="11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0" name="Google Shape;220;p24"/>
          <p:cNvGrpSpPr/>
          <p:nvPr/>
        </p:nvGrpSpPr>
        <p:grpSpPr>
          <a:xfrm>
            <a:off x="8200449" y="1720885"/>
            <a:ext cx="398792" cy="393580"/>
            <a:chOff x="529801" y="2350092"/>
            <a:chExt cx="449141" cy="443321"/>
          </a:xfrm>
        </p:grpSpPr>
        <p:sp>
          <p:nvSpPr>
            <p:cNvPr id="221" name="Google Shape;221;p24"/>
            <p:cNvSpPr/>
            <p:nvPr/>
          </p:nvSpPr>
          <p:spPr>
            <a:xfrm>
              <a:off x="533155" y="2353511"/>
              <a:ext cx="442433" cy="436646"/>
            </a:xfrm>
            <a:custGeom>
              <a:avLst/>
              <a:gdLst/>
              <a:ahLst/>
              <a:cxnLst/>
              <a:rect l="l" t="t" r="r" b="b"/>
              <a:pathLst>
                <a:path w="13456" h="13280" extrusionOk="0">
                  <a:moveTo>
                    <a:pt x="6729" y="0"/>
                  </a:moveTo>
                  <a:cubicBezTo>
                    <a:pt x="4929" y="0"/>
                    <a:pt x="3408" y="1214"/>
                    <a:pt x="2941" y="2868"/>
                  </a:cubicBezTo>
                  <a:cubicBezTo>
                    <a:pt x="1410" y="3311"/>
                    <a:pt x="262" y="4623"/>
                    <a:pt x="105" y="6261"/>
                  </a:cubicBezTo>
                  <a:cubicBezTo>
                    <a:pt x="1" y="7366"/>
                    <a:pt x="367" y="8468"/>
                    <a:pt x="1112" y="9286"/>
                  </a:cubicBezTo>
                  <a:cubicBezTo>
                    <a:pt x="1610" y="9835"/>
                    <a:pt x="2254" y="10228"/>
                    <a:pt x="2956" y="10427"/>
                  </a:cubicBezTo>
                  <a:cubicBezTo>
                    <a:pt x="3399" y="11959"/>
                    <a:pt x="4712" y="13105"/>
                    <a:pt x="6349" y="13261"/>
                  </a:cubicBezTo>
                  <a:cubicBezTo>
                    <a:pt x="6476" y="13274"/>
                    <a:pt x="6603" y="13280"/>
                    <a:pt x="6729" y="13280"/>
                  </a:cubicBezTo>
                  <a:cubicBezTo>
                    <a:pt x="8525" y="13280"/>
                    <a:pt x="10043" y="12071"/>
                    <a:pt x="10512" y="10423"/>
                  </a:cubicBezTo>
                  <a:cubicBezTo>
                    <a:pt x="11211" y="10223"/>
                    <a:pt x="11848" y="9832"/>
                    <a:pt x="12344" y="9286"/>
                  </a:cubicBezTo>
                  <a:cubicBezTo>
                    <a:pt x="13088" y="8467"/>
                    <a:pt x="13455" y="7365"/>
                    <a:pt x="13351" y="6260"/>
                  </a:cubicBezTo>
                  <a:cubicBezTo>
                    <a:pt x="13194" y="4618"/>
                    <a:pt x="12041" y="3303"/>
                    <a:pt x="10505" y="2863"/>
                  </a:cubicBezTo>
                  <a:cubicBezTo>
                    <a:pt x="10064" y="1326"/>
                    <a:pt x="8749" y="174"/>
                    <a:pt x="7108" y="17"/>
                  </a:cubicBezTo>
                  <a:cubicBezTo>
                    <a:pt x="6982" y="5"/>
                    <a:pt x="6854" y="0"/>
                    <a:pt x="67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24"/>
            <p:cNvSpPr/>
            <p:nvPr/>
          </p:nvSpPr>
          <p:spPr>
            <a:xfrm>
              <a:off x="529801" y="2350092"/>
              <a:ext cx="449141" cy="443321"/>
            </a:xfrm>
            <a:custGeom>
              <a:avLst/>
              <a:gdLst/>
              <a:ahLst/>
              <a:cxnLst/>
              <a:rect l="l" t="t" r="r" b="b"/>
              <a:pathLst>
                <a:path w="13660" h="13483" extrusionOk="0">
                  <a:moveTo>
                    <a:pt x="6831" y="203"/>
                  </a:moveTo>
                  <a:cubicBezTo>
                    <a:pt x="6953" y="203"/>
                    <a:pt x="7077" y="210"/>
                    <a:pt x="7200" y="224"/>
                  </a:cubicBezTo>
                  <a:cubicBezTo>
                    <a:pt x="8770" y="374"/>
                    <a:pt x="10070" y="1463"/>
                    <a:pt x="10510" y="2996"/>
                  </a:cubicBezTo>
                  <a:lnTo>
                    <a:pt x="10525" y="3050"/>
                  </a:lnTo>
                  <a:lnTo>
                    <a:pt x="10579" y="3065"/>
                  </a:lnTo>
                  <a:cubicBezTo>
                    <a:pt x="12112" y="3505"/>
                    <a:pt x="13201" y="4805"/>
                    <a:pt x="13351" y="6375"/>
                  </a:cubicBezTo>
                  <a:cubicBezTo>
                    <a:pt x="13454" y="7450"/>
                    <a:pt x="13098" y="8525"/>
                    <a:pt x="12372" y="9321"/>
                  </a:cubicBezTo>
                  <a:cubicBezTo>
                    <a:pt x="11894" y="9849"/>
                    <a:pt x="11276" y="10231"/>
                    <a:pt x="10587" y="10429"/>
                  </a:cubicBezTo>
                  <a:lnTo>
                    <a:pt x="10533" y="10444"/>
                  </a:lnTo>
                  <a:lnTo>
                    <a:pt x="10519" y="10498"/>
                  </a:lnTo>
                  <a:cubicBezTo>
                    <a:pt x="10052" y="12137"/>
                    <a:pt x="8536" y="13281"/>
                    <a:pt x="6832" y="13281"/>
                  </a:cubicBezTo>
                  <a:cubicBezTo>
                    <a:pt x="6709" y="13281"/>
                    <a:pt x="6585" y="13276"/>
                    <a:pt x="6462" y="13264"/>
                  </a:cubicBezTo>
                  <a:cubicBezTo>
                    <a:pt x="4896" y="13114"/>
                    <a:pt x="3598" y="12029"/>
                    <a:pt x="3156" y="10500"/>
                  </a:cubicBezTo>
                  <a:lnTo>
                    <a:pt x="3140" y="10446"/>
                  </a:lnTo>
                  <a:lnTo>
                    <a:pt x="3086" y="10431"/>
                  </a:lnTo>
                  <a:cubicBezTo>
                    <a:pt x="2393" y="10236"/>
                    <a:pt x="1771" y="9852"/>
                    <a:pt x="1289" y="9320"/>
                  </a:cubicBezTo>
                  <a:cubicBezTo>
                    <a:pt x="565" y="8523"/>
                    <a:pt x="207" y="7449"/>
                    <a:pt x="310" y="6374"/>
                  </a:cubicBezTo>
                  <a:cubicBezTo>
                    <a:pt x="460" y="4807"/>
                    <a:pt x="1544" y="3511"/>
                    <a:pt x="3073" y="3066"/>
                  </a:cubicBezTo>
                  <a:lnTo>
                    <a:pt x="3127" y="3050"/>
                  </a:lnTo>
                  <a:lnTo>
                    <a:pt x="3141" y="2996"/>
                  </a:lnTo>
                  <a:cubicBezTo>
                    <a:pt x="3604" y="1352"/>
                    <a:pt x="5123" y="203"/>
                    <a:pt x="6831" y="203"/>
                  </a:cubicBezTo>
                  <a:close/>
                  <a:moveTo>
                    <a:pt x="6829" y="0"/>
                  </a:moveTo>
                  <a:cubicBezTo>
                    <a:pt x="5934" y="0"/>
                    <a:pt x="5085" y="288"/>
                    <a:pt x="4374" y="835"/>
                  </a:cubicBezTo>
                  <a:cubicBezTo>
                    <a:pt x="3701" y="1351"/>
                    <a:pt x="3200" y="2079"/>
                    <a:pt x="2961" y="2886"/>
                  </a:cubicBezTo>
                  <a:cubicBezTo>
                    <a:pt x="2205" y="3115"/>
                    <a:pt x="1539" y="3553"/>
                    <a:pt x="1032" y="4151"/>
                  </a:cubicBezTo>
                  <a:cubicBezTo>
                    <a:pt x="506" y="4775"/>
                    <a:pt x="186" y="5535"/>
                    <a:pt x="108" y="6352"/>
                  </a:cubicBezTo>
                  <a:cubicBezTo>
                    <a:pt x="0" y="7486"/>
                    <a:pt x="377" y="8615"/>
                    <a:pt x="1139" y="9455"/>
                  </a:cubicBezTo>
                  <a:cubicBezTo>
                    <a:pt x="1635" y="10002"/>
                    <a:pt x="2269" y="10399"/>
                    <a:pt x="2977" y="10609"/>
                  </a:cubicBezTo>
                  <a:cubicBezTo>
                    <a:pt x="3205" y="11366"/>
                    <a:pt x="3642" y="12031"/>
                    <a:pt x="4241" y="12538"/>
                  </a:cubicBezTo>
                  <a:cubicBezTo>
                    <a:pt x="4865" y="13067"/>
                    <a:pt x="5625" y="13386"/>
                    <a:pt x="6443" y="13465"/>
                  </a:cubicBezTo>
                  <a:cubicBezTo>
                    <a:pt x="6572" y="13476"/>
                    <a:pt x="6702" y="13483"/>
                    <a:pt x="6831" y="13483"/>
                  </a:cubicBezTo>
                  <a:cubicBezTo>
                    <a:pt x="7724" y="13483"/>
                    <a:pt x="8573" y="13196"/>
                    <a:pt x="9280" y="12651"/>
                  </a:cubicBezTo>
                  <a:cubicBezTo>
                    <a:pt x="9953" y="12137"/>
                    <a:pt x="10452" y="11411"/>
                    <a:pt x="10695" y="10607"/>
                  </a:cubicBezTo>
                  <a:cubicBezTo>
                    <a:pt x="11398" y="10395"/>
                    <a:pt x="12029" y="9999"/>
                    <a:pt x="12521" y="9457"/>
                  </a:cubicBezTo>
                  <a:cubicBezTo>
                    <a:pt x="13283" y="8617"/>
                    <a:pt x="13660" y="7486"/>
                    <a:pt x="13552" y="6353"/>
                  </a:cubicBezTo>
                  <a:cubicBezTo>
                    <a:pt x="13473" y="5535"/>
                    <a:pt x="13153" y="4773"/>
                    <a:pt x="12623" y="4148"/>
                  </a:cubicBezTo>
                  <a:cubicBezTo>
                    <a:pt x="12115" y="3549"/>
                    <a:pt x="11447" y="3113"/>
                    <a:pt x="10687" y="2884"/>
                  </a:cubicBezTo>
                  <a:cubicBezTo>
                    <a:pt x="10458" y="2125"/>
                    <a:pt x="10023" y="1456"/>
                    <a:pt x="9422" y="947"/>
                  </a:cubicBezTo>
                  <a:cubicBezTo>
                    <a:pt x="8799" y="418"/>
                    <a:pt x="8036" y="98"/>
                    <a:pt x="7217" y="19"/>
                  </a:cubicBezTo>
                  <a:cubicBezTo>
                    <a:pt x="7088" y="7"/>
                    <a:pt x="6957" y="0"/>
                    <a:pt x="68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24"/>
            <p:cNvSpPr/>
            <p:nvPr/>
          </p:nvSpPr>
          <p:spPr>
            <a:xfrm>
              <a:off x="563338" y="2383202"/>
              <a:ext cx="382592" cy="377561"/>
            </a:xfrm>
            <a:custGeom>
              <a:avLst/>
              <a:gdLst/>
              <a:ahLst/>
              <a:cxnLst/>
              <a:rect l="l" t="t" r="r" b="b"/>
              <a:pathLst>
                <a:path w="11636" h="11483" extrusionOk="0">
                  <a:moveTo>
                    <a:pt x="5818" y="2083"/>
                  </a:moveTo>
                  <a:cubicBezTo>
                    <a:pt x="5861" y="2083"/>
                    <a:pt x="5904" y="2084"/>
                    <a:pt x="5947" y="2090"/>
                  </a:cubicBezTo>
                  <a:cubicBezTo>
                    <a:pt x="6633" y="2155"/>
                    <a:pt x="7138" y="2770"/>
                    <a:pt x="7138" y="3460"/>
                  </a:cubicBezTo>
                  <a:cubicBezTo>
                    <a:pt x="7138" y="3992"/>
                    <a:pt x="7569" y="4423"/>
                    <a:pt x="8099" y="4423"/>
                  </a:cubicBezTo>
                  <a:cubicBezTo>
                    <a:pt x="8789" y="4423"/>
                    <a:pt x="9404" y="4927"/>
                    <a:pt x="9470" y="5613"/>
                  </a:cubicBezTo>
                  <a:cubicBezTo>
                    <a:pt x="9546" y="6400"/>
                    <a:pt x="8929" y="7062"/>
                    <a:pt x="8157" y="7062"/>
                  </a:cubicBezTo>
                  <a:lnTo>
                    <a:pt x="8099" y="7062"/>
                  </a:lnTo>
                  <a:cubicBezTo>
                    <a:pt x="7569" y="7062"/>
                    <a:pt x="7138" y="7494"/>
                    <a:pt x="7138" y="8025"/>
                  </a:cubicBezTo>
                  <a:lnTo>
                    <a:pt x="7138" y="8081"/>
                  </a:lnTo>
                  <a:cubicBezTo>
                    <a:pt x="7138" y="8810"/>
                    <a:pt x="6547" y="9401"/>
                    <a:pt x="5818" y="9401"/>
                  </a:cubicBezTo>
                  <a:cubicBezTo>
                    <a:pt x="5774" y="9401"/>
                    <a:pt x="5731" y="9400"/>
                    <a:pt x="5688" y="9395"/>
                  </a:cubicBezTo>
                  <a:cubicBezTo>
                    <a:pt x="5001" y="9328"/>
                    <a:pt x="4498" y="8713"/>
                    <a:pt x="4498" y="8023"/>
                  </a:cubicBezTo>
                  <a:cubicBezTo>
                    <a:pt x="4498" y="7493"/>
                    <a:pt x="4066" y="7061"/>
                    <a:pt x="3535" y="7061"/>
                  </a:cubicBezTo>
                  <a:lnTo>
                    <a:pt x="3478" y="7061"/>
                  </a:lnTo>
                  <a:cubicBezTo>
                    <a:pt x="2706" y="7061"/>
                    <a:pt x="2089" y="6399"/>
                    <a:pt x="2164" y="5612"/>
                  </a:cubicBezTo>
                  <a:cubicBezTo>
                    <a:pt x="2230" y="4926"/>
                    <a:pt x="2844" y="4421"/>
                    <a:pt x="3535" y="4421"/>
                  </a:cubicBezTo>
                  <a:cubicBezTo>
                    <a:pt x="4066" y="4421"/>
                    <a:pt x="4498" y="3990"/>
                    <a:pt x="4498" y="3459"/>
                  </a:cubicBezTo>
                  <a:lnTo>
                    <a:pt x="4498" y="3402"/>
                  </a:lnTo>
                  <a:cubicBezTo>
                    <a:pt x="4498" y="2673"/>
                    <a:pt x="5089" y="2083"/>
                    <a:pt x="5818" y="2083"/>
                  </a:cubicBezTo>
                  <a:close/>
                  <a:moveTo>
                    <a:pt x="5818" y="1"/>
                  </a:moveTo>
                  <a:cubicBezTo>
                    <a:pt x="4261" y="1"/>
                    <a:pt x="2946" y="1050"/>
                    <a:pt x="2543" y="2479"/>
                  </a:cubicBezTo>
                  <a:cubicBezTo>
                    <a:pt x="1219" y="2863"/>
                    <a:pt x="227" y="3998"/>
                    <a:pt x="92" y="5413"/>
                  </a:cubicBezTo>
                  <a:cubicBezTo>
                    <a:pt x="1" y="6368"/>
                    <a:pt x="318" y="7323"/>
                    <a:pt x="961" y="8029"/>
                  </a:cubicBezTo>
                  <a:cubicBezTo>
                    <a:pt x="1393" y="8503"/>
                    <a:pt x="1948" y="8843"/>
                    <a:pt x="2556" y="9014"/>
                  </a:cubicBezTo>
                  <a:cubicBezTo>
                    <a:pt x="2939" y="10338"/>
                    <a:pt x="4076" y="11332"/>
                    <a:pt x="5491" y="11467"/>
                  </a:cubicBezTo>
                  <a:cubicBezTo>
                    <a:pt x="5600" y="11477"/>
                    <a:pt x="5710" y="11483"/>
                    <a:pt x="5819" y="11483"/>
                  </a:cubicBezTo>
                  <a:cubicBezTo>
                    <a:pt x="7372" y="11483"/>
                    <a:pt x="8684" y="10437"/>
                    <a:pt x="9092" y="9012"/>
                  </a:cubicBezTo>
                  <a:cubicBezTo>
                    <a:pt x="9696" y="8839"/>
                    <a:pt x="10247" y="8501"/>
                    <a:pt x="10676" y="8029"/>
                  </a:cubicBezTo>
                  <a:cubicBezTo>
                    <a:pt x="11319" y="7321"/>
                    <a:pt x="11636" y="6368"/>
                    <a:pt x="11545" y="5413"/>
                  </a:cubicBezTo>
                  <a:cubicBezTo>
                    <a:pt x="11410" y="3994"/>
                    <a:pt x="10413" y="2856"/>
                    <a:pt x="9085" y="2477"/>
                  </a:cubicBezTo>
                  <a:cubicBezTo>
                    <a:pt x="8703" y="1149"/>
                    <a:pt x="7567" y="152"/>
                    <a:pt x="6148" y="17"/>
                  </a:cubicBezTo>
                  <a:cubicBezTo>
                    <a:pt x="6035" y="5"/>
                    <a:pt x="5925" y="1"/>
                    <a:pt x="58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4" name="Google Shape;224;p24"/>
          <p:cNvGrpSpPr/>
          <p:nvPr/>
        </p:nvGrpSpPr>
        <p:grpSpPr>
          <a:xfrm>
            <a:off x="7475101" y="3351083"/>
            <a:ext cx="1303279" cy="915452"/>
            <a:chOff x="5647901" y="1606758"/>
            <a:chExt cx="1303279" cy="915452"/>
          </a:xfrm>
        </p:grpSpPr>
        <p:sp>
          <p:nvSpPr>
            <p:cNvPr id="225" name="Google Shape;225;p24"/>
            <p:cNvSpPr/>
            <p:nvPr/>
          </p:nvSpPr>
          <p:spPr>
            <a:xfrm>
              <a:off x="5647901" y="1606758"/>
              <a:ext cx="1303279" cy="915452"/>
            </a:xfrm>
            <a:custGeom>
              <a:avLst/>
              <a:gdLst/>
              <a:ahLst/>
              <a:cxnLst/>
              <a:rect l="l" t="t" r="r" b="b"/>
              <a:pathLst>
                <a:path w="43639" h="30653" extrusionOk="0">
                  <a:moveTo>
                    <a:pt x="40791" y="2827"/>
                  </a:moveTo>
                  <a:cubicBezTo>
                    <a:pt x="40810" y="2827"/>
                    <a:pt x="40832" y="2829"/>
                    <a:pt x="40853" y="2832"/>
                  </a:cubicBezTo>
                  <a:cubicBezTo>
                    <a:pt x="41058" y="2851"/>
                    <a:pt x="41227" y="2962"/>
                    <a:pt x="41316" y="3134"/>
                  </a:cubicBezTo>
                  <a:cubicBezTo>
                    <a:pt x="41328" y="3160"/>
                    <a:pt x="41342" y="3186"/>
                    <a:pt x="41354" y="3213"/>
                  </a:cubicBezTo>
                  <a:lnTo>
                    <a:pt x="41355" y="3217"/>
                  </a:lnTo>
                  <a:cubicBezTo>
                    <a:pt x="41478" y="3485"/>
                    <a:pt x="41405" y="3802"/>
                    <a:pt x="41176" y="3989"/>
                  </a:cubicBezTo>
                  <a:cubicBezTo>
                    <a:pt x="40886" y="4223"/>
                    <a:pt x="38279" y="6305"/>
                    <a:pt x="35855" y="7045"/>
                  </a:cubicBezTo>
                  <a:lnTo>
                    <a:pt x="35063" y="7287"/>
                  </a:lnTo>
                  <a:cubicBezTo>
                    <a:pt x="35984" y="6772"/>
                    <a:pt x="38642" y="5177"/>
                    <a:pt x="40252" y="3095"/>
                  </a:cubicBezTo>
                  <a:cubicBezTo>
                    <a:pt x="40383" y="2924"/>
                    <a:pt x="40581" y="2827"/>
                    <a:pt x="40791" y="2827"/>
                  </a:cubicBezTo>
                  <a:close/>
                  <a:moveTo>
                    <a:pt x="23153" y="1970"/>
                  </a:moveTo>
                  <a:cubicBezTo>
                    <a:pt x="25694" y="1970"/>
                    <a:pt x="28270" y="3040"/>
                    <a:pt x="30741" y="5173"/>
                  </a:cubicBezTo>
                  <a:cubicBezTo>
                    <a:pt x="31540" y="5859"/>
                    <a:pt x="32257" y="6643"/>
                    <a:pt x="32871" y="7500"/>
                  </a:cubicBezTo>
                  <a:lnTo>
                    <a:pt x="33572" y="8509"/>
                  </a:lnTo>
                  <a:lnTo>
                    <a:pt x="34400" y="7764"/>
                  </a:lnTo>
                  <a:cubicBezTo>
                    <a:pt x="34465" y="7706"/>
                    <a:pt x="34523" y="7656"/>
                    <a:pt x="34573" y="7613"/>
                  </a:cubicBezTo>
                  <a:lnTo>
                    <a:pt x="35378" y="8607"/>
                  </a:lnTo>
                  <a:cubicBezTo>
                    <a:pt x="37234" y="10899"/>
                    <a:pt x="37203" y="12945"/>
                    <a:pt x="36848" y="14256"/>
                  </a:cubicBezTo>
                  <a:cubicBezTo>
                    <a:pt x="36567" y="15305"/>
                    <a:pt x="35919" y="16311"/>
                    <a:pt x="34966" y="17171"/>
                  </a:cubicBezTo>
                  <a:lnTo>
                    <a:pt x="34751" y="17386"/>
                  </a:lnTo>
                  <a:lnTo>
                    <a:pt x="34681" y="17630"/>
                  </a:lnTo>
                  <a:cubicBezTo>
                    <a:pt x="34138" y="19517"/>
                    <a:pt x="33097" y="21325"/>
                    <a:pt x="31586" y="23003"/>
                  </a:cubicBezTo>
                  <a:cubicBezTo>
                    <a:pt x="28341" y="26615"/>
                    <a:pt x="23601" y="28687"/>
                    <a:pt x="18581" y="28687"/>
                  </a:cubicBezTo>
                  <a:cubicBezTo>
                    <a:pt x="17013" y="28687"/>
                    <a:pt x="15455" y="28482"/>
                    <a:pt x="13949" y="28075"/>
                  </a:cubicBezTo>
                  <a:cubicBezTo>
                    <a:pt x="10054" y="27025"/>
                    <a:pt x="6883" y="24821"/>
                    <a:pt x="4526" y="21525"/>
                  </a:cubicBezTo>
                  <a:cubicBezTo>
                    <a:pt x="4090" y="20915"/>
                    <a:pt x="3677" y="20257"/>
                    <a:pt x="3301" y="19570"/>
                  </a:cubicBezTo>
                  <a:cubicBezTo>
                    <a:pt x="2132" y="17428"/>
                    <a:pt x="2050" y="14927"/>
                    <a:pt x="3074" y="12710"/>
                  </a:cubicBezTo>
                  <a:cubicBezTo>
                    <a:pt x="4109" y="10479"/>
                    <a:pt x="6072" y="8918"/>
                    <a:pt x="8457" y="8428"/>
                  </a:cubicBezTo>
                  <a:lnTo>
                    <a:pt x="8639" y="8391"/>
                  </a:lnTo>
                  <a:cubicBezTo>
                    <a:pt x="11388" y="7846"/>
                    <a:pt x="14031" y="6558"/>
                    <a:pt x="16494" y="4558"/>
                  </a:cubicBezTo>
                  <a:cubicBezTo>
                    <a:pt x="18620" y="2832"/>
                    <a:pt x="20873" y="1970"/>
                    <a:pt x="23153" y="1970"/>
                  </a:cubicBezTo>
                  <a:close/>
                  <a:moveTo>
                    <a:pt x="23148" y="1"/>
                  </a:moveTo>
                  <a:cubicBezTo>
                    <a:pt x="20432" y="1"/>
                    <a:pt x="17744" y="1009"/>
                    <a:pt x="15253" y="3031"/>
                  </a:cubicBezTo>
                  <a:cubicBezTo>
                    <a:pt x="13042" y="4826"/>
                    <a:pt x="10688" y="5979"/>
                    <a:pt x="8257" y="6460"/>
                  </a:cubicBezTo>
                  <a:lnTo>
                    <a:pt x="8068" y="6498"/>
                  </a:lnTo>
                  <a:cubicBezTo>
                    <a:pt x="5060" y="7117"/>
                    <a:pt x="2589" y="9080"/>
                    <a:pt x="1290" y="11884"/>
                  </a:cubicBezTo>
                  <a:cubicBezTo>
                    <a:pt x="1" y="14673"/>
                    <a:pt x="104" y="17817"/>
                    <a:pt x="1575" y="20513"/>
                  </a:cubicBezTo>
                  <a:cubicBezTo>
                    <a:pt x="1991" y="21270"/>
                    <a:pt x="2446" y="21995"/>
                    <a:pt x="2927" y="22668"/>
                  </a:cubicBezTo>
                  <a:cubicBezTo>
                    <a:pt x="5557" y="26342"/>
                    <a:pt x="9093" y="28800"/>
                    <a:pt x="13438" y="29971"/>
                  </a:cubicBezTo>
                  <a:cubicBezTo>
                    <a:pt x="15109" y="30423"/>
                    <a:pt x="16840" y="30653"/>
                    <a:pt x="18582" y="30653"/>
                  </a:cubicBezTo>
                  <a:cubicBezTo>
                    <a:pt x="24160" y="30653"/>
                    <a:pt x="29433" y="28343"/>
                    <a:pt x="33050" y="24320"/>
                  </a:cubicBezTo>
                  <a:cubicBezTo>
                    <a:pt x="34690" y="22497"/>
                    <a:pt x="35849" y="20521"/>
                    <a:pt x="36493" y="18442"/>
                  </a:cubicBezTo>
                  <a:cubicBezTo>
                    <a:pt x="37612" y="17373"/>
                    <a:pt x="38389" y="16108"/>
                    <a:pt x="38749" y="14771"/>
                  </a:cubicBezTo>
                  <a:cubicBezTo>
                    <a:pt x="39164" y="13236"/>
                    <a:pt x="39265" y="10971"/>
                    <a:pt x="37688" y="8460"/>
                  </a:cubicBezTo>
                  <a:cubicBezTo>
                    <a:pt x="39948" y="7472"/>
                    <a:pt x="41975" y="5876"/>
                    <a:pt x="42416" y="5517"/>
                  </a:cubicBezTo>
                  <a:cubicBezTo>
                    <a:pt x="43340" y="4765"/>
                    <a:pt x="43639" y="3484"/>
                    <a:pt x="43143" y="2400"/>
                  </a:cubicBezTo>
                  <a:cubicBezTo>
                    <a:pt x="43118" y="2346"/>
                    <a:pt x="43094" y="2296"/>
                    <a:pt x="43064" y="2238"/>
                  </a:cubicBezTo>
                  <a:cubicBezTo>
                    <a:pt x="42665" y="1463"/>
                    <a:pt x="41905" y="954"/>
                    <a:pt x="41034" y="874"/>
                  </a:cubicBezTo>
                  <a:cubicBezTo>
                    <a:pt x="40948" y="866"/>
                    <a:pt x="40863" y="862"/>
                    <a:pt x="40779" y="862"/>
                  </a:cubicBezTo>
                  <a:cubicBezTo>
                    <a:pt x="39964" y="862"/>
                    <a:pt x="39200" y="1239"/>
                    <a:pt x="38694" y="1893"/>
                  </a:cubicBezTo>
                  <a:cubicBezTo>
                    <a:pt x="37198" y="3829"/>
                    <a:pt x="34497" y="5358"/>
                    <a:pt x="33943" y="5660"/>
                  </a:cubicBezTo>
                  <a:cubicBezTo>
                    <a:pt x="33364" y="4943"/>
                    <a:pt x="32721" y="4280"/>
                    <a:pt x="32024" y="3681"/>
                  </a:cubicBezTo>
                  <a:cubicBezTo>
                    <a:pt x="29182" y="1231"/>
                    <a:pt x="26148" y="1"/>
                    <a:pt x="231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24"/>
            <p:cNvSpPr/>
            <p:nvPr/>
          </p:nvSpPr>
          <p:spPr>
            <a:xfrm>
              <a:off x="5678513" y="1636802"/>
              <a:ext cx="1240413" cy="856050"/>
            </a:xfrm>
            <a:custGeom>
              <a:avLst/>
              <a:gdLst/>
              <a:ahLst/>
              <a:cxnLst/>
              <a:rect l="l" t="t" r="r" b="b"/>
              <a:pathLst>
                <a:path w="41534" h="28664" extrusionOk="0">
                  <a:moveTo>
                    <a:pt x="22121" y="1"/>
                  </a:moveTo>
                  <a:cubicBezTo>
                    <a:pt x="19616" y="1"/>
                    <a:pt x="17140" y="928"/>
                    <a:pt x="14848" y="2790"/>
                  </a:cubicBezTo>
                  <a:cubicBezTo>
                    <a:pt x="12511" y="4687"/>
                    <a:pt x="10013" y="5907"/>
                    <a:pt x="7422" y="6421"/>
                  </a:cubicBezTo>
                  <a:lnTo>
                    <a:pt x="7242" y="6456"/>
                  </a:lnTo>
                  <a:cubicBezTo>
                    <a:pt x="4540" y="7012"/>
                    <a:pt x="2322" y="8773"/>
                    <a:pt x="1156" y="11290"/>
                  </a:cubicBezTo>
                  <a:cubicBezTo>
                    <a:pt x="0" y="13794"/>
                    <a:pt x="92" y="16616"/>
                    <a:pt x="1413" y="19035"/>
                  </a:cubicBezTo>
                  <a:cubicBezTo>
                    <a:pt x="1809" y="19758"/>
                    <a:pt x="2243" y="20449"/>
                    <a:pt x="2702" y="21090"/>
                  </a:cubicBezTo>
                  <a:cubicBezTo>
                    <a:pt x="5195" y="24576"/>
                    <a:pt x="8549" y="26907"/>
                    <a:pt x="12668" y="28018"/>
                  </a:cubicBezTo>
                  <a:cubicBezTo>
                    <a:pt x="14281" y="28453"/>
                    <a:pt x="15925" y="28663"/>
                    <a:pt x="17557" y="28663"/>
                  </a:cubicBezTo>
                  <a:cubicBezTo>
                    <a:pt x="22755" y="28663"/>
                    <a:pt x="27820" y="26520"/>
                    <a:pt x="31293" y="22654"/>
                  </a:cubicBezTo>
                  <a:cubicBezTo>
                    <a:pt x="32915" y="20853"/>
                    <a:pt x="34017" y="18925"/>
                    <a:pt x="34601" y="16895"/>
                  </a:cubicBezTo>
                  <a:lnTo>
                    <a:pt x="34609" y="16887"/>
                  </a:lnTo>
                  <a:cubicBezTo>
                    <a:pt x="35693" y="15905"/>
                    <a:pt x="36441" y="14736"/>
                    <a:pt x="36772" y="13506"/>
                  </a:cubicBezTo>
                  <a:cubicBezTo>
                    <a:pt x="37197" y="11933"/>
                    <a:pt x="37217" y="9575"/>
                    <a:pt x="35116" y="6982"/>
                  </a:cubicBezTo>
                  <a:cubicBezTo>
                    <a:pt x="37709" y="6190"/>
                    <a:pt x="40433" y="4019"/>
                    <a:pt x="40770" y="3746"/>
                  </a:cubicBezTo>
                  <a:cubicBezTo>
                    <a:pt x="41348" y="3276"/>
                    <a:pt x="41533" y="2477"/>
                    <a:pt x="41224" y="1800"/>
                  </a:cubicBezTo>
                  <a:cubicBezTo>
                    <a:pt x="41206" y="1760"/>
                    <a:pt x="41186" y="1721"/>
                    <a:pt x="41166" y="1680"/>
                  </a:cubicBezTo>
                  <a:cubicBezTo>
                    <a:pt x="40922" y="1205"/>
                    <a:pt x="40454" y="894"/>
                    <a:pt x="39918" y="845"/>
                  </a:cubicBezTo>
                  <a:cubicBezTo>
                    <a:pt x="39867" y="841"/>
                    <a:pt x="39816" y="838"/>
                    <a:pt x="39765" y="838"/>
                  </a:cubicBezTo>
                  <a:cubicBezTo>
                    <a:pt x="39251" y="838"/>
                    <a:pt x="38767" y="1074"/>
                    <a:pt x="38448" y="1487"/>
                  </a:cubicBezTo>
                  <a:cubicBezTo>
                    <a:pt x="36629" y="3842"/>
                    <a:pt x="33300" y="5566"/>
                    <a:pt x="33266" y="5583"/>
                  </a:cubicBezTo>
                  <a:cubicBezTo>
                    <a:pt x="33238" y="5598"/>
                    <a:pt x="33210" y="5615"/>
                    <a:pt x="33184" y="5633"/>
                  </a:cubicBezTo>
                  <a:cubicBezTo>
                    <a:pt x="33153" y="5657"/>
                    <a:pt x="32979" y="5792"/>
                    <a:pt x="32720" y="6026"/>
                  </a:cubicBezTo>
                  <a:cubicBezTo>
                    <a:pt x="32695" y="5990"/>
                    <a:pt x="32672" y="5956"/>
                    <a:pt x="32647" y="5922"/>
                  </a:cubicBezTo>
                  <a:cubicBezTo>
                    <a:pt x="31987" y="4998"/>
                    <a:pt x="31216" y="4157"/>
                    <a:pt x="30358" y="3421"/>
                  </a:cubicBezTo>
                  <a:cubicBezTo>
                    <a:pt x="27717" y="1143"/>
                    <a:pt x="24901" y="1"/>
                    <a:pt x="221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24"/>
            <p:cNvSpPr/>
            <p:nvPr/>
          </p:nvSpPr>
          <p:spPr>
            <a:xfrm>
              <a:off x="5709901" y="1699011"/>
              <a:ext cx="960010" cy="730050"/>
            </a:xfrm>
            <a:custGeom>
              <a:avLst/>
              <a:gdLst/>
              <a:ahLst/>
              <a:cxnLst/>
              <a:rect l="l" t="t" r="r" b="b"/>
              <a:pathLst>
                <a:path w="32145" h="24445" extrusionOk="0">
                  <a:moveTo>
                    <a:pt x="21151" y="0"/>
                  </a:moveTo>
                  <a:cubicBezTo>
                    <a:pt x="19333" y="0"/>
                    <a:pt x="17350" y="630"/>
                    <a:pt x="15288" y="2305"/>
                  </a:cubicBezTo>
                  <a:cubicBezTo>
                    <a:pt x="12710" y="4399"/>
                    <a:pt x="9719" y="5954"/>
                    <a:pt x="6461" y="6597"/>
                  </a:cubicBezTo>
                  <a:lnTo>
                    <a:pt x="6299" y="6629"/>
                  </a:lnTo>
                  <a:cubicBezTo>
                    <a:pt x="2158" y="7489"/>
                    <a:pt x="1" y="12122"/>
                    <a:pt x="2029" y="15834"/>
                  </a:cubicBezTo>
                  <a:cubicBezTo>
                    <a:pt x="3667" y="18831"/>
                    <a:pt x="6683" y="22407"/>
                    <a:pt x="12061" y="23857"/>
                  </a:cubicBezTo>
                  <a:cubicBezTo>
                    <a:pt x="13523" y="24251"/>
                    <a:pt x="15014" y="24444"/>
                    <a:pt x="16494" y="24444"/>
                  </a:cubicBezTo>
                  <a:cubicBezTo>
                    <a:pt x="21088" y="24444"/>
                    <a:pt x="25569" y="22582"/>
                    <a:pt x="28713" y="19085"/>
                  </a:cubicBezTo>
                  <a:cubicBezTo>
                    <a:pt x="30633" y="16950"/>
                    <a:pt x="32144" y="14144"/>
                    <a:pt x="31961" y="10676"/>
                  </a:cubicBezTo>
                  <a:cubicBezTo>
                    <a:pt x="31800" y="7656"/>
                    <a:pt x="30274" y="4886"/>
                    <a:pt x="27982" y="2911"/>
                  </a:cubicBezTo>
                  <a:cubicBezTo>
                    <a:pt x="26293" y="1455"/>
                    <a:pt x="23913" y="0"/>
                    <a:pt x="2115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24"/>
            <p:cNvSpPr/>
            <p:nvPr/>
          </p:nvSpPr>
          <p:spPr>
            <a:xfrm>
              <a:off x="5678513" y="1643313"/>
              <a:ext cx="1053249" cy="855961"/>
            </a:xfrm>
            <a:custGeom>
              <a:avLst/>
              <a:gdLst/>
              <a:ahLst/>
              <a:cxnLst/>
              <a:rect l="l" t="t" r="r" b="b"/>
              <a:pathLst>
                <a:path w="35267" h="28661" extrusionOk="0">
                  <a:moveTo>
                    <a:pt x="22119" y="1120"/>
                  </a:moveTo>
                  <a:cubicBezTo>
                    <a:pt x="24653" y="1120"/>
                    <a:pt x="27227" y="2166"/>
                    <a:pt x="29643" y="4249"/>
                  </a:cubicBezTo>
                  <a:cubicBezTo>
                    <a:pt x="30435" y="4929"/>
                    <a:pt x="31147" y="5706"/>
                    <a:pt x="31756" y="6558"/>
                  </a:cubicBezTo>
                  <a:cubicBezTo>
                    <a:pt x="33094" y="8428"/>
                    <a:pt x="33864" y="10574"/>
                    <a:pt x="33982" y="12763"/>
                  </a:cubicBezTo>
                  <a:cubicBezTo>
                    <a:pt x="34158" y="16062"/>
                    <a:pt x="32979" y="19143"/>
                    <a:pt x="30479" y="21920"/>
                  </a:cubicBezTo>
                  <a:cubicBezTo>
                    <a:pt x="27215" y="25552"/>
                    <a:pt x="22453" y="27567"/>
                    <a:pt x="17563" y="27567"/>
                  </a:cubicBezTo>
                  <a:cubicBezTo>
                    <a:pt x="16025" y="27567"/>
                    <a:pt x="14475" y="27368"/>
                    <a:pt x="12954" y="26957"/>
                  </a:cubicBezTo>
                  <a:cubicBezTo>
                    <a:pt x="9084" y="25914"/>
                    <a:pt x="5936" y="23725"/>
                    <a:pt x="3593" y="20451"/>
                  </a:cubicBezTo>
                  <a:cubicBezTo>
                    <a:pt x="3160" y="19845"/>
                    <a:pt x="2748" y="19190"/>
                    <a:pt x="2374" y="18506"/>
                  </a:cubicBezTo>
                  <a:cubicBezTo>
                    <a:pt x="1222" y="16397"/>
                    <a:pt x="1141" y="13934"/>
                    <a:pt x="2152" y="11749"/>
                  </a:cubicBezTo>
                  <a:cubicBezTo>
                    <a:pt x="3171" y="9550"/>
                    <a:pt x="5107" y="8012"/>
                    <a:pt x="7459" y="7528"/>
                  </a:cubicBezTo>
                  <a:lnTo>
                    <a:pt x="7636" y="7493"/>
                  </a:lnTo>
                  <a:cubicBezTo>
                    <a:pt x="10404" y="6945"/>
                    <a:pt x="13062" y="5647"/>
                    <a:pt x="15540" y="3637"/>
                  </a:cubicBezTo>
                  <a:cubicBezTo>
                    <a:pt x="17611" y="1957"/>
                    <a:pt x="19850" y="1120"/>
                    <a:pt x="22119" y="1120"/>
                  </a:cubicBezTo>
                  <a:close/>
                  <a:moveTo>
                    <a:pt x="22121" y="1"/>
                  </a:moveTo>
                  <a:cubicBezTo>
                    <a:pt x="19617" y="1"/>
                    <a:pt x="17141" y="928"/>
                    <a:pt x="14849" y="2788"/>
                  </a:cubicBezTo>
                  <a:cubicBezTo>
                    <a:pt x="12511" y="4684"/>
                    <a:pt x="10012" y="5906"/>
                    <a:pt x="7422" y="6418"/>
                  </a:cubicBezTo>
                  <a:lnTo>
                    <a:pt x="7242" y="6455"/>
                  </a:lnTo>
                  <a:cubicBezTo>
                    <a:pt x="4540" y="7010"/>
                    <a:pt x="2322" y="8773"/>
                    <a:pt x="1156" y="11290"/>
                  </a:cubicBezTo>
                  <a:cubicBezTo>
                    <a:pt x="0" y="13793"/>
                    <a:pt x="93" y="16615"/>
                    <a:pt x="1413" y="19034"/>
                  </a:cubicBezTo>
                  <a:cubicBezTo>
                    <a:pt x="1809" y="19756"/>
                    <a:pt x="2243" y="20448"/>
                    <a:pt x="2702" y="21089"/>
                  </a:cubicBezTo>
                  <a:cubicBezTo>
                    <a:pt x="5195" y="24574"/>
                    <a:pt x="8549" y="26905"/>
                    <a:pt x="12668" y="28016"/>
                  </a:cubicBezTo>
                  <a:cubicBezTo>
                    <a:pt x="14281" y="28449"/>
                    <a:pt x="15925" y="28661"/>
                    <a:pt x="17557" y="28661"/>
                  </a:cubicBezTo>
                  <a:cubicBezTo>
                    <a:pt x="22755" y="28661"/>
                    <a:pt x="27819" y="26518"/>
                    <a:pt x="31293" y="22653"/>
                  </a:cubicBezTo>
                  <a:cubicBezTo>
                    <a:pt x="33994" y="19651"/>
                    <a:pt x="35267" y="16305"/>
                    <a:pt x="35076" y="12705"/>
                  </a:cubicBezTo>
                  <a:cubicBezTo>
                    <a:pt x="34946" y="10305"/>
                    <a:pt x="34106" y="7959"/>
                    <a:pt x="32648" y="5921"/>
                  </a:cubicBezTo>
                  <a:cubicBezTo>
                    <a:pt x="31987" y="4998"/>
                    <a:pt x="31216" y="4157"/>
                    <a:pt x="30358" y="3419"/>
                  </a:cubicBezTo>
                  <a:cubicBezTo>
                    <a:pt x="27717" y="1143"/>
                    <a:pt x="24901" y="1"/>
                    <a:pt x="221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24"/>
            <p:cNvSpPr/>
            <p:nvPr/>
          </p:nvSpPr>
          <p:spPr>
            <a:xfrm>
              <a:off x="6442967" y="1824593"/>
              <a:ext cx="332756" cy="409897"/>
            </a:xfrm>
            <a:custGeom>
              <a:avLst/>
              <a:gdLst/>
              <a:ahLst/>
              <a:cxnLst/>
              <a:rect l="l" t="t" r="r" b="b"/>
              <a:pathLst>
                <a:path w="11142" h="13725" extrusionOk="0">
                  <a:moveTo>
                    <a:pt x="7919" y="0"/>
                  </a:moveTo>
                  <a:cubicBezTo>
                    <a:pt x="7919" y="0"/>
                    <a:pt x="1" y="6018"/>
                    <a:pt x="6427" y="13724"/>
                  </a:cubicBezTo>
                  <a:cubicBezTo>
                    <a:pt x="6427" y="13724"/>
                    <a:pt x="6442" y="12405"/>
                    <a:pt x="8647" y="10410"/>
                  </a:cubicBezTo>
                  <a:cubicBezTo>
                    <a:pt x="9581" y="9566"/>
                    <a:pt x="10322" y="8509"/>
                    <a:pt x="10650" y="7292"/>
                  </a:cubicBezTo>
                  <a:cubicBezTo>
                    <a:pt x="11142" y="5464"/>
                    <a:pt x="10964" y="2838"/>
                    <a:pt x="7919" y="0"/>
                  </a:cubicBezTo>
                  <a:close/>
                </a:path>
              </a:pathLst>
            </a:custGeom>
            <a:solidFill>
              <a:srgbClr val="00BB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24"/>
            <p:cNvSpPr/>
            <p:nvPr/>
          </p:nvSpPr>
          <p:spPr>
            <a:xfrm>
              <a:off x="6679468" y="1684676"/>
              <a:ext cx="221539" cy="155597"/>
            </a:xfrm>
            <a:custGeom>
              <a:avLst/>
              <a:gdLst/>
              <a:ahLst/>
              <a:cxnLst/>
              <a:rect l="l" t="t" r="r" b="b"/>
              <a:pathLst>
                <a:path w="7418" h="5210" extrusionOk="0">
                  <a:moveTo>
                    <a:pt x="6253" y="1"/>
                  </a:moveTo>
                  <a:cubicBezTo>
                    <a:pt x="5925" y="1"/>
                    <a:pt x="5591" y="147"/>
                    <a:pt x="5367" y="437"/>
                  </a:cubicBezTo>
                  <a:cubicBezTo>
                    <a:pt x="3447" y="2922"/>
                    <a:pt x="0" y="4685"/>
                    <a:pt x="0" y="4685"/>
                  </a:cubicBezTo>
                  <a:lnTo>
                    <a:pt x="533" y="5209"/>
                  </a:lnTo>
                  <a:cubicBezTo>
                    <a:pt x="2882" y="5014"/>
                    <a:pt x="5737" y="2887"/>
                    <a:pt x="6911" y="1935"/>
                  </a:cubicBezTo>
                  <a:cubicBezTo>
                    <a:pt x="7295" y="1623"/>
                    <a:pt x="7418" y="1091"/>
                    <a:pt x="7212" y="642"/>
                  </a:cubicBezTo>
                  <a:cubicBezTo>
                    <a:pt x="7196" y="610"/>
                    <a:pt x="7181" y="577"/>
                    <a:pt x="7164" y="546"/>
                  </a:cubicBezTo>
                  <a:cubicBezTo>
                    <a:pt x="6977" y="182"/>
                    <a:pt x="6619" y="1"/>
                    <a:pt x="6253" y="1"/>
                  </a:cubicBezTo>
                  <a:close/>
                </a:path>
              </a:pathLst>
            </a:custGeom>
            <a:solidFill>
              <a:srgbClr val="00BB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24"/>
            <p:cNvSpPr/>
            <p:nvPr/>
          </p:nvSpPr>
          <p:spPr>
            <a:xfrm>
              <a:off x="6536415" y="1668310"/>
              <a:ext cx="382541" cy="582666"/>
            </a:xfrm>
            <a:custGeom>
              <a:avLst/>
              <a:gdLst/>
              <a:ahLst/>
              <a:cxnLst/>
              <a:rect l="l" t="t" r="r" b="b"/>
              <a:pathLst>
                <a:path w="12809" h="19510" extrusionOk="0">
                  <a:moveTo>
                    <a:pt x="11040" y="1095"/>
                  </a:moveTo>
                  <a:cubicBezTo>
                    <a:pt x="11057" y="1095"/>
                    <a:pt x="11074" y="1097"/>
                    <a:pt x="11092" y="1097"/>
                  </a:cubicBezTo>
                  <a:cubicBezTo>
                    <a:pt x="11189" y="1106"/>
                    <a:pt x="11367" y="1149"/>
                    <a:pt x="11468" y="1346"/>
                  </a:cubicBezTo>
                  <a:cubicBezTo>
                    <a:pt x="11480" y="1369"/>
                    <a:pt x="11491" y="1394"/>
                    <a:pt x="11501" y="1417"/>
                  </a:cubicBezTo>
                  <a:cubicBezTo>
                    <a:pt x="11604" y="1639"/>
                    <a:pt x="11544" y="1902"/>
                    <a:pt x="11355" y="2055"/>
                  </a:cubicBezTo>
                  <a:cubicBezTo>
                    <a:pt x="10256" y="2948"/>
                    <a:pt x="8098" y="4436"/>
                    <a:pt x="6199" y="5053"/>
                  </a:cubicBezTo>
                  <a:cubicBezTo>
                    <a:pt x="7411" y="4303"/>
                    <a:pt x="9307" y="2975"/>
                    <a:pt x="10588" y="1317"/>
                  </a:cubicBezTo>
                  <a:cubicBezTo>
                    <a:pt x="10698" y="1176"/>
                    <a:pt x="10864" y="1095"/>
                    <a:pt x="11040" y="1095"/>
                  </a:cubicBezTo>
                  <a:close/>
                  <a:moveTo>
                    <a:pt x="4840" y="5904"/>
                  </a:moveTo>
                  <a:cubicBezTo>
                    <a:pt x="4856" y="6012"/>
                    <a:pt x="4906" y="6115"/>
                    <a:pt x="4985" y="6200"/>
                  </a:cubicBezTo>
                  <a:cubicBezTo>
                    <a:pt x="6883" y="8203"/>
                    <a:pt x="7558" y="10284"/>
                    <a:pt x="6992" y="12384"/>
                  </a:cubicBezTo>
                  <a:cubicBezTo>
                    <a:pt x="6713" y="13411"/>
                    <a:pt x="6077" y="14400"/>
                    <a:pt x="5150" y="15238"/>
                  </a:cubicBezTo>
                  <a:cubicBezTo>
                    <a:pt x="4005" y="16273"/>
                    <a:pt x="3407" y="17153"/>
                    <a:pt x="3093" y="17798"/>
                  </a:cubicBezTo>
                  <a:cubicBezTo>
                    <a:pt x="1734" y="15891"/>
                    <a:pt x="1157" y="13949"/>
                    <a:pt x="1375" y="12008"/>
                  </a:cubicBezTo>
                  <a:cubicBezTo>
                    <a:pt x="1723" y="8901"/>
                    <a:pt x="4030" y="6619"/>
                    <a:pt x="4840" y="5904"/>
                  </a:cubicBezTo>
                  <a:close/>
                  <a:moveTo>
                    <a:pt x="11035" y="1"/>
                  </a:moveTo>
                  <a:cubicBezTo>
                    <a:pt x="10524" y="1"/>
                    <a:pt x="10040" y="237"/>
                    <a:pt x="9722" y="650"/>
                  </a:cubicBezTo>
                  <a:cubicBezTo>
                    <a:pt x="7903" y="3004"/>
                    <a:pt x="4575" y="4727"/>
                    <a:pt x="4540" y="4745"/>
                  </a:cubicBezTo>
                  <a:cubicBezTo>
                    <a:pt x="4511" y="4760"/>
                    <a:pt x="4484" y="4777"/>
                    <a:pt x="4458" y="4795"/>
                  </a:cubicBezTo>
                  <a:cubicBezTo>
                    <a:pt x="4307" y="4911"/>
                    <a:pt x="768" y="7646"/>
                    <a:pt x="288" y="11876"/>
                  </a:cubicBezTo>
                  <a:cubicBezTo>
                    <a:pt x="0" y="14403"/>
                    <a:pt x="871" y="16904"/>
                    <a:pt x="2876" y="19308"/>
                  </a:cubicBezTo>
                  <a:cubicBezTo>
                    <a:pt x="2984" y="19436"/>
                    <a:pt x="3142" y="19509"/>
                    <a:pt x="3303" y="19509"/>
                  </a:cubicBezTo>
                  <a:cubicBezTo>
                    <a:pt x="3363" y="19509"/>
                    <a:pt x="3422" y="19501"/>
                    <a:pt x="3478" y="19477"/>
                  </a:cubicBezTo>
                  <a:cubicBezTo>
                    <a:pt x="3694" y="19400"/>
                    <a:pt x="3839" y="19204"/>
                    <a:pt x="3843" y="18974"/>
                  </a:cubicBezTo>
                  <a:cubicBezTo>
                    <a:pt x="3844" y="18964"/>
                    <a:pt x="3935" y="17810"/>
                    <a:pt x="5883" y="16047"/>
                  </a:cubicBezTo>
                  <a:cubicBezTo>
                    <a:pt x="6967" y="15066"/>
                    <a:pt x="7715" y="13898"/>
                    <a:pt x="8048" y="12666"/>
                  </a:cubicBezTo>
                  <a:cubicBezTo>
                    <a:pt x="8473" y="11092"/>
                    <a:pt x="8492" y="8735"/>
                    <a:pt x="6392" y="6141"/>
                  </a:cubicBezTo>
                  <a:cubicBezTo>
                    <a:pt x="8986" y="5350"/>
                    <a:pt x="11711" y="3179"/>
                    <a:pt x="12045" y="2906"/>
                  </a:cubicBezTo>
                  <a:cubicBezTo>
                    <a:pt x="12622" y="2437"/>
                    <a:pt x="12809" y="1638"/>
                    <a:pt x="12497" y="958"/>
                  </a:cubicBezTo>
                  <a:cubicBezTo>
                    <a:pt x="12477" y="917"/>
                    <a:pt x="12459" y="877"/>
                    <a:pt x="12440" y="842"/>
                  </a:cubicBezTo>
                  <a:cubicBezTo>
                    <a:pt x="12196" y="369"/>
                    <a:pt x="11730" y="57"/>
                    <a:pt x="11192" y="8"/>
                  </a:cubicBezTo>
                  <a:cubicBezTo>
                    <a:pt x="11139" y="3"/>
                    <a:pt x="11087" y="1"/>
                    <a:pt x="110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24"/>
            <p:cNvSpPr/>
            <p:nvPr/>
          </p:nvSpPr>
          <p:spPr>
            <a:xfrm>
              <a:off x="6133566" y="2369540"/>
              <a:ext cx="57908" cy="33897"/>
            </a:xfrm>
            <a:custGeom>
              <a:avLst/>
              <a:gdLst/>
              <a:ahLst/>
              <a:cxnLst/>
              <a:rect l="l" t="t" r="r" b="b"/>
              <a:pathLst>
                <a:path w="1939" h="1135" extrusionOk="0">
                  <a:moveTo>
                    <a:pt x="1364" y="0"/>
                  </a:moveTo>
                  <a:cubicBezTo>
                    <a:pt x="1346" y="0"/>
                    <a:pt x="1328" y="1"/>
                    <a:pt x="1309" y="3"/>
                  </a:cubicBezTo>
                  <a:cubicBezTo>
                    <a:pt x="1075" y="27"/>
                    <a:pt x="832" y="39"/>
                    <a:pt x="585" y="39"/>
                  </a:cubicBezTo>
                  <a:cubicBezTo>
                    <a:pt x="577" y="39"/>
                    <a:pt x="569" y="38"/>
                    <a:pt x="561" y="38"/>
                  </a:cubicBezTo>
                  <a:cubicBezTo>
                    <a:pt x="557" y="38"/>
                    <a:pt x="553" y="38"/>
                    <a:pt x="548" y="39"/>
                  </a:cubicBezTo>
                  <a:cubicBezTo>
                    <a:pt x="248" y="39"/>
                    <a:pt x="2" y="282"/>
                    <a:pt x="1" y="584"/>
                  </a:cubicBezTo>
                  <a:cubicBezTo>
                    <a:pt x="0" y="886"/>
                    <a:pt x="245" y="1133"/>
                    <a:pt x="547" y="1134"/>
                  </a:cubicBezTo>
                  <a:lnTo>
                    <a:pt x="586" y="1134"/>
                  </a:lnTo>
                  <a:cubicBezTo>
                    <a:pt x="868" y="1134"/>
                    <a:pt x="1149" y="1122"/>
                    <a:pt x="1417" y="1092"/>
                  </a:cubicBezTo>
                  <a:cubicBezTo>
                    <a:pt x="1718" y="1063"/>
                    <a:pt x="1938" y="795"/>
                    <a:pt x="1908" y="494"/>
                  </a:cubicBezTo>
                  <a:cubicBezTo>
                    <a:pt x="1881" y="212"/>
                    <a:pt x="1641" y="0"/>
                    <a:pt x="13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24"/>
            <p:cNvSpPr/>
            <p:nvPr/>
          </p:nvSpPr>
          <p:spPr>
            <a:xfrm>
              <a:off x="5978536" y="2318560"/>
              <a:ext cx="139022" cy="74244"/>
            </a:xfrm>
            <a:custGeom>
              <a:avLst/>
              <a:gdLst/>
              <a:ahLst/>
              <a:cxnLst/>
              <a:rect l="l" t="t" r="r" b="b"/>
              <a:pathLst>
                <a:path w="4655" h="2486" extrusionOk="0">
                  <a:moveTo>
                    <a:pt x="627" y="1"/>
                  </a:moveTo>
                  <a:cubicBezTo>
                    <a:pt x="441" y="1"/>
                    <a:pt x="259" y="96"/>
                    <a:pt x="156" y="267"/>
                  </a:cubicBezTo>
                  <a:cubicBezTo>
                    <a:pt x="1" y="526"/>
                    <a:pt x="86" y="863"/>
                    <a:pt x="345" y="1018"/>
                  </a:cubicBezTo>
                  <a:cubicBezTo>
                    <a:pt x="406" y="1055"/>
                    <a:pt x="1892" y="1937"/>
                    <a:pt x="3909" y="2467"/>
                  </a:cubicBezTo>
                  <a:cubicBezTo>
                    <a:pt x="3956" y="2480"/>
                    <a:pt x="4003" y="2486"/>
                    <a:pt x="4049" y="2486"/>
                  </a:cubicBezTo>
                  <a:cubicBezTo>
                    <a:pt x="4292" y="2486"/>
                    <a:pt x="4513" y="2323"/>
                    <a:pt x="4578" y="2077"/>
                  </a:cubicBezTo>
                  <a:cubicBezTo>
                    <a:pt x="4654" y="1785"/>
                    <a:pt x="4478" y="1486"/>
                    <a:pt x="4186" y="1408"/>
                  </a:cubicBezTo>
                  <a:cubicBezTo>
                    <a:pt x="2328" y="920"/>
                    <a:pt x="921" y="86"/>
                    <a:pt x="907" y="79"/>
                  </a:cubicBezTo>
                  <a:cubicBezTo>
                    <a:pt x="819" y="26"/>
                    <a:pt x="722" y="1"/>
                    <a:pt x="6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5EE0FD6-0B5E-6D93-2D6F-7453BCC26A82}"/>
              </a:ext>
            </a:extLst>
          </p:cNvPr>
          <p:cNvSpPr txBox="1"/>
          <p:nvPr/>
        </p:nvSpPr>
        <p:spPr>
          <a:xfrm>
            <a:off x="8617437" y="4678620"/>
            <a:ext cx="3693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5"/>
          <p:cNvSpPr/>
          <p:nvPr/>
        </p:nvSpPr>
        <p:spPr>
          <a:xfrm>
            <a:off x="530537" y="425718"/>
            <a:ext cx="8051100" cy="6771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1" name="Google Shape;241;p25"/>
          <p:cNvSpPr txBox="1"/>
          <p:nvPr/>
        </p:nvSpPr>
        <p:spPr>
          <a:xfrm>
            <a:off x="813082" y="1643051"/>
            <a:ext cx="7704000" cy="27734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3429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Nanum Gothic"/>
                <a:cs typeface="Times New Roman" panose="02020603050405020304" pitchFamily="18" charset="0"/>
                <a:sym typeface="Nanum Gothic"/>
              </a:rPr>
              <a:t>KPTMYK-001298			Mg Min Han Set Naing</a:t>
            </a:r>
          </a:p>
          <a:p>
            <a:pPr marL="3429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Nanum Gothic"/>
                <a:cs typeface="Times New Roman" panose="02020603050405020304" pitchFamily="18" charset="0"/>
                <a:sym typeface="Nanum Gothic"/>
              </a:rPr>
              <a:t>KPTMYK-001285			Ma May Thiri Paing</a:t>
            </a:r>
          </a:p>
          <a:p>
            <a:pPr marL="3429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Nanum Gothic"/>
                <a:cs typeface="Times New Roman" panose="02020603050405020304" pitchFamily="18" charset="0"/>
                <a:sym typeface="Nanum Gothic"/>
              </a:rPr>
              <a:t>KPTMYK-001286			Ma Wa Thone Thazin</a:t>
            </a:r>
          </a:p>
          <a:p>
            <a:pPr marL="3429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Nanum Gothic"/>
                <a:cs typeface="Times New Roman" panose="02020603050405020304" pitchFamily="18" charset="0"/>
                <a:sym typeface="Nanum Gothic"/>
              </a:rPr>
              <a:t>KPTMYK-001288			Ma Pann Cherry Myo</a:t>
            </a:r>
          </a:p>
          <a:p>
            <a:pPr marL="3429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Nanum Gothic"/>
                <a:cs typeface="Times New Roman" panose="02020603050405020304" pitchFamily="18" charset="0"/>
                <a:sym typeface="Nanum Gothic"/>
              </a:rPr>
              <a:t>KPTMYK-001330			Ma Thin Nandar Hsu</a:t>
            </a:r>
            <a:endParaRPr sz="2400" dirty="0">
              <a:solidFill>
                <a:schemeClr val="dk1"/>
              </a:solidFill>
              <a:latin typeface="Times New Roman" panose="02020603050405020304" pitchFamily="18" charset="0"/>
              <a:ea typeface="Nanum Gothic"/>
              <a:cs typeface="Times New Roman" panose="02020603050405020304" pitchFamily="18" charset="0"/>
              <a:sym typeface="Nanum Gothic"/>
            </a:endParaRPr>
          </a:p>
        </p:txBody>
      </p:sp>
      <p:grpSp>
        <p:nvGrpSpPr>
          <p:cNvPr id="244" name="Google Shape;244;p25"/>
          <p:cNvGrpSpPr/>
          <p:nvPr/>
        </p:nvGrpSpPr>
        <p:grpSpPr>
          <a:xfrm>
            <a:off x="204255" y="189314"/>
            <a:ext cx="826603" cy="880651"/>
            <a:chOff x="3106299" y="1017471"/>
            <a:chExt cx="1218280" cy="1297939"/>
          </a:xfrm>
        </p:grpSpPr>
        <p:sp>
          <p:nvSpPr>
            <p:cNvPr id="245" name="Google Shape;245;p25"/>
            <p:cNvSpPr/>
            <p:nvPr/>
          </p:nvSpPr>
          <p:spPr>
            <a:xfrm>
              <a:off x="3106299" y="1017471"/>
              <a:ext cx="1218280" cy="1297939"/>
            </a:xfrm>
            <a:custGeom>
              <a:avLst/>
              <a:gdLst/>
              <a:ahLst/>
              <a:cxnLst/>
              <a:rect l="l" t="t" r="r" b="b"/>
              <a:pathLst>
                <a:path w="33065" h="35227" extrusionOk="0">
                  <a:moveTo>
                    <a:pt x="26586" y="1906"/>
                  </a:moveTo>
                  <a:cubicBezTo>
                    <a:pt x="26886" y="1906"/>
                    <a:pt x="27183" y="1929"/>
                    <a:pt x="27476" y="1976"/>
                  </a:cubicBezTo>
                  <a:cubicBezTo>
                    <a:pt x="28032" y="2068"/>
                    <a:pt x="28595" y="2247"/>
                    <a:pt x="29143" y="2511"/>
                  </a:cubicBezTo>
                  <a:lnTo>
                    <a:pt x="29145" y="2512"/>
                  </a:lnTo>
                  <a:cubicBezTo>
                    <a:pt x="30358" y="3092"/>
                    <a:pt x="31040" y="4419"/>
                    <a:pt x="30802" y="5738"/>
                  </a:cubicBezTo>
                  <a:cubicBezTo>
                    <a:pt x="30639" y="6653"/>
                    <a:pt x="30318" y="7435"/>
                    <a:pt x="30080" y="7930"/>
                  </a:cubicBezTo>
                  <a:lnTo>
                    <a:pt x="29906" y="8290"/>
                  </a:lnTo>
                  <a:lnTo>
                    <a:pt x="30041" y="8665"/>
                  </a:lnTo>
                  <a:cubicBezTo>
                    <a:pt x="30807" y="10805"/>
                    <a:pt x="30979" y="13232"/>
                    <a:pt x="30552" y="15879"/>
                  </a:cubicBezTo>
                  <a:cubicBezTo>
                    <a:pt x="29577" y="21948"/>
                    <a:pt x="25789" y="27243"/>
                    <a:pt x="20157" y="30410"/>
                  </a:cubicBezTo>
                  <a:cubicBezTo>
                    <a:pt x="15877" y="32817"/>
                    <a:pt x="11925" y="33322"/>
                    <a:pt x="9363" y="33322"/>
                  </a:cubicBezTo>
                  <a:cubicBezTo>
                    <a:pt x="8743" y="33322"/>
                    <a:pt x="8133" y="33293"/>
                    <a:pt x="7561" y="33236"/>
                  </a:cubicBezTo>
                  <a:cubicBezTo>
                    <a:pt x="7413" y="33220"/>
                    <a:pt x="7288" y="33205"/>
                    <a:pt x="7162" y="33186"/>
                  </a:cubicBezTo>
                  <a:cubicBezTo>
                    <a:pt x="5846" y="32970"/>
                    <a:pt x="4636" y="32314"/>
                    <a:pt x="3750" y="31334"/>
                  </a:cubicBezTo>
                  <a:cubicBezTo>
                    <a:pt x="3716" y="31296"/>
                    <a:pt x="3677" y="31256"/>
                    <a:pt x="3640" y="31212"/>
                  </a:cubicBezTo>
                  <a:cubicBezTo>
                    <a:pt x="2451" y="29837"/>
                    <a:pt x="1986" y="28017"/>
                    <a:pt x="2368" y="26215"/>
                  </a:cubicBezTo>
                  <a:cubicBezTo>
                    <a:pt x="2747" y="24399"/>
                    <a:pt x="3919" y="22905"/>
                    <a:pt x="5579" y="22119"/>
                  </a:cubicBezTo>
                  <a:cubicBezTo>
                    <a:pt x="12291" y="18940"/>
                    <a:pt x="15363" y="11544"/>
                    <a:pt x="15390" y="11478"/>
                  </a:cubicBezTo>
                  <a:lnTo>
                    <a:pt x="15403" y="11445"/>
                  </a:lnTo>
                  <a:cubicBezTo>
                    <a:pt x="17403" y="6719"/>
                    <a:pt x="20397" y="5541"/>
                    <a:pt x="22556" y="5385"/>
                  </a:cubicBezTo>
                  <a:lnTo>
                    <a:pt x="23333" y="5328"/>
                  </a:lnTo>
                  <a:lnTo>
                    <a:pt x="23431" y="4555"/>
                  </a:lnTo>
                  <a:cubicBezTo>
                    <a:pt x="23613" y="3141"/>
                    <a:pt x="24768" y="2032"/>
                    <a:pt x="26175" y="1920"/>
                  </a:cubicBezTo>
                  <a:cubicBezTo>
                    <a:pt x="26311" y="1911"/>
                    <a:pt x="26449" y="1906"/>
                    <a:pt x="26586" y="1906"/>
                  </a:cubicBezTo>
                  <a:close/>
                  <a:moveTo>
                    <a:pt x="26585" y="1"/>
                  </a:moveTo>
                  <a:cubicBezTo>
                    <a:pt x="26400" y="1"/>
                    <a:pt x="26216" y="7"/>
                    <a:pt x="26030" y="21"/>
                  </a:cubicBezTo>
                  <a:cubicBezTo>
                    <a:pt x="23980" y="183"/>
                    <a:pt x="22261" y="1628"/>
                    <a:pt x="21700" y="3567"/>
                  </a:cubicBezTo>
                  <a:cubicBezTo>
                    <a:pt x="19413" y="3924"/>
                    <a:pt x="15900" y="5389"/>
                    <a:pt x="13651" y="10698"/>
                  </a:cubicBezTo>
                  <a:lnTo>
                    <a:pt x="13632" y="10749"/>
                  </a:lnTo>
                  <a:cubicBezTo>
                    <a:pt x="13603" y="10817"/>
                    <a:pt x="10761" y="17557"/>
                    <a:pt x="4765" y="20398"/>
                  </a:cubicBezTo>
                  <a:cubicBezTo>
                    <a:pt x="2562" y="21442"/>
                    <a:pt x="1009" y="23420"/>
                    <a:pt x="505" y="25822"/>
                  </a:cubicBezTo>
                  <a:cubicBezTo>
                    <a:pt x="1" y="28210"/>
                    <a:pt x="619" y="30628"/>
                    <a:pt x="2197" y="32452"/>
                  </a:cubicBezTo>
                  <a:cubicBezTo>
                    <a:pt x="2246" y="32508"/>
                    <a:pt x="2299" y="32567"/>
                    <a:pt x="2343" y="32615"/>
                  </a:cubicBezTo>
                  <a:cubicBezTo>
                    <a:pt x="3512" y="33909"/>
                    <a:pt x="5115" y="34778"/>
                    <a:pt x="6856" y="35064"/>
                  </a:cubicBezTo>
                  <a:cubicBezTo>
                    <a:pt x="7008" y="35090"/>
                    <a:pt x="7164" y="35107"/>
                    <a:pt x="7359" y="35130"/>
                  </a:cubicBezTo>
                  <a:cubicBezTo>
                    <a:pt x="8006" y="35195"/>
                    <a:pt x="8682" y="35227"/>
                    <a:pt x="9363" y="35227"/>
                  </a:cubicBezTo>
                  <a:cubicBezTo>
                    <a:pt x="12152" y="35227"/>
                    <a:pt x="16451" y="34679"/>
                    <a:pt x="21091" y="32067"/>
                  </a:cubicBezTo>
                  <a:cubicBezTo>
                    <a:pt x="27232" y="28615"/>
                    <a:pt x="31366" y="22824"/>
                    <a:pt x="32432" y="16181"/>
                  </a:cubicBezTo>
                  <a:cubicBezTo>
                    <a:pt x="32887" y="13362"/>
                    <a:pt x="32727" y="10746"/>
                    <a:pt x="31961" y="8395"/>
                  </a:cubicBezTo>
                  <a:cubicBezTo>
                    <a:pt x="32219" y="7803"/>
                    <a:pt x="32511" y="6998"/>
                    <a:pt x="32677" y="6075"/>
                  </a:cubicBezTo>
                  <a:cubicBezTo>
                    <a:pt x="33065" y="3914"/>
                    <a:pt x="31950" y="1742"/>
                    <a:pt x="29966" y="795"/>
                  </a:cubicBezTo>
                  <a:cubicBezTo>
                    <a:pt x="29253" y="452"/>
                    <a:pt x="28519" y="218"/>
                    <a:pt x="27783" y="97"/>
                  </a:cubicBezTo>
                  <a:cubicBezTo>
                    <a:pt x="27390" y="33"/>
                    <a:pt x="26989" y="1"/>
                    <a:pt x="265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25"/>
            <p:cNvSpPr/>
            <p:nvPr/>
          </p:nvSpPr>
          <p:spPr>
            <a:xfrm>
              <a:off x="3142849" y="1052658"/>
              <a:ext cx="1144406" cy="1227749"/>
            </a:xfrm>
            <a:custGeom>
              <a:avLst/>
              <a:gdLst/>
              <a:ahLst/>
              <a:cxnLst/>
              <a:rect l="l" t="t" r="r" b="b"/>
              <a:pathLst>
                <a:path w="31060" h="33322" extrusionOk="0">
                  <a:moveTo>
                    <a:pt x="25600" y="0"/>
                  </a:moveTo>
                  <a:cubicBezTo>
                    <a:pt x="25438" y="0"/>
                    <a:pt x="25275" y="6"/>
                    <a:pt x="25113" y="18"/>
                  </a:cubicBezTo>
                  <a:cubicBezTo>
                    <a:pt x="23229" y="166"/>
                    <a:pt x="21729" y="1644"/>
                    <a:pt x="21496" y="3482"/>
                  </a:cubicBezTo>
                  <a:cubicBezTo>
                    <a:pt x="19281" y="3643"/>
                    <a:pt x="15781" y="4815"/>
                    <a:pt x="13535" y="10120"/>
                  </a:cubicBezTo>
                  <a:cubicBezTo>
                    <a:pt x="13533" y="10124"/>
                    <a:pt x="13527" y="10135"/>
                    <a:pt x="13525" y="10144"/>
                  </a:cubicBezTo>
                  <a:cubicBezTo>
                    <a:pt x="13522" y="10150"/>
                    <a:pt x="13520" y="10156"/>
                    <a:pt x="13520" y="10157"/>
                  </a:cubicBezTo>
                  <a:cubicBezTo>
                    <a:pt x="13491" y="10229"/>
                    <a:pt x="10554" y="17286"/>
                    <a:pt x="4181" y="20305"/>
                  </a:cubicBezTo>
                  <a:cubicBezTo>
                    <a:pt x="2247" y="21221"/>
                    <a:pt x="886" y="22956"/>
                    <a:pt x="444" y="25067"/>
                  </a:cubicBezTo>
                  <a:cubicBezTo>
                    <a:pt x="1" y="27160"/>
                    <a:pt x="543" y="29281"/>
                    <a:pt x="1928" y="30882"/>
                  </a:cubicBezTo>
                  <a:cubicBezTo>
                    <a:pt x="1970" y="30931"/>
                    <a:pt x="2014" y="30980"/>
                    <a:pt x="2056" y="31025"/>
                  </a:cubicBezTo>
                  <a:cubicBezTo>
                    <a:pt x="3081" y="32160"/>
                    <a:pt x="4488" y="32922"/>
                    <a:pt x="6015" y="33172"/>
                  </a:cubicBezTo>
                  <a:cubicBezTo>
                    <a:pt x="6155" y="33196"/>
                    <a:pt x="6296" y="33212"/>
                    <a:pt x="6458" y="33230"/>
                  </a:cubicBezTo>
                  <a:cubicBezTo>
                    <a:pt x="6990" y="33283"/>
                    <a:pt x="7633" y="33322"/>
                    <a:pt x="8370" y="33322"/>
                  </a:cubicBezTo>
                  <a:cubicBezTo>
                    <a:pt x="11135" y="33322"/>
                    <a:pt x="15219" y="32768"/>
                    <a:pt x="19630" y="30286"/>
                  </a:cubicBezTo>
                  <a:cubicBezTo>
                    <a:pt x="25516" y="26976"/>
                    <a:pt x="29476" y="21433"/>
                    <a:pt x="30498" y="15078"/>
                  </a:cubicBezTo>
                  <a:cubicBezTo>
                    <a:pt x="30951" y="12269"/>
                    <a:pt x="30765" y="9684"/>
                    <a:pt x="29943" y="7391"/>
                  </a:cubicBezTo>
                  <a:cubicBezTo>
                    <a:pt x="30231" y="6796"/>
                    <a:pt x="30566" y="5946"/>
                    <a:pt x="30744" y="4954"/>
                  </a:cubicBezTo>
                  <a:cubicBezTo>
                    <a:pt x="31059" y="3212"/>
                    <a:pt x="30161" y="1463"/>
                    <a:pt x="28563" y="700"/>
                  </a:cubicBezTo>
                  <a:cubicBezTo>
                    <a:pt x="27932" y="397"/>
                    <a:pt x="27283" y="188"/>
                    <a:pt x="26638" y="84"/>
                  </a:cubicBezTo>
                  <a:cubicBezTo>
                    <a:pt x="26296" y="28"/>
                    <a:pt x="25949" y="0"/>
                    <a:pt x="256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25"/>
            <p:cNvSpPr/>
            <p:nvPr/>
          </p:nvSpPr>
          <p:spPr>
            <a:xfrm>
              <a:off x="3205707" y="1136297"/>
              <a:ext cx="992604" cy="1060399"/>
            </a:xfrm>
            <a:custGeom>
              <a:avLst/>
              <a:gdLst/>
              <a:ahLst/>
              <a:cxnLst/>
              <a:rect l="l" t="t" r="r" b="b"/>
              <a:pathLst>
                <a:path w="26940" h="28780" extrusionOk="0">
                  <a:moveTo>
                    <a:pt x="23897" y="0"/>
                  </a:moveTo>
                  <a:cubicBezTo>
                    <a:pt x="23794" y="0"/>
                    <a:pt x="23690" y="4"/>
                    <a:pt x="23584" y="13"/>
                  </a:cubicBezTo>
                  <a:cubicBezTo>
                    <a:pt x="22700" y="81"/>
                    <a:pt x="22021" y="843"/>
                    <a:pt x="22029" y="1729"/>
                  </a:cubicBezTo>
                  <a:cubicBezTo>
                    <a:pt x="22033" y="2291"/>
                    <a:pt x="22005" y="2990"/>
                    <a:pt x="21891" y="3690"/>
                  </a:cubicBezTo>
                  <a:cubicBezTo>
                    <a:pt x="21891" y="3690"/>
                    <a:pt x="21259" y="3451"/>
                    <a:pt x="20313" y="3451"/>
                  </a:cubicBezTo>
                  <a:cubicBezTo>
                    <a:pt x="18589" y="3451"/>
                    <a:pt x="15819" y="4246"/>
                    <a:pt x="13919" y="8734"/>
                  </a:cubicBezTo>
                  <a:cubicBezTo>
                    <a:pt x="13919" y="8734"/>
                    <a:pt x="10746" y="16628"/>
                    <a:pt x="3445" y="20088"/>
                  </a:cubicBezTo>
                  <a:cubicBezTo>
                    <a:pt x="770" y="21355"/>
                    <a:pt x="1" y="24888"/>
                    <a:pt x="1941" y="27124"/>
                  </a:cubicBezTo>
                  <a:cubicBezTo>
                    <a:pt x="1971" y="27159"/>
                    <a:pt x="2002" y="27194"/>
                    <a:pt x="2034" y="27230"/>
                  </a:cubicBezTo>
                  <a:cubicBezTo>
                    <a:pt x="2794" y="28073"/>
                    <a:pt x="3846" y="28587"/>
                    <a:pt x="4977" y="28699"/>
                  </a:cubicBezTo>
                  <a:cubicBezTo>
                    <a:pt x="5451" y="28745"/>
                    <a:pt x="6022" y="28780"/>
                    <a:pt x="6674" y="28780"/>
                  </a:cubicBezTo>
                  <a:cubicBezTo>
                    <a:pt x="9160" y="28780"/>
                    <a:pt x="12828" y="28279"/>
                    <a:pt x="16814" y="26036"/>
                  </a:cubicBezTo>
                  <a:cubicBezTo>
                    <a:pt x="21924" y="23162"/>
                    <a:pt x="25622" y="18234"/>
                    <a:pt x="26553" y="12447"/>
                  </a:cubicBezTo>
                  <a:cubicBezTo>
                    <a:pt x="26940" y="10043"/>
                    <a:pt x="26865" y="7402"/>
                    <a:pt x="25724" y="4968"/>
                  </a:cubicBezTo>
                  <a:cubicBezTo>
                    <a:pt x="25724" y="4968"/>
                    <a:pt x="26529" y="3825"/>
                    <a:pt x="26805" y="2283"/>
                  </a:cubicBezTo>
                  <a:cubicBezTo>
                    <a:pt x="26938" y="1544"/>
                    <a:pt x="26552" y="801"/>
                    <a:pt x="25875" y="477"/>
                  </a:cubicBezTo>
                  <a:cubicBezTo>
                    <a:pt x="25356" y="227"/>
                    <a:pt x="24672" y="0"/>
                    <a:pt x="2389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25"/>
            <p:cNvSpPr/>
            <p:nvPr/>
          </p:nvSpPr>
          <p:spPr>
            <a:xfrm>
              <a:off x="3787342" y="2032146"/>
              <a:ext cx="79622" cy="63447"/>
            </a:xfrm>
            <a:custGeom>
              <a:avLst/>
              <a:gdLst/>
              <a:ahLst/>
              <a:cxnLst/>
              <a:rect l="l" t="t" r="r" b="b"/>
              <a:pathLst>
                <a:path w="2161" h="1722" extrusionOk="0">
                  <a:moveTo>
                    <a:pt x="1470" y="0"/>
                  </a:moveTo>
                  <a:cubicBezTo>
                    <a:pt x="1347" y="0"/>
                    <a:pt x="1223" y="38"/>
                    <a:pt x="1115" y="115"/>
                  </a:cubicBezTo>
                  <a:cubicBezTo>
                    <a:pt x="892" y="277"/>
                    <a:pt x="646" y="435"/>
                    <a:pt x="387" y="587"/>
                  </a:cubicBezTo>
                  <a:cubicBezTo>
                    <a:pt x="98" y="757"/>
                    <a:pt x="1" y="1130"/>
                    <a:pt x="170" y="1420"/>
                  </a:cubicBezTo>
                  <a:cubicBezTo>
                    <a:pt x="283" y="1613"/>
                    <a:pt x="487" y="1721"/>
                    <a:pt x="696" y="1721"/>
                  </a:cubicBezTo>
                  <a:cubicBezTo>
                    <a:pt x="800" y="1721"/>
                    <a:pt x="906" y="1694"/>
                    <a:pt x="1004" y="1637"/>
                  </a:cubicBezTo>
                  <a:cubicBezTo>
                    <a:pt x="1295" y="1465"/>
                    <a:pt x="1571" y="1286"/>
                    <a:pt x="1825" y="1103"/>
                  </a:cubicBezTo>
                  <a:cubicBezTo>
                    <a:pt x="2098" y="908"/>
                    <a:pt x="2161" y="527"/>
                    <a:pt x="1965" y="254"/>
                  </a:cubicBezTo>
                  <a:cubicBezTo>
                    <a:pt x="1846" y="89"/>
                    <a:pt x="1660" y="0"/>
                    <a:pt x="14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25"/>
            <p:cNvSpPr/>
            <p:nvPr/>
          </p:nvSpPr>
          <p:spPr>
            <a:xfrm>
              <a:off x="3591326" y="2081371"/>
              <a:ext cx="184704" cy="86549"/>
            </a:xfrm>
            <a:custGeom>
              <a:avLst/>
              <a:gdLst/>
              <a:ahLst/>
              <a:cxnLst/>
              <a:rect l="l" t="t" r="r" b="b"/>
              <a:pathLst>
                <a:path w="5013" h="2349" extrusionOk="0">
                  <a:moveTo>
                    <a:pt x="4321" y="1"/>
                  </a:moveTo>
                  <a:cubicBezTo>
                    <a:pt x="4243" y="1"/>
                    <a:pt x="4164" y="16"/>
                    <a:pt x="4088" y="48"/>
                  </a:cubicBezTo>
                  <a:cubicBezTo>
                    <a:pt x="2771" y="593"/>
                    <a:pt x="1430" y="945"/>
                    <a:pt x="536" y="1144"/>
                  </a:cubicBezTo>
                  <a:cubicBezTo>
                    <a:pt x="207" y="1218"/>
                    <a:pt x="1" y="1543"/>
                    <a:pt x="74" y="1871"/>
                  </a:cubicBezTo>
                  <a:cubicBezTo>
                    <a:pt x="136" y="2156"/>
                    <a:pt x="388" y="2349"/>
                    <a:pt x="667" y="2349"/>
                  </a:cubicBezTo>
                  <a:cubicBezTo>
                    <a:pt x="711" y="2349"/>
                    <a:pt x="755" y="2343"/>
                    <a:pt x="800" y="2334"/>
                  </a:cubicBezTo>
                  <a:cubicBezTo>
                    <a:pt x="1741" y="2123"/>
                    <a:pt x="3156" y="1753"/>
                    <a:pt x="4554" y="1171"/>
                  </a:cubicBezTo>
                  <a:cubicBezTo>
                    <a:pt x="4865" y="1044"/>
                    <a:pt x="5012" y="686"/>
                    <a:pt x="4883" y="376"/>
                  </a:cubicBezTo>
                  <a:cubicBezTo>
                    <a:pt x="4787" y="142"/>
                    <a:pt x="4560" y="1"/>
                    <a:pt x="43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25"/>
            <p:cNvSpPr/>
            <p:nvPr/>
          </p:nvSpPr>
          <p:spPr>
            <a:xfrm>
              <a:off x="4042935" y="1143666"/>
              <a:ext cx="136916" cy="67647"/>
            </a:xfrm>
            <a:custGeom>
              <a:avLst/>
              <a:gdLst/>
              <a:ahLst/>
              <a:cxnLst/>
              <a:rect l="l" t="t" r="r" b="b"/>
              <a:pathLst>
                <a:path w="3716" h="1836" extrusionOk="0">
                  <a:moveTo>
                    <a:pt x="1430" y="1"/>
                  </a:moveTo>
                  <a:cubicBezTo>
                    <a:pt x="705" y="1"/>
                    <a:pt x="141" y="243"/>
                    <a:pt x="79" y="627"/>
                  </a:cubicBezTo>
                  <a:cubicBezTo>
                    <a:pt x="0" y="1107"/>
                    <a:pt x="732" y="1627"/>
                    <a:pt x="1715" y="1787"/>
                  </a:cubicBezTo>
                  <a:cubicBezTo>
                    <a:pt x="1912" y="1820"/>
                    <a:pt x="2105" y="1835"/>
                    <a:pt x="2287" y="1835"/>
                  </a:cubicBezTo>
                  <a:cubicBezTo>
                    <a:pt x="3011" y="1835"/>
                    <a:pt x="3573" y="1593"/>
                    <a:pt x="3635" y="1209"/>
                  </a:cubicBezTo>
                  <a:cubicBezTo>
                    <a:pt x="3715" y="727"/>
                    <a:pt x="2982" y="209"/>
                    <a:pt x="2000" y="48"/>
                  </a:cubicBezTo>
                  <a:cubicBezTo>
                    <a:pt x="1803" y="16"/>
                    <a:pt x="1611" y="1"/>
                    <a:pt x="143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5"/>
            <p:cNvSpPr/>
            <p:nvPr/>
          </p:nvSpPr>
          <p:spPr>
            <a:xfrm>
              <a:off x="3142886" y="1052585"/>
              <a:ext cx="1144443" cy="1227786"/>
            </a:xfrm>
            <a:custGeom>
              <a:avLst/>
              <a:gdLst/>
              <a:ahLst/>
              <a:cxnLst/>
              <a:rect l="l" t="t" r="r" b="b"/>
              <a:pathLst>
                <a:path w="31061" h="33323" extrusionOk="0">
                  <a:moveTo>
                    <a:pt x="25593" y="1217"/>
                  </a:moveTo>
                  <a:cubicBezTo>
                    <a:pt x="25878" y="1217"/>
                    <a:pt x="26162" y="1240"/>
                    <a:pt x="26440" y="1285"/>
                  </a:cubicBezTo>
                  <a:cubicBezTo>
                    <a:pt x="26973" y="1374"/>
                    <a:pt x="27509" y="1546"/>
                    <a:pt x="28037" y="1799"/>
                  </a:cubicBezTo>
                  <a:cubicBezTo>
                    <a:pt x="29143" y="2328"/>
                    <a:pt x="29765" y="3536"/>
                    <a:pt x="29550" y="4738"/>
                  </a:cubicBezTo>
                  <a:cubicBezTo>
                    <a:pt x="29372" y="5725"/>
                    <a:pt x="29011" y="6553"/>
                    <a:pt x="28742" y="7075"/>
                  </a:cubicBezTo>
                  <a:cubicBezTo>
                    <a:pt x="28662" y="7229"/>
                    <a:pt x="28651" y="7411"/>
                    <a:pt x="28714" y="7572"/>
                  </a:cubicBezTo>
                  <a:cubicBezTo>
                    <a:pt x="29536" y="9726"/>
                    <a:pt x="29733" y="12186"/>
                    <a:pt x="29297" y="14884"/>
                  </a:cubicBezTo>
                  <a:cubicBezTo>
                    <a:pt x="28334" y="20872"/>
                    <a:pt x="24595" y="26098"/>
                    <a:pt x="19035" y="29225"/>
                  </a:cubicBezTo>
                  <a:cubicBezTo>
                    <a:pt x="14849" y="31580"/>
                    <a:pt x="10987" y="32105"/>
                    <a:pt x="8375" y="32105"/>
                  </a:cubicBezTo>
                  <a:cubicBezTo>
                    <a:pt x="7681" y="32105"/>
                    <a:pt x="7075" y="32067"/>
                    <a:pt x="6575" y="32018"/>
                  </a:cubicBezTo>
                  <a:cubicBezTo>
                    <a:pt x="6453" y="32004"/>
                    <a:pt x="6332" y="31991"/>
                    <a:pt x="6213" y="31970"/>
                  </a:cubicBezTo>
                  <a:cubicBezTo>
                    <a:pt x="4954" y="31764"/>
                    <a:pt x="3799" y="31139"/>
                    <a:pt x="2956" y="30205"/>
                  </a:cubicBezTo>
                  <a:cubicBezTo>
                    <a:pt x="2920" y="30167"/>
                    <a:pt x="2886" y="30127"/>
                    <a:pt x="2850" y="30088"/>
                  </a:cubicBezTo>
                  <a:cubicBezTo>
                    <a:pt x="1712" y="28774"/>
                    <a:pt x="1269" y="27036"/>
                    <a:pt x="1634" y="25317"/>
                  </a:cubicBezTo>
                  <a:cubicBezTo>
                    <a:pt x="1997" y="23581"/>
                    <a:pt x="3114" y="22157"/>
                    <a:pt x="4700" y="21406"/>
                  </a:cubicBezTo>
                  <a:cubicBezTo>
                    <a:pt x="11508" y="18183"/>
                    <a:pt x="14620" y="10684"/>
                    <a:pt x="14647" y="10617"/>
                  </a:cubicBezTo>
                  <a:cubicBezTo>
                    <a:pt x="14649" y="10610"/>
                    <a:pt x="14655" y="10596"/>
                    <a:pt x="14659" y="10585"/>
                  </a:cubicBezTo>
                  <a:cubicBezTo>
                    <a:pt x="16839" y="5447"/>
                    <a:pt x="20237" y="4679"/>
                    <a:pt x="22074" y="4677"/>
                  </a:cubicBezTo>
                  <a:lnTo>
                    <a:pt x="22076" y="4677"/>
                  </a:lnTo>
                  <a:cubicBezTo>
                    <a:pt x="22236" y="4677"/>
                    <a:pt x="22391" y="4614"/>
                    <a:pt x="22505" y="4499"/>
                  </a:cubicBezTo>
                  <a:cubicBezTo>
                    <a:pt x="22619" y="4386"/>
                    <a:pt x="22683" y="4231"/>
                    <a:pt x="22683" y="4070"/>
                  </a:cubicBezTo>
                  <a:lnTo>
                    <a:pt x="22682" y="4007"/>
                  </a:lnTo>
                  <a:cubicBezTo>
                    <a:pt x="22670" y="2563"/>
                    <a:pt x="23780" y="1344"/>
                    <a:pt x="25206" y="1231"/>
                  </a:cubicBezTo>
                  <a:cubicBezTo>
                    <a:pt x="25335" y="1222"/>
                    <a:pt x="25464" y="1217"/>
                    <a:pt x="25593" y="1217"/>
                  </a:cubicBezTo>
                  <a:close/>
                  <a:moveTo>
                    <a:pt x="25595" y="0"/>
                  </a:moveTo>
                  <a:cubicBezTo>
                    <a:pt x="25434" y="0"/>
                    <a:pt x="25274" y="6"/>
                    <a:pt x="25113" y="18"/>
                  </a:cubicBezTo>
                  <a:cubicBezTo>
                    <a:pt x="23230" y="168"/>
                    <a:pt x="21730" y="1645"/>
                    <a:pt x="21496" y="3483"/>
                  </a:cubicBezTo>
                  <a:cubicBezTo>
                    <a:pt x="19282" y="3643"/>
                    <a:pt x="15780" y="4816"/>
                    <a:pt x="13535" y="10121"/>
                  </a:cubicBezTo>
                  <a:cubicBezTo>
                    <a:pt x="13534" y="10124"/>
                    <a:pt x="13530" y="10136"/>
                    <a:pt x="13525" y="10144"/>
                  </a:cubicBezTo>
                  <a:cubicBezTo>
                    <a:pt x="13523" y="10150"/>
                    <a:pt x="13521" y="10155"/>
                    <a:pt x="13520" y="10158"/>
                  </a:cubicBezTo>
                  <a:cubicBezTo>
                    <a:pt x="13492" y="10230"/>
                    <a:pt x="10555" y="17287"/>
                    <a:pt x="4181" y="20306"/>
                  </a:cubicBezTo>
                  <a:cubicBezTo>
                    <a:pt x="2247" y="21221"/>
                    <a:pt x="886" y="22957"/>
                    <a:pt x="444" y="25067"/>
                  </a:cubicBezTo>
                  <a:cubicBezTo>
                    <a:pt x="1" y="27161"/>
                    <a:pt x="542" y="29282"/>
                    <a:pt x="1928" y="30882"/>
                  </a:cubicBezTo>
                  <a:cubicBezTo>
                    <a:pt x="1970" y="30931"/>
                    <a:pt x="2014" y="30979"/>
                    <a:pt x="2056" y="31026"/>
                  </a:cubicBezTo>
                  <a:cubicBezTo>
                    <a:pt x="3081" y="32159"/>
                    <a:pt x="4487" y="32922"/>
                    <a:pt x="6015" y="33173"/>
                  </a:cubicBezTo>
                  <a:cubicBezTo>
                    <a:pt x="6154" y="33196"/>
                    <a:pt x="6295" y="33212"/>
                    <a:pt x="6460" y="33231"/>
                  </a:cubicBezTo>
                  <a:cubicBezTo>
                    <a:pt x="6990" y="33284"/>
                    <a:pt x="7633" y="33323"/>
                    <a:pt x="8370" y="33323"/>
                  </a:cubicBezTo>
                  <a:cubicBezTo>
                    <a:pt x="11134" y="33323"/>
                    <a:pt x="15218" y="32768"/>
                    <a:pt x="19633" y="30285"/>
                  </a:cubicBezTo>
                  <a:cubicBezTo>
                    <a:pt x="25518" y="26977"/>
                    <a:pt x="29481" y="21433"/>
                    <a:pt x="30501" y="15077"/>
                  </a:cubicBezTo>
                  <a:cubicBezTo>
                    <a:pt x="30954" y="12268"/>
                    <a:pt x="30768" y="9684"/>
                    <a:pt x="29945" y="7390"/>
                  </a:cubicBezTo>
                  <a:cubicBezTo>
                    <a:pt x="30233" y="6795"/>
                    <a:pt x="30569" y="5945"/>
                    <a:pt x="30748" y="4953"/>
                  </a:cubicBezTo>
                  <a:cubicBezTo>
                    <a:pt x="31060" y="3213"/>
                    <a:pt x="30161" y="1464"/>
                    <a:pt x="28563" y="701"/>
                  </a:cubicBezTo>
                  <a:cubicBezTo>
                    <a:pt x="27932" y="399"/>
                    <a:pt x="27285" y="190"/>
                    <a:pt x="26638" y="84"/>
                  </a:cubicBezTo>
                  <a:cubicBezTo>
                    <a:pt x="26294" y="28"/>
                    <a:pt x="25945" y="0"/>
                    <a:pt x="255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25"/>
            <p:cNvSpPr/>
            <p:nvPr/>
          </p:nvSpPr>
          <p:spPr>
            <a:xfrm>
              <a:off x="3311378" y="1377005"/>
              <a:ext cx="787378" cy="665421"/>
            </a:xfrm>
            <a:custGeom>
              <a:avLst/>
              <a:gdLst/>
              <a:ahLst/>
              <a:cxnLst/>
              <a:rect l="l" t="t" r="r" b="b"/>
              <a:pathLst>
                <a:path w="21370" h="18060" extrusionOk="0">
                  <a:moveTo>
                    <a:pt x="20720" y="1"/>
                  </a:moveTo>
                  <a:cubicBezTo>
                    <a:pt x="20417" y="1"/>
                    <a:pt x="20157" y="231"/>
                    <a:pt x="20120" y="540"/>
                  </a:cubicBezTo>
                  <a:cubicBezTo>
                    <a:pt x="20115" y="580"/>
                    <a:pt x="19623" y="4628"/>
                    <a:pt x="16970" y="8638"/>
                  </a:cubicBezTo>
                  <a:cubicBezTo>
                    <a:pt x="13439" y="13977"/>
                    <a:pt x="7932" y="16737"/>
                    <a:pt x="605" y="16842"/>
                  </a:cubicBezTo>
                  <a:cubicBezTo>
                    <a:pt x="270" y="16846"/>
                    <a:pt x="0" y="17122"/>
                    <a:pt x="6" y="17460"/>
                  </a:cubicBezTo>
                  <a:cubicBezTo>
                    <a:pt x="10" y="17793"/>
                    <a:pt x="282" y="18059"/>
                    <a:pt x="613" y="18059"/>
                  </a:cubicBezTo>
                  <a:lnTo>
                    <a:pt x="622" y="18059"/>
                  </a:lnTo>
                  <a:cubicBezTo>
                    <a:pt x="10306" y="17922"/>
                    <a:pt x="15424" y="13202"/>
                    <a:pt x="18014" y="9268"/>
                  </a:cubicBezTo>
                  <a:cubicBezTo>
                    <a:pt x="20811" y="5017"/>
                    <a:pt x="21310" y="854"/>
                    <a:pt x="21330" y="679"/>
                  </a:cubicBezTo>
                  <a:cubicBezTo>
                    <a:pt x="21369" y="345"/>
                    <a:pt x="21129" y="43"/>
                    <a:pt x="20794" y="5"/>
                  </a:cubicBezTo>
                  <a:cubicBezTo>
                    <a:pt x="20770" y="2"/>
                    <a:pt x="20745" y="1"/>
                    <a:pt x="207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3" name="Google Shape;253;p25"/>
          <p:cNvGrpSpPr/>
          <p:nvPr/>
        </p:nvGrpSpPr>
        <p:grpSpPr>
          <a:xfrm>
            <a:off x="8017454" y="628278"/>
            <a:ext cx="826656" cy="790852"/>
            <a:chOff x="630776" y="3608409"/>
            <a:chExt cx="1141002" cy="1091584"/>
          </a:xfrm>
        </p:grpSpPr>
        <p:sp>
          <p:nvSpPr>
            <p:cNvPr id="254" name="Google Shape;254;p25"/>
            <p:cNvSpPr/>
            <p:nvPr/>
          </p:nvSpPr>
          <p:spPr>
            <a:xfrm rot="-162658">
              <a:off x="654784" y="3633675"/>
              <a:ext cx="1092986" cy="1041053"/>
            </a:xfrm>
            <a:custGeom>
              <a:avLst/>
              <a:gdLst/>
              <a:ahLst/>
              <a:cxnLst/>
              <a:rect l="l" t="t" r="r" b="b"/>
              <a:pathLst>
                <a:path w="34179" h="32555" extrusionOk="0">
                  <a:moveTo>
                    <a:pt x="14496" y="1876"/>
                  </a:moveTo>
                  <a:cubicBezTo>
                    <a:pt x="14540" y="1876"/>
                    <a:pt x="14583" y="1882"/>
                    <a:pt x="14622" y="1895"/>
                  </a:cubicBezTo>
                  <a:lnTo>
                    <a:pt x="14679" y="1914"/>
                  </a:lnTo>
                  <a:cubicBezTo>
                    <a:pt x="14792" y="1954"/>
                    <a:pt x="14877" y="2033"/>
                    <a:pt x="14927" y="2147"/>
                  </a:cubicBezTo>
                  <a:cubicBezTo>
                    <a:pt x="14983" y="2272"/>
                    <a:pt x="14983" y="2424"/>
                    <a:pt x="14929" y="2554"/>
                  </a:cubicBezTo>
                  <a:cubicBezTo>
                    <a:pt x="14670" y="3167"/>
                    <a:pt x="14356" y="4141"/>
                    <a:pt x="14335" y="5284"/>
                  </a:cubicBezTo>
                  <a:lnTo>
                    <a:pt x="14314" y="6659"/>
                  </a:lnTo>
                  <a:lnTo>
                    <a:pt x="15926" y="6057"/>
                  </a:lnTo>
                  <a:lnTo>
                    <a:pt x="16092" y="5827"/>
                  </a:lnTo>
                  <a:cubicBezTo>
                    <a:pt x="16385" y="5420"/>
                    <a:pt x="16727" y="5122"/>
                    <a:pt x="17105" y="4941"/>
                  </a:cubicBezTo>
                  <a:cubicBezTo>
                    <a:pt x="17275" y="4861"/>
                    <a:pt x="17453" y="4821"/>
                    <a:pt x="17629" y="4821"/>
                  </a:cubicBezTo>
                  <a:cubicBezTo>
                    <a:pt x="17896" y="4821"/>
                    <a:pt x="18158" y="4912"/>
                    <a:pt x="18383" y="5090"/>
                  </a:cubicBezTo>
                  <a:lnTo>
                    <a:pt x="18696" y="5336"/>
                  </a:lnTo>
                  <a:lnTo>
                    <a:pt x="19090" y="5282"/>
                  </a:lnTo>
                  <a:cubicBezTo>
                    <a:pt x="19694" y="5201"/>
                    <a:pt x="20267" y="5160"/>
                    <a:pt x="20794" y="5160"/>
                  </a:cubicBezTo>
                  <a:cubicBezTo>
                    <a:pt x="25475" y="5160"/>
                    <a:pt x="28381" y="7853"/>
                    <a:pt x="29994" y="10112"/>
                  </a:cubicBezTo>
                  <a:cubicBezTo>
                    <a:pt x="31491" y="12213"/>
                    <a:pt x="32301" y="14767"/>
                    <a:pt x="32274" y="17304"/>
                  </a:cubicBezTo>
                  <a:cubicBezTo>
                    <a:pt x="32247" y="20346"/>
                    <a:pt x="31086" y="23216"/>
                    <a:pt x="28915" y="25602"/>
                  </a:cubicBezTo>
                  <a:cubicBezTo>
                    <a:pt x="26667" y="28068"/>
                    <a:pt x="23475" y="29764"/>
                    <a:pt x="19926" y="30376"/>
                  </a:cubicBezTo>
                  <a:cubicBezTo>
                    <a:pt x="18762" y="30580"/>
                    <a:pt x="17586" y="30682"/>
                    <a:pt x="16431" y="30682"/>
                  </a:cubicBezTo>
                  <a:cubicBezTo>
                    <a:pt x="13605" y="30682"/>
                    <a:pt x="10889" y="30074"/>
                    <a:pt x="8360" y="28876"/>
                  </a:cubicBezTo>
                  <a:cubicBezTo>
                    <a:pt x="4700" y="27145"/>
                    <a:pt x="2294" y="23547"/>
                    <a:pt x="2082" y="19483"/>
                  </a:cubicBezTo>
                  <a:cubicBezTo>
                    <a:pt x="1896" y="16050"/>
                    <a:pt x="2829" y="13184"/>
                    <a:pt x="4853" y="10959"/>
                  </a:cubicBezTo>
                  <a:cubicBezTo>
                    <a:pt x="6106" y="9584"/>
                    <a:pt x="7763" y="8490"/>
                    <a:pt x="9777" y="7711"/>
                  </a:cubicBezTo>
                  <a:lnTo>
                    <a:pt x="10107" y="7582"/>
                  </a:lnTo>
                  <a:lnTo>
                    <a:pt x="10270" y="7268"/>
                  </a:lnTo>
                  <a:cubicBezTo>
                    <a:pt x="10328" y="7157"/>
                    <a:pt x="10407" y="7071"/>
                    <a:pt x="10504" y="7011"/>
                  </a:cubicBezTo>
                  <a:cubicBezTo>
                    <a:pt x="10680" y="6900"/>
                    <a:pt x="10942" y="6845"/>
                    <a:pt x="11270" y="6845"/>
                  </a:cubicBezTo>
                  <a:cubicBezTo>
                    <a:pt x="11498" y="6845"/>
                    <a:pt x="11758" y="6872"/>
                    <a:pt x="12044" y="6927"/>
                  </a:cubicBezTo>
                  <a:lnTo>
                    <a:pt x="12233" y="6962"/>
                  </a:lnTo>
                  <a:lnTo>
                    <a:pt x="12420" y="6921"/>
                  </a:lnTo>
                  <a:cubicBezTo>
                    <a:pt x="12689" y="6864"/>
                    <a:pt x="12964" y="6810"/>
                    <a:pt x="13236" y="6763"/>
                  </a:cubicBezTo>
                  <a:lnTo>
                    <a:pt x="14208" y="6596"/>
                  </a:lnTo>
                  <a:lnTo>
                    <a:pt x="13990" y="5633"/>
                  </a:lnTo>
                  <a:cubicBezTo>
                    <a:pt x="13709" y="4397"/>
                    <a:pt x="13729" y="3242"/>
                    <a:pt x="14045" y="2198"/>
                  </a:cubicBezTo>
                  <a:cubicBezTo>
                    <a:pt x="14080" y="2081"/>
                    <a:pt x="14158" y="1990"/>
                    <a:pt x="14271" y="1930"/>
                  </a:cubicBezTo>
                  <a:cubicBezTo>
                    <a:pt x="14341" y="1894"/>
                    <a:pt x="14421" y="1876"/>
                    <a:pt x="14496" y="1876"/>
                  </a:cubicBezTo>
                  <a:close/>
                  <a:moveTo>
                    <a:pt x="14490" y="0"/>
                  </a:moveTo>
                  <a:cubicBezTo>
                    <a:pt x="14114" y="0"/>
                    <a:pt x="13739" y="90"/>
                    <a:pt x="13403" y="266"/>
                  </a:cubicBezTo>
                  <a:cubicBezTo>
                    <a:pt x="12844" y="557"/>
                    <a:pt x="12434" y="1049"/>
                    <a:pt x="12252" y="1650"/>
                  </a:cubicBezTo>
                  <a:cubicBezTo>
                    <a:pt x="11931" y="2705"/>
                    <a:pt x="11842" y="3835"/>
                    <a:pt x="11984" y="5017"/>
                  </a:cubicBezTo>
                  <a:cubicBezTo>
                    <a:pt x="11736" y="4985"/>
                    <a:pt x="11499" y="4969"/>
                    <a:pt x="11273" y="4969"/>
                  </a:cubicBezTo>
                  <a:cubicBezTo>
                    <a:pt x="10582" y="4969"/>
                    <a:pt x="9992" y="5119"/>
                    <a:pt x="9513" y="5419"/>
                  </a:cubicBezTo>
                  <a:cubicBezTo>
                    <a:pt x="9238" y="5589"/>
                    <a:pt x="9000" y="5814"/>
                    <a:pt x="8809" y="6078"/>
                  </a:cubicBezTo>
                  <a:cubicBezTo>
                    <a:pt x="6654" y="6957"/>
                    <a:pt x="4859" y="8172"/>
                    <a:pt x="3470" y="9696"/>
                  </a:cubicBezTo>
                  <a:cubicBezTo>
                    <a:pt x="1096" y="12305"/>
                    <a:pt x="0" y="15629"/>
                    <a:pt x="212" y="19580"/>
                  </a:cubicBezTo>
                  <a:cubicBezTo>
                    <a:pt x="462" y="24331"/>
                    <a:pt x="3277" y="28541"/>
                    <a:pt x="7560" y="30568"/>
                  </a:cubicBezTo>
                  <a:cubicBezTo>
                    <a:pt x="10340" y="31886"/>
                    <a:pt x="13325" y="32554"/>
                    <a:pt x="16431" y="32554"/>
                  </a:cubicBezTo>
                  <a:cubicBezTo>
                    <a:pt x="17694" y="32554"/>
                    <a:pt x="18977" y="32442"/>
                    <a:pt x="20248" y="32220"/>
                  </a:cubicBezTo>
                  <a:cubicBezTo>
                    <a:pt x="24203" y="31538"/>
                    <a:pt x="27775" y="29635"/>
                    <a:pt x="30301" y="26860"/>
                  </a:cubicBezTo>
                  <a:cubicBezTo>
                    <a:pt x="32786" y="24127"/>
                    <a:pt x="34117" y="20830"/>
                    <a:pt x="34148" y="17320"/>
                  </a:cubicBezTo>
                  <a:cubicBezTo>
                    <a:pt x="34179" y="14393"/>
                    <a:pt x="33246" y="11445"/>
                    <a:pt x="31520" y="9023"/>
                  </a:cubicBezTo>
                  <a:lnTo>
                    <a:pt x="31519" y="9022"/>
                  </a:lnTo>
                  <a:cubicBezTo>
                    <a:pt x="29649" y="6404"/>
                    <a:pt x="26272" y="3284"/>
                    <a:pt x="20793" y="3284"/>
                  </a:cubicBezTo>
                  <a:cubicBezTo>
                    <a:pt x="20289" y="3284"/>
                    <a:pt x="19755" y="3316"/>
                    <a:pt x="19198" y="3379"/>
                  </a:cubicBezTo>
                  <a:cubicBezTo>
                    <a:pt x="18715" y="3092"/>
                    <a:pt x="18174" y="2946"/>
                    <a:pt x="17628" y="2946"/>
                  </a:cubicBezTo>
                  <a:cubicBezTo>
                    <a:pt x="17327" y="2946"/>
                    <a:pt x="17024" y="2991"/>
                    <a:pt x="16729" y="3081"/>
                  </a:cubicBezTo>
                  <a:cubicBezTo>
                    <a:pt x="16906" y="2527"/>
                    <a:pt x="16875" y="1922"/>
                    <a:pt x="16640" y="1388"/>
                  </a:cubicBezTo>
                  <a:cubicBezTo>
                    <a:pt x="16379" y="799"/>
                    <a:pt x="15904" y="358"/>
                    <a:pt x="15290" y="141"/>
                  </a:cubicBezTo>
                  <a:lnTo>
                    <a:pt x="15211" y="114"/>
                  </a:lnTo>
                  <a:cubicBezTo>
                    <a:pt x="14978" y="38"/>
                    <a:pt x="14734" y="0"/>
                    <a:pt x="14490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25"/>
            <p:cNvSpPr/>
            <p:nvPr/>
          </p:nvSpPr>
          <p:spPr>
            <a:xfrm rot="-162658">
              <a:off x="685039" y="3663666"/>
              <a:ext cx="1032675" cy="981190"/>
            </a:xfrm>
            <a:custGeom>
              <a:avLst/>
              <a:gdLst/>
              <a:ahLst/>
              <a:cxnLst/>
              <a:rect l="l" t="t" r="r" b="b"/>
              <a:pathLst>
                <a:path w="32293" h="30683" extrusionOk="0">
                  <a:moveTo>
                    <a:pt x="13545" y="1"/>
                  </a:moveTo>
                  <a:cubicBezTo>
                    <a:pt x="13318" y="1"/>
                    <a:pt x="13092" y="55"/>
                    <a:pt x="12888" y="162"/>
                  </a:cubicBezTo>
                  <a:cubicBezTo>
                    <a:pt x="12553" y="337"/>
                    <a:pt x="12309" y="629"/>
                    <a:pt x="12200" y="987"/>
                  </a:cubicBezTo>
                  <a:cubicBezTo>
                    <a:pt x="11776" y="2379"/>
                    <a:pt x="11867" y="3754"/>
                    <a:pt x="12127" y="4902"/>
                  </a:cubicBezTo>
                  <a:cubicBezTo>
                    <a:pt x="11863" y="4947"/>
                    <a:pt x="11576" y="5001"/>
                    <a:pt x="11271" y="5069"/>
                  </a:cubicBezTo>
                  <a:cubicBezTo>
                    <a:pt x="10927" y="5003"/>
                    <a:pt x="10610" y="4970"/>
                    <a:pt x="10321" y="4970"/>
                  </a:cubicBezTo>
                  <a:cubicBezTo>
                    <a:pt x="9812" y="4970"/>
                    <a:pt x="9390" y="5073"/>
                    <a:pt x="9060" y="5279"/>
                  </a:cubicBezTo>
                  <a:cubicBezTo>
                    <a:pt x="8868" y="5399"/>
                    <a:pt x="8650" y="5595"/>
                    <a:pt x="8492" y="5900"/>
                  </a:cubicBezTo>
                  <a:cubicBezTo>
                    <a:pt x="6701" y="6595"/>
                    <a:pt x="4771" y="7682"/>
                    <a:pt x="3214" y="9391"/>
                  </a:cubicBezTo>
                  <a:cubicBezTo>
                    <a:pt x="1015" y="11809"/>
                    <a:pt x="0" y="14905"/>
                    <a:pt x="199" y="18595"/>
                  </a:cubicBezTo>
                  <a:cubicBezTo>
                    <a:pt x="430" y="23003"/>
                    <a:pt x="3041" y="26908"/>
                    <a:pt x="7011" y="28785"/>
                  </a:cubicBezTo>
                  <a:cubicBezTo>
                    <a:pt x="9667" y="30043"/>
                    <a:pt x="12516" y="30682"/>
                    <a:pt x="15482" y="30682"/>
                  </a:cubicBezTo>
                  <a:cubicBezTo>
                    <a:pt x="16690" y="30682"/>
                    <a:pt x="17921" y="30574"/>
                    <a:pt x="19138" y="30362"/>
                  </a:cubicBezTo>
                  <a:cubicBezTo>
                    <a:pt x="22891" y="29715"/>
                    <a:pt x="26271" y="27916"/>
                    <a:pt x="28658" y="25296"/>
                  </a:cubicBezTo>
                  <a:cubicBezTo>
                    <a:pt x="30986" y="22736"/>
                    <a:pt x="32232" y="19652"/>
                    <a:pt x="32261" y="16376"/>
                  </a:cubicBezTo>
                  <a:cubicBezTo>
                    <a:pt x="32292" y="13642"/>
                    <a:pt x="31421" y="10890"/>
                    <a:pt x="29809" y="8630"/>
                  </a:cubicBezTo>
                  <a:cubicBezTo>
                    <a:pt x="28067" y="6191"/>
                    <a:pt x="24926" y="3284"/>
                    <a:pt x="19846" y="3284"/>
                  </a:cubicBezTo>
                  <a:cubicBezTo>
                    <a:pt x="19249" y="3284"/>
                    <a:pt x="18636" y="3330"/>
                    <a:pt x="18016" y="3416"/>
                  </a:cubicBezTo>
                  <a:cubicBezTo>
                    <a:pt x="17625" y="3106"/>
                    <a:pt x="17158" y="2945"/>
                    <a:pt x="16682" y="2945"/>
                  </a:cubicBezTo>
                  <a:cubicBezTo>
                    <a:pt x="16370" y="2945"/>
                    <a:pt x="16055" y="3014"/>
                    <a:pt x="15756" y="3157"/>
                  </a:cubicBezTo>
                  <a:cubicBezTo>
                    <a:pt x="15227" y="3408"/>
                    <a:pt x="14770" y="3805"/>
                    <a:pt x="14385" y="4343"/>
                  </a:cubicBezTo>
                  <a:cubicBezTo>
                    <a:pt x="14365" y="4352"/>
                    <a:pt x="14344" y="4357"/>
                    <a:pt x="14325" y="4365"/>
                  </a:cubicBezTo>
                  <a:cubicBezTo>
                    <a:pt x="14343" y="3362"/>
                    <a:pt x="14627" y="2499"/>
                    <a:pt x="14845" y="1980"/>
                  </a:cubicBezTo>
                  <a:cubicBezTo>
                    <a:pt x="15000" y="1612"/>
                    <a:pt x="14997" y="1193"/>
                    <a:pt x="14837" y="831"/>
                  </a:cubicBezTo>
                  <a:cubicBezTo>
                    <a:pt x="14682" y="480"/>
                    <a:pt x="14400" y="218"/>
                    <a:pt x="14042" y="92"/>
                  </a:cubicBezTo>
                  <a:lnTo>
                    <a:pt x="13974" y="68"/>
                  </a:lnTo>
                  <a:cubicBezTo>
                    <a:pt x="13835" y="23"/>
                    <a:pt x="13690" y="1"/>
                    <a:pt x="135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25"/>
            <p:cNvSpPr/>
            <p:nvPr/>
          </p:nvSpPr>
          <p:spPr>
            <a:xfrm rot="-162658">
              <a:off x="724831" y="3819570"/>
              <a:ext cx="944063" cy="763386"/>
            </a:xfrm>
            <a:custGeom>
              <a:avLst/>
              <a:gdLst/>
              <a:ahLst/>
              <a:cxnLst/>
              <a:rect l="l" t="t" r="r" b="b"/>
              <a:pathLst>
                <a:path w="29522" h="23872" extrusionOk="0">
                  <a:moveTo>
                    <a:pt x="18938" y="1"/>
                  </a:moveTo>
                  <a:cubicBezTo>
                    <a:pt x="17151" y="1"/>
                    <a:pt x="15085" y="434"/>
                    <a:pt x="12708" y="1508"/>
                  </a:cubicBezTo>
                  <a:cubicBezTo>
                    <a:pt x="12708" y="1508"/>
                    <a:pt x="1" y="2017"/>
                    <a:pt x="614" y="13521"/>
                  </a:cubicBezTo>
                  <a:cubicBezTo>
                    <a:pt x="810" y="17211"/>
                    <a:pt x="3007" y="20525"/>
                    <a:pt x="6347" y="22104"/>
                  </a:cubicBezTo>
                  <a:cubicBezTo>
                    <a:pt x="8381" y="23067"/>
                    <a:pt x="11042" y="23871"/>
                    <a:pt x="14255" y="23871"/>
                  </a:cubicBezTo>
                  <a:cubicBezTo>
                    <a:pt x="15343" y="23871"/>
                    <a:pt x="16496" y="23779"/>
                    <a:pt x="17708" y="23569"/>
                  </a:cubicBezTo>
                  <a:cubicBezTo>
                    <a:pt x="21008" y="22997"/>
                    <a:pt x="24094" y="21468"/>
                    <a:pt x="26350" y="18993"/>
                  </a:cubicBezTo>
                  <a:cubicBezTo>
                    <a:pt x="28007" y="17173"/>
                    <a:pt x="29466" y="14618"/>
                    <a:pt x="29499" y="11257"/>
                  </a:cubicBezTo>
                  <a:cubicBezTo>
                    <a:pt x="29521" y="8869"/>
                    <a:pt x="28761" y="6524"/>
                    <a:pt x="27375" y="4581"/>
                  </a:cubicBezTo>
                  <a:cubicBezTo>
                    <a:pt x="25861" y="2456"/>
                    <a:pt x="23191" y="1"/>
                    <a:pt x="1893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25"/>
            <p:cNvSpPr/>
            <p:nvPr/>
          </p:nvSpPr>
          <p:spPr>
            <a:xfrm rot="-162658">
              <a:off x="687617" y="3768589"/>
              <a:ext cx="1032611" cy="876173"/>
            </a:xfrm>
            <a:custGeom>
              <a:avLst/>
              <a:gdLst/>
              <a:ahLst/>
              <a:cxnLst/>
              <a:rect l="l" t="t" r="r" b="b"/>
              <a:pathLst>
                <a:path w="32291" h="27399" extrusionOk="0">
                  <a:moveTo>
                    <a:pt x="19843" y="983"/>
                  </a:moveTo>
                  <a:cubicBezTo>
                    <a:pt x="24504" y="983"/>
                    <a:pt x="27400" y="3665"/>
                    <a:pt x="29007" y="5913"/>
                  </a:cubicBezTo>
                  <a:cubicBezTo>
                    <a:pt x="30498" y="8007"/>
                    <a:pt x="31305" y="10551"/>
                    <a:pt x="31278" y="13078"/>
                  </a:cubicBezTo>
                  <a:cubicBezTo>
                    <a:pt x="31251" y="16109"/>
                    <a:pt x="30094" y="18968"/>
                    <a:pt x="27931" y="21345"/>
                  </a:cubicBezTo>
                  <a:cubicBezTo>
                    <a:pt x="25690" y="23805"/>
                    <a:pt x="22508" y="25496"/>
                    <a:pt x="18970" y="26106"/>
                  </a:cubicBezTo>
                  <a:cubicBezTo>
                    <a:pt x="17806" y="26310"/>
                    <a:pt x="16633" y="26413"/>
                    <a:pt x="15481" y="26413"/>
                  </a:cubicBezTo>
                  <a:cubicBezTo>
                    <a:pt x="12662" y="26413"/>
                    <a:pt x="9954" y="25808"/>
                    <a:pt x="7431" y="24612"/>
                  </a:cubicBezTo>
                  <a:cubicBezTo>
                    <a:pt x="3787" y="22887"/>
                    <a:pt x="1391" y="19303"/>
                    <a:pt x="1178" y="15257"/>
                  </a:cubicBezTo>
                  <a:cubicBezTo>
                    <a:pt x="995" y="11839"/>
                    <a:pt x="1923" y="8982"/>
                    <a:pt x="3939" y="6768"/>
                  </a:cubicBezTo>
                  <a:cubicBezTo>
                    <a:pt x="7152" y="3242"/>
                    <a:pt x="12124" y="2546"/>
                    <a:pt x="13572" y="2417"/>
                  </a:cubicBezTo>
                  <a:cubicBezTo>
                    <a:pt x="13624" y="2412"/>
                    <a:pt x="13675" y="2398"/>
                    <a:pt x="13723" y="2379"/>
                  </a:cubicBezTo>
                  <a:cubicBezTo>
                    <a:pt x="15871" y="1452"/>
                    <a:pt x="17930" y="983"/>
                    <a:pt x="19843" y="983"/>
                  </a:cubicBezTo>
                  <a:close/>
                  <a:moveTo>
                    <a:pt x="19844" y="1"/>
                  </a:moveTo>
                  <a:cubicBezTo>
                    <a:pt x="17819" y="1"/>
                    <a:pt x="15654" y="487"/>
                    <a:pt x="13407" y="1446"/>
                  </a:cubicBezTo>
                  <a:cubicBezTo>
                    <a:pt x="11777" y="1600"/>
                    <a:pt x="6611" y="2380"/>
                    <a:pt x="3214" y="6107"/>
                  </a:cubicBezTo>
                  <a:cubicBezTo>
                    <a:pt x="1014" y="8524"/>
                    <a:pt x="0" y="11621"/>
                    <a:pt x="198" y="15311"/>
                  </a:cubicBezTo>
                  <a:cubicBezTo>
                    <a:pt x="428" y="19718"/>
                    <a:pt x="3039" y="23622"/>
                    <a:pt x="7011" y="25501"/>
                  </a:cubicBezTo>
                  <a:cubicBezTo>
                    <a:pt x="9666" y="26760"/>
                    <a:pt x="12516" y="27398"/>
                    <a:pt x="15482" y="27398"/>
                  </a:cubicBezTo>
                  <a:cubicBezTo>
                    <a:pt x="16690" y="27398"/>
                    <a:pt x="17920" y="27290"/>
                    <a:pt x="19139" y="27077"/>
                  </a:cubicBezTo>
                  <a:cubicBezTo>
                    <a:pt x="22891" y="26430"/>
                    <a:pt x="26272" y="24630"/>
                    <a:pt x="28659" y="22009"/>
                  </a:cubicBezTo>
                  <a:cubicBezTo>
                    <a:pt x="30987" y="19450"/>
                    <a:pt x="32234" y="16366"/>
                    <a:pt x="32262" y="13090"/>
                  </a:cubicBezTo>
                  <a:cubicBezTo>
                    <a:pt x="32290" y="10357"/>
                    <a:pt x="31418" y="7607"/>
                    <a:pt x="29808" y="5346"/>
                  </a:cubicBezTo>
                  <a:cubicBezTo>
                    <a:pt x="28066" y="2907"/>
                    <a:pt x="24924" y="1"/>
                    <a:pt x="198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25"/>
            <p:cNvSpPr/>
            <p:nvPr/>
          </p:nvSpPr>
          <p:spPr>
            <a:xfrm rot="-162658">
              <a:off x="941571" y="3682522"/>
              <a:ext cx="372067" cy="403470"/>
            </a:xfrm>
            <a:custGeom>
              <a:avLst/>
              <a:gdLst/>
              <a:ahLst/>
              <a:cxnLst/>
              <a:rect l="l" t="t" r="r" b="b"/>
              <a:pathLst>
                <a:path w="11635" h="12617" extrusionOk="0">
                  <a:moveTo>
                    <a:pt x="5119" y="1"/>
                  </a:moveTo>
                  <a:cubicBezTo>
                    <a:pt x="4731" y="1"/>
                    <a:pt x="4365" y="250"/>
                    <a:pt x="4248" y="638"/>
                  </a:cubicBezTo>
                  <a:cubicBezTo>
                    <a:pt x="3676" y="2519"/>
                    <a:pt x="4109" y="4379"/>
                    <a:pt x="4583" y="5620"/>
                  </a:cubicBezTo>
                  <a:cubicBezTo>
                    <a:pt x="3839" y="5323"/>
                    <a:pt x="2771" y="4969"/>
                    <a:pt x="1893" y="4969"/>
                  </a:cubicBezTo>
                  <a:cubicBezTo>
                    <a:pt x="1074" y="4969"/>
                    <a:pt x="420" y="5277"/>
                    <a:pt x="349" y="6225"/>
                  </a:cubicBezTo>
                  <a:cubicBezTo>
                    <a:pt x="349" y="6225"/>
                    <a:pt x="407" y="7749"/>
                    <a:pt x="3080" y="7749"/>
                  </a:cubicBezTo>
                  <a:cubicBezTo>
                    <a:pt x="3080" y="7749"/>
                    <a:pt x="1608" y="8067"/>
                    <a:pt x="877" y="8991"/>
                  </a:cubicBezTo>
                  <a:cubicBezTo>
                    <a:pt x="1" y="10098"/>
                    <a:pt x="912" y="11534"/>
                    <a:pt x="2152" y="11534"/>
                  </a:cubicBezTo>
                  <a:cubicBezTo>
                    <a:pt x="2360" y="11534"/>
                    <a:pt x="2577" y="11494"/>
                    <a:pt x="2796" y="11405"/>
                  </a:cubicBezTo>
                  <a:cubicBezTo>
                    <a:pt x="3452" y="11138"/>
                    <a:pt x="4161" y="10549"/>
                    <a:pt x="4719" y="9330"/>
                  </a:cubicBezTo>
                  <a:lnTo>
                    <a:pt x="4719" y="9330"/>
                  </a:lnTo>
                  <a:cubicBezTo>
                    <a:pt x="4719" y="9330"/>
                    <a:pt x="4662" y="10701"/>
                    <a:pt x="5258" y="11718"/>
                  </a:cubicBezTo>
                  <a:cubicBezTo>
                    <a:pt x="5625" y="12343"/>
                    <a:pt x="6205" y="12617"/>
                    <a:pt x="6782" y="12617"/>
                  </a:cubicBezTo>
                  <a:cubicBezTo>
                    <a:pt x="7789" y="12617"/>
                    <a:pt x="8791" y="11784"/>
                    <a:pt x="8655" y="10528"/>
                  </a:cubicBezTo>
                  <a:cubicBezTo>
                    <a:pt x="8600" y="10015"/>
                    <a:pt x="8416" y="9399"/>
                    <a:pt x="8027" y="8669"/>
                  </a:cubicBezTo>
                  <a:lnTo>
                    <a:pt x="8027" y="8669"/>
                  </a:lnTo>
                  <a:cubicBezTo>
                    <a:pt x="8027" y="8669"/>
                    <a:pt x="8806" y="9156"/>
                    <a:pt x="9700" y="9156"/>
                  </a:cubicBezTo>
                  <a:cubicBezTo>
                    <a:pt x="10105" y="9156"/>
                    <a:pt x="10533" y="9056"/>
                    <a:pt x="10924" y="8766"/>
                  </a:cubicBezTo>
                  <a:cubicBezTo>
                    <a:pt x="11472" y="8360"/>
                    <a:pt x="11635" y="7566"/>
                    <a:pt x="11202" y="7035"/>
                  </a:cubicBezTo>
                  <a:cubicBezTo>
                    <a:pt x="10952" y="6729"/>
                    <a:pt x="10527" y="6471"/>
                    <a:pt x="9806" y="6471"/>
                  </a:cubicBezTo>
                  <a:cubicBezTo>
                    <a:pt x="9472" y="6471"/>
                    <a:pt x="9074" y="6526"/>
                    <a:pt x="8600" y="6658"/>
                  </a:cubicBezTo>
                  <a:cubicBezTo>
                    <a:pt x="8600" y="6658"/>
                    <a:pt x="9352" y="6138"/>
                    <a:pt x="9757" y="5364"/>
                  </a:cubicBezTo>
                  <a:cubicBezTo>
                    <a:pt x="10364" y="4204"/>
                    <a:pt x="9411" y="2946"/>
                    <a:pt x="8255" y="2946"/>
                  </a:cubicBezTo>
                  <a:cubicBezTo>
                    <a:pt x="8022" y="2946"/>
                    <a:pt x="7781" y="2997"/>
                    <a:pt x="7542" y="3110"/>
                  </a:cubicBezTo>
                  <a:cubicBezTo>
                    <a:pt x="6867" y="3431"/>
                    <a:pt x="6141" y="4132"/>
                    <a:pt x="5637" y="5585"/>
                  </a:cubicBezTo>
                  <a:cubicBezTo>
                    <a:pt x="5111" y="3829"/>
                    <a:pt x="5593" y="2190"/>
                    <a:pt x="5968" y="1298"/>
                  </a:cubicBezTo>
                  <a:cubicBezTo>
                    <a:pt x="6171" y="815"/>
                    <a:pt x="5951" y="240"/>
                    <a:pt x="5456" y="66"/>
                  </a:cubicBezTo>
                  <a:cubicBezTo>
                    <a:pt x="5438" y="58"/>
                    <a:pt x="5418" y="52"/>
                    <a:pt x="5398" y="45"/>
                  </a:cubicBezTo>
                  <a:cubicBezTo>
                    <a:pt x="5306" y="15"/>
                    <a:pt x="5212" y="1"/>
                    <a:pt x="51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25"/>
            <p:cNvSpPr/>
            <p:nvPr/>
          </p:nvSpPr>
          <p:spPr>
            <a:xfrm rot="-162658">
              <a:off x="936965" y="3666731"/>
              <a:ext cx="387769" cy="434873"/>
            </a:xfrm>
            <a:custGeom>
              <a:avLst/>
              <a:gdLst/>
              <a:ahLst/>
              <a:cxnLst/>
              <a:rect l="l" t="t" r="r" b="b"/>
              <a:pathLst>
                <a:path w="12126" h="13599" extrusionOk="0">
                  <a:moveTo>
                    <a:pt x="5265" y="982"/>
                  </a:moveTo>
                  <a:cubicBezTo>
                    <a:pt x="5309" y="982"/>
                    <a:pt x="5353" y="989"/>
                    <a:pt x="5396" y="1003"/>
                  </a:cubicBezTo>
                  <a:lnTo>
                    <a:pt x="5441" y="1017"/>
                  </a:lnTo>
                  <a:cubicBezTo>
                    <a:pt x="5566" y="1062"/>
                    <a:pt x="5630" y="1156"/>
                    <a:pt x="5660" y="1226"/>
                  </a:cubicBezTo>
                  <a:cubicBezTo>
                    <a:pt x="5711" y="1343"/>
                    <a:pt x="5711" y="1478"/>
                    <a:pt x="5662" y="1597"/>
                  </a:cubicBezTo>
                  <a:cubicBezTo>
                    <a:pt x="5282" y="2492"/>
                    <a:pt x="4736" y="4284"/>
                    <a:pt x="5311" y="6214"/>
                  </a:cubicBezTo>
                  <a:cubicBezTo>
                    <a:pt x="5372" y="6418"/>
                    <a:pt x="5557" y="6559"/>
                    <a:pt x="5771" y="6565"/>
                  </a:cubicBezTo>
                  <a:cubicBezTo>
                    <a:pt x="5978" y="6565"/>
                    <a:pt x="6175" y="6435"/>
                    <a:pt x="6245" y="6235"/>
                  </a:cubicBezTo>
                  <a:cubicBezTo>
                    <a:pt x="6634" y="5115"/>
                    <a:pt x="7190" y="4379"/>
                    <a:pt x="7897" y="4041"/>
                  </a:cubicBezTo>
                  <a:cubicBezTo>
                    <a:pt x="8072" y="3958"/>
                    <a:pt x="8242" y="3923"/>
                    <a:pt x="8402" y="3923"/>
                  </a:cubicBezTo>
                  <a:cubicBezTo>
                    <a:pt x="8756" y="3923"/>
                    <a:pt x="9061" y="4096"/>
                    <a:pt x="9262" y="4305"/>
                  </a:cubicBezTo>
                  <a:cubicBezTo>
                    <a:pt x="9541" y="4596"/>
                    <a:pt x="9742" y="5096"/>
                    <a:pt x="9465" y="5624"/>
                  </a:cubicBezTo>
                  <a:cubicBezTo>
                    <a:pt x="9125" y="6278"/>
                    <a:pt x="8471" y="6739"/>
                    <a:pt x="8466" y="6743"/>
                  </a:cubicBezTo>
                  <a:cubicBezTo>
                    <a:pt x="8268" y="6878"/>
                    <a:pt x="8198" y="7137"/>
                    <a:pt x="8301" y="7355"/>
                  </a:cubicBezTo>
                  <a:cubicBezTo>
                    <a:pt x="8384" y="7530"/>
                    <a:pt x="8559" y="7638"/>
                    <a:pt x="8745" y="7638"/>
                  </a:cubicBezTo>
                  <a:cubicBezTo>
                    <a:pt x="8789" y="7638"/>
                    <a:pt x="8834" y="7632"/>
                    <a:pt x="8878" y="7619"/>
                  </a:cubicBezTo>
                  <a:cubicBezTo>
                    <a:pt x="9211" y="7526"/>
                    <a:pt x="9594" y="7450"/>
                    <a:pt x="9953" y="7450"/>
                  </a:cubicBezTo>
                  <a:cubicBezTo>
                    <a:pt x="10360" y="7450"/>
                    <a:pt x="10734" y="7548"/>
                    <a:pt x="10968" y="7834"/>
                  </a:cubicBezTo>
                  <a:cubicBezTo>
                    <a:pt x="11104" y="8001"/>
                    <a:pt x="11114" y="8187"/>
                    <a:pt x="11098" y="8314"/>
                  </a:cubicBezTo>
                  <a:cubicBezTo>
                    <a:pt x="11071" y="8529"/>
                    <a:pt x="10953" y="8729"/>
                    <a:pt x="10775" y="8861"/>
                  </a:cubicBezTo>
                  <a:cubicBezTo>
                    <a:pt x="10483" y="9077"/>
                    <a:pt x="10155" y="9152"/>
                    <a:pt x="9838" y="9152"/>
                  </a:cubicBezTo>
                  <a:cubicBezTo>
                    <a:pt x="9107" y="9152"/>
                    <a:pt x="8438" y="8748"/>
                    <a:pt x="8430" y="8742"/>
                  </a:cubicBezTo>
                  <a:cubicBezTo>
                    <a:pt x="8350" y="8692"/>
                    <a:pt x="8260" y="8668"/>
                    <a:pt x="8171" y="8668"/>
                  </a:cubicBezTo>
                  <a:cubicBezTo>
                    <a:pt x="8049" y="8668"/>
                    <a:pt x="7929" y="8713"/>
                    <a:pt x="7835" y="8800"/>
                  </a:cubicBezTo>
                  <a:cubicBezTo>
                    <a:pt x="7671" y="8952"/>
                    <a:pt x="7631" y="9194"/>
                    <a:pt x="7736" y="9390"/>
                  </a:cubicBezTo>
                  <a:cubicBezTo>
                    <a:pt x="8062" y="9999"/>
                    <a:pt x="8255" y="10566"/>
                    <a:pt x="8310" y="11070"/>
                  </a:cubicBezTo>
                  <a:cubicBezTo>
                    <a:pt x="8399" y="11896"/>
                    <a:pt x="7859" y="12380"/>
                    <a:pt x="7368" y="12542"/>
                  </a:cubicBezTo>
                  <a:cubicBezTo>
                    <a:pt x="7230" y="12588"/>
                    <a:pt x="7079" y="12615"/>
                    <a:pt x="6923" y="12615"/>
                  </a:cubicBezTo>
                  <a:cubicBezTo>
                    <a:pt x="6530" y="12615"/>
                    <a:pt x="6111" y="12442"/>
                    <a:pt x="5826" y="11959"/>
                  </a:cubicBezTo>
                  <a:cubicBezTo>
                    <a:pt x="5312" y="11085"/>
                    <a:pt x="5355" y="9854"/>
                    <a:pt x="5355" y="9842"/>
                  </a:cubicBezTo>
                  <a:cubicBezTo>
                    <a:pt x="5363" y="9608"/>
                    <a:pt x="5206" y="9399"/>
                    <a:pt x="4978" y="9344"/>
                  </a:cubicBezTo>
                  <a:cubicBezTo>
                    <a:pt x="4940" y="9334"/>
                    <a:pt x="4902" y="9330"/>
                    <a:pt x="4864" y="9330"/>
                  </a:cubicBezTo>
                  <a:cubicBezTo>
                    <a:pt x="4675" y="9330"/>
                    <a:pt x="4498" y="9439"/>
                    <a:pt x="4420" y="9619"/>
                  </a:cubicBezTo>
                  <a:cubicBezTo>
                    <a:pt x="3991" y="10555"/>
                    <a:pt x="3432" y="11168"/>
                    <a:pt x="2758" y="11442"/>
                  </a:cubicBezTo>
                  <a:cubicBezTo>
                    <a:pt x="2596" y="11508"/>
                    <a:pt x="2442" y="11536"/>
                    <a:pt x="2298" y="11536"/>
                  </a:cubicBezTo>
                  <a:cubicBezTo>
                    <a:pt x="1894" y="11536"/>
                    <a:pt x="1570" y="11313"/>
                    <a:pt x="1388" y="11070"/>
                  </a:cubicBezTo>
                  <a:cubicBezTo>
                    <a:pt x="1275" y="10918"/>
                    <a:pt x="942" y="10380"/>
                    <a:pt x="1411" y="9787"/>
                  </a:cubicBezTo>
                  <a:cubicBezTo>
                    <a:pt x="2020" y="9017"/>
                    <a:pt x="3320" y="8724"/>
                    <a:pt x="3333" y="8720"/>
                  </a:cubicBezTo>
                  <a:cubicBezTo>
                    <a:pt x="3577" y="8666"/>
                    <a:pt x="3743" y="8438"/>
                    <a:pt x="3716" y="8188"/>
                  </a:cubicBezTo>
                  <a:cubicBezTo>
                    <a:pt x="3691" y="7937"/>
                    <a:pt x="3479" y="7749"/>
                    <a:pt x="3228" y="7749"/>
                  </a:cubicBezTo>
                  <a:cubicBezTo>
                    <a:pt x="1237" y="7749"/>
                    <a:pt x="1014" y="6850"/>
                    <a:pt x="990" y="6714"/>
                  </a:cubicBezTo>
                  <a:cubicBezTo>
                    <a:pt x="1028" y="6327"/>
                    <a:pt x="1188" y="6185"/>
                    <a:pt x="1306" y="6111"/>
                  </a:cubicBezTo>
                  <a:cubicBezTo>
                    <a:pt x="1477" y="6004"/>
                    <a:pt x="1725" y="5952"/>
                    <a:pt x="2035" y="5952"/>
                  </a:cubicBezTo>
                  <a:cubicBezTo>
                    <a:pt x="2659" y="5952"/>
                    <a:pt x="3536" y="6162"/>
                    <a:pt x="4548" y="6568"/>
                  </a:cubicBezTo>
                  <a:cubicBezTo>
                    <a:pt x="4607" y="6591"/>
                    <a:pt x="4668" y="6602"/>
                    <a:pt x="4729" y="6602"/>
                  </a:cubicBezTo>
                  <a:cubicBezTo>
                    <a:pt x="4856" y="6602"/>
                    <a:pt x="4981" y="6553"/>
                    <a:pt x="5075" y="6461"/>
                  </a:cubicBezTo>
                  <a:cubicBezTo>
                    <a:pt x="5214" y="6325"/>
                    <a:pt x="5259" y="6119"/>
                    <a:pt x="5190" y="5937"/>
                  </a:cubicBezTo>
                  <a:cubicBezTo>
                    <a:pt x="4747" y="4774"/>
                    <a:pt x="4332" y="3022"/>
                    <a:pt x="4865" y="1271"/>
                  </a:cubicBezTo>
                  <a:cubicBezTo>
                    <a:pt x="4896" y="1168"/>
                    <a:pt x="4967" y="1084"/>
                    <a:pt x="5067" y="1031"/>
                  </a:cubicBezTo>
                  <a:cubicBezTo>
                    <a:pt x="5130" y="998"/>
                    <a:pt x="5197" y="982"/>
                    <a:pt x="5265" y="982"/>
                  </a:cubicBezTo>
                  <a:close/>
                  <a:moveTo>
                    <a:pt x="5264" y="1"/>
                  </a:moveTo>
                  <a:cubicBezTo>
                    <a:pt x="5038" y="1"/>
                    <a:pt x="4813" y="55"/>
                    <a:pt x="4609" y="161"/>
                  </a:cubicBezTo>
                  <a:cubicBezTo>
                    <a:pt x="4274" y="335"/>
                    <a:pt x="4030" y="628"/>
                    <a:pt x="3921" y="986"/>
                  </a:cubicBezTo>
                  <a:cubicBezTo>
                    <a:pt x="3447" y="2547"/>
                    <a:pt x="3617" y="4089"/>
                    <a:pt x="3949" y="5310"/>
                  </a:cubicBezTo>
                  <a:cubicBezTo>
                    <a:pt x="3218" y="5081"/>
                    <a:pt x="2582" y="4967"/>
                    <a:pt x="2044" y="4967"/>
                  </a:cubicBezTo>
                  <a:cubicBezTo>
                    <a:pt x="1533" y="4967"/>
                    <a:pt x="1112" y="5070"/>
                    <a:pt x="781" y="5276"/>
                  </a:cubicBezTo>
                  <a:cubicBezTo>
                    <a:pt x="457" y="5478"/>
                    <a:pt x="62" y="5884"/>
                    <a:pt x="2" y="6678"/>
                  </a:cubicBezTo>
                  <a:cubicBezTo>
                    <a:pt x="1" y="6697"/>
                    <a:pt x="0" y="6714"/>
                    <a:pt x="1" y="6734"/>
                  </a:cubicBezTo>
                  <a:cubicBezTo>
                    <a:pt x="3" y="6795"/>
                    <a:pt x="67" y="7916"/>
                    <a:pt x="1460" y="8451"/>
                  </a:cubicBezTo>
                  <a:cubicBezTo>
                    <a:pt x="1158" y="8643"/>
                    <a:pt x="867" y="8881"/>
                    <a:pt x="635" y="9174"/>
                  </a:cubicBezTo>
                  <a:cubicBezTo>
                    <a:pt x="44" y="9923"/>
                    <a:pt x="28" y="10898"/>
                    <a:pt x="598" y="11657"/>
                  </a:cubicBezTo>
                  <a:cubicBezTo>
                    <a:pt x="1014" y="12212"/>
                    <a:pt x="1641" y="12513"/>
                    <a:pt x="2296" y="12513"/>
                  </a:cubicBezTo>
                  <a:cubicBezTo>
                    <a:pt x="2571" y="12513"/>
                    <a:pt x="2852" y="12460"/>
                    <a:pt x="3124" y="12349"/>
                  </a:cubicBezTo>
                  <a:cubicBezTo>
                    <a:pt x="3653" y="12134"/>
                    <a:pt x="4123" y="11781"/>
                    <a:pt x="4528" y="11293"/>
                  </a:cubicBezTo>
                  <a:cubicBezTo>
                    <a:pt x="4619" y="11676"/>
                    <a:pt x="4759" y="12084"/>
                    <a:pt x="4978" y="12456"/>
                  </a:cubicBezTo>
                  <a:cubicBezTo>
                    <a:pt x="5408" y="13186"/>
                    <a:pt x="6140" y="13598"/>
                    <a:pt x="6930" y="13598"/>
                  </a:cubicBezTo>
                  <a:cubicBezTo>
                    <a:pt x="7175" y="13598"/>
                    <a:pt x="7427" y="13558"/>
                    <a:pt x="7675" y="13477"/>
                  </a:cubicBezTo>
                  <a:cubicBezTo>
                    <a:pt x="8580" y="13179"/>
                    <a:pt x="9428" y="12286"/>
                    <a:pt x="9284" y="10968"/>
                  </a:cubicBezTo>
                  <a:cubicBezTo>
                    <a:pt x="9254" y="10672"/>
                    <a:pt x="9186" y="10366"/>
                    <a:pt x="9084" y="10050"/>
                  </a:cubicBezTo>
                  <a:lnTo>
                    <a:pt x="9084" y="10050"/>
                  </a:lnTo>
                  <a:cubicBezTo>
                    <a:pt x="9318" y="10104"/>
                    <a:pt x="9575" y="10141"/>
                    <a:pt x="9842" y="10141"/>
                  </a:cubicBezTo>
                  <a:cubicBezTo>
                    <a:pt x="10336" y="10141"/>
                    <a:pt x="10865" y="10017"/>
                    <a:pt x="11357" y="9653"/>
                  </a:cubicBezTo>
                  <a:cubicBezTo>
                    <a:pt x="11751" y="9362"/>
                    <a:pt x="12009" y="8919"/>
                    <a:pt x="12070" y="8439"/>
                  </a:cubicBezTo>
                  <a:cubicBezTo>
                    <a:pt x="12126" y="7991"/>
                    <a:pt x="12004" y="7557"/>
                    <a:pt x="11726" y="7216"/>
                  </a:cubicBezTo>
                  <a:cubicBezTo>
                    <a:pt x="11439" y="6863"/>
                    <a:pt x="10942" y="6511"/>
                    <a:pt x="10095" y="6475"/>
                  </a:cubicBezTo>
                  <a:cubicBezTo>
                    <a:pt x="10182" y="6352"/>
                    <a:pt x="10263" y="6222"/>
                    <a:pt x="10336" y="6083"/>
                  </a:cubicBezTo>
                  <a:cubicBezTo>
                    <a:pt x="10764" y="5265"/>
                    <a:pt x="10619" y="4302"/>
                    <a:pt x="9969" y="3626"/>
                  </a:cubicBezTo>
                  <a:cubicBezTo>
                    <a:pt x="9540" y="3179"/>
                    <a:pt x="8978" y="2944"/>
                    <a:pt x="8404" y="2944"/>
                  </a:cubicBezTo>
                  <a:cubicBezTo>
                    <a:pt x="8092" y="2944"/>
                    <a:pt x="7776" y="3013"/>
                    <a:pt x="7476" y="3156"/>
                  </a:cubicBezTo>
                  <a:cubicBezTo>
                    <a:pt x="6919" y="3420"/>
                    <a:pt x="6439" y="3846"/>
                    <a:pt x="6041" y="4428"/>
                  </a:cubicBezTo>
                  <a:cubicBezTo>
                    <a:pt x="6048" y="3397"/>
                    <a:pt x="6340" y="2509"/>
                    <a:pt x="6565" y="1979"/>
                  </a:cubicBezTo>
                  <a:cubicBezTo>
                    <a:pt x="6720" y="1611"/>
                    <a:pt x="6717" y="1192"/>
                    <a:pt x="6556" y="830"/>
                  </a:cubicBezTo>
                  <a:cubicBezTo>
                    <a:pt x="6402" y="480"/>
                    <a:pt x="6121" y="217"/>
                    <a:pt x="5763" y="92"/>
                  </a:cubicBezTo>
                  <a:lnTo>
                    <a:pt x="5695" y="69"/>
                  </a:lnTo>
                  <a:cubicBezTo>
                    <a:pt x="5555" y="23"/>
                    <a:pt x="5410" y="1"/>
                    <a:pt x="52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25"/>
            <p:cNvSpPr/>
            <p:nvPr/>
          </p:nvSpPr>
          <p:spPr>
            <a:xfrm rot="-162658">
              <a:off x="1358742" y="4429180"/>
              <a:ext cx="143295" cy="95839"/>
            </a:xfrm>
            <a:custGeom>
              <a:avLst/>
              <a:gdLst/>
              <a:ahLst/>
              <a:cxnLst/>
              <a:rect l="l" t="t" r="r" b="b"/>
              <a:pathLst>
                <a:path w="4481" h="2997" extrusionOk="0">
                  <a:moveTo>
                    <a:pt x="3929" y="0"/>
                  </a:moveTo>
                  <a:cubicBezTo>
                    <a:pt x="3819" y="0"/>
                    <a:pt x="3708" y="37"/>
                    <a:pt x="3617" y="113"/>
                  </a:cubicBezTo>
                  <a:cubicBezTo>
                    <a:pt x="2656" y="906"/>
                    <a:pt x="1563" y="1558"/>
                    <a:pt x="371" y="2051"/>
                  </a:cubicBezTo>
                  <a:cubicBezTo>
                    <a:pt x="119" y="2155"/>
                    <a:pt x="1" y="2442"/>
                    <a:pt x="105" y="2692"/>
                  </a:cubicBezTo>
                  <a:cubicBezTo>
                    <a:pt x="183" y="2881"/>
                    <a:pt x="366" y="2997"/>
                    <a:pt x="559" y="2997"/>
                  </a:cubicBezTo>
                  <a:cubicBezTo>
                    <a:pt x="621" y="2997"/>
                    <a:pt x="685" y="2984"/>
                    <a:pt x="748" y="2958"/>
                  </a:cubicBezTo>
                  <a:cubicBezTo>
                    <a:pt x="2030" y="2427"/>
                    <a:pt x="3206" y="1725"/>
                    <a:pt x="4242" y="870"/>
                  </a:cubicBezTo>
                  <a:cubicBezTo>
                    <a:pt x="4451" y="697"/>
                    <a:pt x="4481" y="388"/>
                    <a:pt x="4308" y="179"/>
                  </a:cubicBezTo>
                  <a:cubicBezTo>
                    <a:pt x="4211" y="61"/>
                    <a:pt x="4071" y="0"/>
                    <a:pt x="39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25"/>
            <p:cNvSpPr/>
            <p:nvPr/>
          </p:nvSpPr>
          <p:spPr>
            <a:xfrm rot="-162658">
              <a:off x="1501200" y="4372180"/>
              <a:ext cx="49918" cy="48255"/>
            </a:xfrm>
            <a:custGeom>
              <a:avLst/>
              <a:gdLst/>
              <a:ahLst/>
              <a:cxnLst/>
              <a:rect l="l" t="t" r="r" b="b"/>
              <a:pathLst>
                <a:path w="1561" h="1509" extrusionOk="0">
                  <a:moveTo>
                    <a:pt x="1010" y="1"/>
                  </a:moveTo>
                  <a:cubicBezTo>
                    <a:pt x="870" y="1"/>
                    <a:pt x="730" y="61"/>
                    <a:pt x="633" y="176"/>
                  </a:cubicBezTo>
                  <a:cubicBezTo>
                    <a:pt x="488" y="349"/>
                    <a:pt x="339" y="518"/>
                    <a:pt x="186" y="680"/>
                  </a:cubicBezTo>
                  <a:cubicBezTo>
                    <a:pt x="0" y="878"/>
                    <a:pt x="10" y="1189"/>
                    <a:pt x="207" y="1375"/>
                  </a:cubicBezTo>
                  <a:cubicBezTo>
                    <a:pt x="302" y="1464"/>
                    <a:pt x="423" y="1508"/>
                    <a:pt x="544" y="1508"/>
                  </a:cubicBezTo>
                  <a:cubicBezTo>
                    <a:pt x="674" y="1508"/>
                    <a:pt x="805" y="1455"/>
                    <a:pt x="903" y="1353"/>
                  </a:cubicBezTo>
                  <a:cubicBezTo>
                    <a:pt x="1068" y="1178"/>
                    <a:pt x="1231" y="995"/>
                    <a:pt x="1387" y="808"/>
                  </a:cubicBezTo>
                  <a:cubicBezTo>
                    <a:pt x="1561" y="599"/>
                    <a:pt x="1534" y="290"/>
                    <a:pt x="1327" y="116"/>
                  </a:cubicBezTo>
                  <a:cubicBezTo>
                    <a:pt x="1234" y="39"/>
                    <a:pt x="1121" y="1"/>
                    <a:pt x="10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2" name="Google Shape;262;p25"/>
          <p:cNvSpPr/>
          <p:nvPr/>
        </p:nvSpPr>
        <p:spPr>
          <a:xfrm>
            <a:off x="204247" y="1707273"/>
            <a:ext cx="147427" cy="144779"/>
          </a:xfrm>
          <a:custGeom>
            <a:avLst/>
            <a:gdLst/>
            <a:ahLst/>
            <a:cxnLst/>
            <a:rect l="l" t="t" r="r" b="b"/>
            <a:pathLst>
              <a:path w="2171" h="2132" extrusionOk="0">
                <a:moveTo>
                  <a:pt x="1086" y="1"/>
                </a:moveTo>
                <a:cubicBezTo>
                  <a:pt x="874" y="1"/>
                  <a:pt x="701" y="172"/>
                  <a:pt x="701" y="385"/>
                </a:cubicBezTo>
                <a:lnTo>
                  <a:pt x="701" y="401"/>
                </a:lnTo>
                <a:cubicBezTo>
                  <a:pt x="701" y="557"/>
                  <a:pt x="576" y="682"/>
                  <a:pt x="421" y="682"/>
                </a:cubicBezTo>
                <a:cubicBezTo>
                  <a:pt x="220" y="682"/>
                  <a:pt x="40" y="828"/>
                  <a:pt x="22" y="1028"/>
                </a:cubicBezTo>
                <a:cubicBezTo>
                  <a:pt x="0" y="1258"/>
                  <a:pt x="179" y="1451"/>
                  <a:pt x="405" y="1451"/>
                </a:cubicBezTo>
                <a:lnTo>
                  <a:pt x="421" y="1451"/>
                </a:lnTo>
                <a:cubicBezTo>
                  <a:pt x="576" y="1451"/>
                  <a:pt x="701" y="1576"/>
                  <a:pt x="701" y="1730"/>
                </a:cubicBezTo>
                <a:cubicBezTo>
                  <a:pt x="701" y="1932"/>
                  <a:pt x="848" y="2111"/>
                  <a:pt x="1048" y="2130"/>
                </a:cubicBezTo>
                <a:cubicBezTo>
                  <a:pt x="1060" y="2131"/>
                  <a:pt x="1073" y="2132"/>
                  <a:pt x="1085" y="2132"/>
                </a:cubicBezTo>
                <a:cubicBezTo>
                  <a:pt x="1298" y="2132"/>
                  <a:pt x="1469" y="1959"/>
                  <a:pt x="1469" y="1747"/>
                </a:cubicBezTo>
                <a:lnTo>
                  <a:pt x="1469" y="1730"/>
                </a:lnTo>
                <a:cubicBezTo>
                  <a:pt x="1469" y="1576"/>
                  <a:pt x="1595" y="1451"/>
                  <a:pt x="1750" y="1451"/>
                </a:cubicBezTo>
                <a:lnTo>
                  <a:pt x="1766" y="1451"/>
                </a:lnTo>
                <a:cubicBezTo>
                  <a:pt x="1991" y="1451"/>
                  <a:pt x="2170" y="1258"/>
                  <a:pt x="2149" y="1028"/>
                </a:cubicBezTo>
                <a:cubicBezTo>
                  <a:pt x="2130" y="828"/>
                  <a:pt x="1951" y="682"/>
                  <a:pt x="1750" y="682"/>
                </a:cubicBezTo>
                <a:cubicBezTo>
                  <a:pt x="1595" y="682"/>
                  <a:pt x="1469" y="557"/>
                  <a:pt x="1469" y="401"/>
                </a:cubicBezTo>
                <a:cubicBezTo>
                  <a:pt x="1469" y="201"/>
                  <a:pt x="1323" y="22"/>
                  <a:pt x="1123" y="2"/>
                </a:cubicBezTo>
                <a:cubicBezTo>
                  <a:pt x="1110" y="1"/>
                  <a:pt x="1098" y="1"/>
                  <a:pt x="1086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25"/>
          <p:cNvSpPr/>
          <p:nvPr/>
        </p:nvSpPr>
        <p:spPr>
          <a:xfrm>
            <a:off x="8597538" y="4317237"/>
            <a:ext cx="147427" cy="144779"/>
          </a:xfrm>
          <a:custGeom>
            <a:avLst/>
            <a:gdLst/>
            <a:ahLst/>
            <a:cxnLst/>
            <a:rect l="l" t="t" r="r" b="b"/>
            <a:pathLst>
              <a:path w="2171" h="2132" extrusionOk="0">
                <a:moveTo>
                  <a:pt x="1086" y="1"/>
                </a:moveTo>
                <a:cubicBezTo>
                  <a:pt x="873" y="1"/>
                  <a:pt x="702" y="173"/>
                  <a:pt x="702" y="385"/>
                </a:cubicBezTo>
                <a:lnTo>
                  <a:pt x="702" y="401"/>
                </a:lnTo>
                <a:cubicBezTo>
                  <a:pt x="702" y="557"/>
                  <a:pt x="575" y="682"/>
                  <a:pt x="421" y="682"/>
                </a:cubicBezTo>
                <a:cubicBezTo>
                  <a:pt x="220" y="682"/>
                  <a:pt x="41" y="830"/>
                  <a:pt x="22" y="1029"/>
                </a:cubicBezTo>
                <a:cubicBezTo>
                  <a:pt x="1" y="1258"/>
                  <a:pt x="180" y="1451"/>
                  <a:pt x="405" y="1451"/>
                </a:cubicBezTo>
                <a:lnTo>
                  <a:pt x="421" y="1451"/>
                </a:lnTo>
                <a:cubicBezTo>
                  <a:pt x="575" y="1451"/>
                  <a:pt x="702" y="1576"/>
                  <a:pt x="702" y="1731"/>
                </a:cubicBezTo>
                <a:cubicBezTo>
                  <a:pt x="702" y="1932"/>
                  <a:pt x="848" y="2111"/>
                  <a:pt x="1048" y="2130"/>
                </a:cubicBezTo>
                <a:cubicBezTo>
                  <a:pt x="1060" y="2131"/>
                  <a:pt x="1073" y="2132"/>
                  <a:pt x="1085" y="2132"/>
                </a:cubicBezTo>
                <a:cubicBezTo>
                  <a:pt x="1297" y="2132"/>
                  <a:pt x="1469" y="1960"/>
                  <a:pt x="1469" y="1747"/>
                </a:cubicBezTo>
                <a:lnTo>
                  <a:pt x="1469" y="1731"/>
                </a:lnTo>
                <a:cubicBezTo>
                  <a:pt x="1469" y="1576"/>
                  <a:pt x="1595" y="1451"/>
                  <a:pt x="1750" y="1451"/>
                </a:cubicBezTo>
                <a:lnTo>
                  <a:pt x="1766" y="1451"/>
                </a:lnTo>
                <a:cubicBezTo>
                  <a:pt x="1991" y="1451"/>
                  <a:pt x="2170" y="1258"/>
                  <a:pt x="2149" y="1029"/>
                </a:cubicBezTo>
                <a:cubicBezTo>
                  <a:pt x="2131" y="830"/>
                  <a:pt x="1950" y="682"/>
                  <a:pt x="1750" y="682"/>
                </a:cubicBezTo>
                <a:cubicBezTo>
                  <a:pt x="1595" y="682"/>
                  <a:pt x="1469" y="557"/>
                  <a:pt x="1469" y="401"/>
                </a:cubicBezTo>
                <a:cubicBezTo>
                  <a:pt x="1469" y="201"/>
                  <a:pt x="1323" y="22"/>
                  <a:pt x="1123" y="2"/>
                </a:cubicBezTo>
                <a:cubicBezTo>
                  <a:pt x="1111" y="1"/>
                  <a:pt x="1098" y="1"/>
                  <a:pt x="108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25"/>
          <p:cNvSpPr/>
          <p:nvPr/>
        </p:nvSpPr>
        <p:spPr>
          <a:xfrm>
            <a:off x="8744972" y="1919623"/>
            <a:ext cx="147427" cy="144779"/>
          </a:xfrm>
          <a:custGeom>
            <a:avLst/>
            <a:gdLst/>
            <a:ahLst/>
            <a:cxnLst/>
            <a:rect l="l" t="t" r="r" b="b"/>
            <a:pathLst>
              <a:path w="2171" h="2132" extrusionOk="0">
                <a:moveTo>
                  <a:pt x="1086" y="1"/>
                </a:moveTo>
                <a:cubicBezTo>
                  <a:pt x="874" y="1"/>
                  <a:pt x="701" y="172"/>
                  <a:pt x="701" y="385"/>
                </a:cubicBezTo>
                <a:lnTo>
                  <a:pt x="701" y="401"/>
                </a:lnTo>
                <a:cubicBezTo>
                  <a:pt x="701" y="557"/>
                  <a:pt x="576" y="682"/>
                  <a:pt x="421" y="682"/>
                </a:cubicBezTo>
                <a:cubicBezTo>
                  <a:pt x="220" y="682"/>
                  <a:pt x="40" y="828"/>
                  <a:pt x="22" y="1028"/>
                </a:cubicBezTo>
                <a:cubicBezTo>
                  <a:pt x="0" y="1258"/>
                  <a:pt x="179" y="1451"/>
                  <a:pt x="405" y="1451"/>
                </a:cubicBezTo>
                <a:lnTo>
                  <a:pt x="421" y="1451"/>
                </a:lnTo>
                <a:cubicBezTo>
                  <a:pt x="576" y="1451"/>
                  <a:pt x="701" y="1576"/>
                  <a:pt x="701" y="1730"/>
                </a:cubicBezTo>
                <a:cubicBezTo>
                  <a:pt x="701" y="1932"/>
                  <a:pt x="848" y="2111"/>
                  <a:pt x="1048" y="2130"/>
                </a:cubicBezTo>
                <a:cubicBezTo>
                  <a:pt x="1060" y="2131"/>
                  <a:pt x="1073" y="2132"/>
                  <a:pt x="1085" y="2132"/>
                </a:cubicBezTo>
                <a:cubicBezTo>
                  <a:pt x="1298" y="2132"/>
                  <a:pt x="1469" y="1959"/>
                  <a:pt x="1469" y="1747"/>
                </a:cubicBezTo>
                <a:lnTo>
                  <a:pt x="1469" y="1730"/>
                </a:lnTo>
                <a:cubicBezTo>
                  <a:pt x="1469" y="1576"/>
                  <a:pt x="1595" y="1451"/>
                  <a:pt x="1750" y="1451"/>
                </a:cubicBezTo>
                <a:lnTo>
                  <a:pt x="1766" y="1451"/>
                </a:lnTo>
                <a:cubicBezTo>
                  <a:pt x="1991" y="1451"/>
                  <a:pt x="2170" y="1258"/>
                  <a:pt x="2149" y="1028"/>
                </a:cubicBezTo>
                <a:cubicBezTo>
                  <a:pt x="2130" y="828"/>
                  <a:pt x="1951" y="682"/>
                  <a:pt x="1750" y="682"/>
                </a:cubicBezTo>
                <a:cubicBezTo>
                  <a:pt x="1595" y="682"/>
                  <a:pt x="1469" y="557"/>
                  <a:pt x="1469" y="401"/>
                </a:cubicBezTo>
                <a:cubicBezTo>
                  <a:pt x="1469" y="201"/>
                  <a:pt x="1323" y="22"/>
                  <a:pt x="1123" y="2"/>
                </a:cubicBezTo>
                <a:cubicBezTo>
                  <a:pt x="1110" y="1"/>
                  <a:pt x="1098" y="1"/>
                  <a:pt x="1086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5" name="Google Shape;265;p25"/>
          <p:cNvGrpSpPr/>
          <p:nvPr/>
        </p:nvGrpSpPr>
        <p:grpSpPr>
          <a:xfrm>
            <a:off x="204253" y="3729594"/>
            <a:ext cx="296832" cy="293019"/>
            <a:chOff x="5796891" y="4533844"/>
            <a:chExt cx="296832" cy="293019"/>
          </a:xfrm>
        </p:grpSpPr>
        <p:sp>
          <p:nvSpPr>
            <p:cNvPr id="266" name="Google Shape;266;p25"/>
            <p:cNvSpPr/>
            <p:nvPr/>
          </p:nvSpPr>
          <p:spPr>
            <a:xfrm>
              <a:off x="5799107" y="4536104"/>
              <a:ext cx="292399" cy="288608"/>
            </a:xfrm>
            <a:custGeom>
              <a:avLst/>
              <a:gdLst/>
              <a:ahLst/>
              <a:cxnLst/>
              <a:rect l="l" t="t" r="r" b="b"/>
              <a:pathLst>
                <a:path w="13456" h="13280" extrusionOk="0">
                  <a:moveTo>
                    <a:pt x="6729" y="0"/>
                  </a:moveTo>
                  <a:cubicBezTo>
                    <a:pt x="4929" y="0"/>
                    <a:pt x="3408" y="1214"/>
                    <a:pt x="2941" y="2868"/>
                  </a:cubicBezTo>
                  <a:cubicBezTo>
                    <a:pt x="1410" y="3311"/>
                    <a:pt x="262" y="4623"/>
                    <a:pt x="105" y="6261"/>
                  </a:cubicBezTo>
                  <a:cubicBezTo>
                    <a:pt x="1" y="7366"/>
                    <a:pt x="367" y="8468"/>
                    <a:pt x="1112" y="9286"/>
                  </a:cubicBezTo>
                  <a:cubicBezTo>
                    <a:pt x="1610" y="9835"/>
                    <a:pt x="2254" y="10228"/>
                    <a:pt x="2956" y="10427"/>
                  </a:cubicBezTo>
                  <a:cubicBezTo>
                    <a:pt x="3399" y="11959"/>
                    <a:pt x="4712" y="13105"/>
                    <a:pt x="6349" y="13261"/>
                  </a:cubicBezTo>
                  <a:cubicBezTo>
                    <a:pt x="6476" y="13274"/>
                    <a:pt x="6603" y="13280"/>
                    <a:pt x="6729" y="13280"/>
                  </a:cubicBezTo>
                  <a:cubicBezTo>
                    <a:pt x="8525" y="13280"/>
                    <a:pt x="10043" y="12071"/>
                    <a:pt x="10512" y="10423"/>
                  </a:cubicBezTo>
                  <a:cubicBezTo>
                    <a:pt x="11211" y="10223"/>
                    <a:pt x="11848" y="9832"/>
                    <a:pt x="12344" y="9286"/>
                  </a:cubicBezTo>
                  <a:cubicBezTo>
                    <a:pt x="13088" y="8467"/>
                    <a:pt x="13455" y="7365"/>
                    <a:pt x="13351" y="6260"/>
                  </a:cubicBezTo>
                  <a:cubicBezTo>
                    <a:pt x="13194" y="4618"/>
                    <a:pt x="12041" y="3303"/>
                    <a:pt x="10505" y="2863"/>
                  </a:cubicBezTo>
                  <a:cubicBezTo>
                    <a:pt x="10064" y="1326"/>
                    <a:pt x="8749" y="174"/>
                    <a:pt x="7108" y="17"/>
                  </a:cubicBezTo>
                  <a:cubicBezTo>
                    <a:pt x="6982" y="5"/>
                    <a:pt x="6854" y="0"/>
                    <a:pt x="67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25"/>
            <p:cNvSpPr/>
            <p:nvPr/>
          </p:nvSpPr>
          <p:spPr>
            <a:xfrm>
              <a:off x="5796891" y="4533844"/>
              <a:ext cx="296832" cy="293019"/>
            </a:xfrm>
            <a:custGeom>
              <a:avLst/>
              <a:gdLst/>
              <a:ahLst/>
              <a:cxnLst/>
              <a:rect l="l" t="t" r="r" b="b"/>
              <a:pathLst>
                <a:path w="13660" h="13483" extrusionOk="0">
                  <a:moveTo>
                    <a:pt x="6831" y="203"/>
                  </a:moveTo>
                  <a:cubicBezTo>
                    <a:pt x="6953" y="203"/>
                    <a:pt x="7077" y="210"/>
                    <a:pt x="7200" y="224"/>
                  </a:cubicBezTo>
                  <a:cubicBezTo>
                    <a:pt x="8770" y="374"/>
                    <a:pt x="10070" y="1463"/>
                    <a:pt x="10510" y="2996"/>
                  </a:cubicBezTo>
                  <a:lnTo>
                    <a:pt x="10525" y="3050"/>
                  </a:lnTo>
                  <a:lnTo>
                    <a:pt x="10579" y="3065"/>
                  </a:lnTo>
                  <a:cubicBezTo>
                    <a:pt x="12112" y="3505"/>
                    <a:pt x="13201" y="4805"/>
                    <a:pt x="13351" y="6375"/>
                  </a:cubicBezTo>
                  <a:cubicBezTo>
                    <a:pt x="13454" y="7450"/>
                    <a:pt x="13098" y="8525"/>
                    <a:pt x="12372" y="9321"/>
                  </a:cubicBezTo>
                  <a:cubicBezTo>
                    <a:pt x="11894" y="9849"/>
                    <a:pt x="11276" y="10231"/>
                    <a:pt x="10587" y="10429"/>
                  </a:cubicBezTo>
                  <a:lnTo>
                    <a:pt x="10533" y="10444"/>
                  </a:lnTo>
                  <a:lnTo>
                    <a:pt x="10519" y="10498"/>
                  </a:lnTo>
                  <a:cubicBezTo>
                    <a:pt x="10052" y="12137"/>
                    <a:pt x="8536" y="13281"/>
                    <a:pt x="6832" y="13281"/>
                  </a:cubicBezTo>
                  <a:cubicBezTo>
                    <a:pt x="6709" y="13281"/>
                    <a:pt x="6585" y="13276"/>
                    <a:pt x="6462" y="13264"/>
                  </a:cubicBezTo>
                  <a:cubicBezTo>
                    <a:pt x="4896" y="13114"/>
                    <a:pt x="3598" y="12029"/>
                    <a:pt x="3156" y="10500"/>
                  </a:cubicBezTo>
                  <a:lnTo>
                    <a:pt x="3140" y="10446"/>
                  </a:lnTo>
                  <a:lnTo>
                    <a:pt x="3086" y="10431"/>
                  </a:lnTo>
                  <a:cubicBezTo>
                    <a:pt x="2393" y="10236"/>
                    <a:pt x="1771" y="9852"/>
                    <a:pt x="1289" y="9320"/>
                  </a:cubicBezTo>
                  <a:cubicBezTo>
                    <a:pt x="565" y="8523"/>
                    <a:pt x="207" y="7449"/>
                    <a:pt x="310" y="6374"/>
                  </a:cubicBezTo>
                  <a:cubicBezTo>
                    <a:pt x="460" y="4807"/>
                    <a:pt x="1544" y="3511"/>
                    <a:pt x="3073" y="3066"/>
                  </a:cubicBezTo>
                  <a:lnTo>
                    <a:pt x="3127" y="3050"/>
                  </a:lnTo>
                  <a:lnTo>
                    <a:pt x="3141" y="2996"/>
                  </a:lnTo>
                  <a:cubicBezTo>
                    <a:pt x="3604" y="1352"/>
                    <a:pt x="5123" y="203"/>
                    <a:pt x="6831" y="203"/>
                  </a:cubicBezTo>
                  <a:close/>
                  <a:moveTo>
                    <a:pt x="6829" y="0"/>
                  </a:moveTo>
                  <a:cubicBezTo>
                    <a:pt x="5934" y="0"/>
                    <a:pt x="5085" y="288"/>
                    <a:pt x="4374" y="835"/>
                  </a:cubicBezTo>
                  <a:cubicBezTo>
                    <a:pt x="3701" y="1351"/>
                    <a:pt x="3200" y="2079"/>
                    <a:pt x="2961" y="2886"/>
                  </a:cubicBezTo>
                  <a:cubicBezTo>
                    <a:pt x="2205" y="3115"/>
                    <a:pt x="1539" y="3553"/>
                    <a:pt x="1032" y="4151"/>
                  </a:cubicBezTo>
                  <a:cubicBezTo>
                    <a:pt x="506" y="4775"/>
                    <a:pt x="186" y="5535"/>
                    <a:pt x="108" y="6352"/>
                  </a:cubicBezTo>
                  <a:cubicBezTo>
                    <a:pt x="0" y="7486"/>
                    <a:pt x="377" y="8615"/>
                    <a:pt x="1139" y="9455"/>
                  </a:cubicBezTo>
                  <a:cubicBezTo>
                    <a:pt x="1635" y="10002"/>
                    <a:pt x="2269" y="10399"/>
                    <a:pt x="2977" y="10609"/>
                  </a:cubicBezTo>
                  <a:cubicBezTo>
                    <a:pt x="3205" y="11366"/>
                    <a:pt x="3642" y="12031"/>
                    <a:pt x="4241" y="12538"/>
                  </a:cubicBezTo>
                  <a:cubicBezTo>
                    <a:pt x="4865" y="13067"/>
                    <a:pt x="5625" y="13386"/>
                    <a:pt x="6443" y="13465"/>
                  </a:cubicBezTo>
                  <a:cubicBezTo>
                    <a:pt x="6572" y="13476"/>
                    <a:pt x="6702" y="13483"/>
                    <a:pt x="6831" y="13483"/>
                  </a:cubicBezTo>
                  <a:cubicBezTo>
                    <a:pt x="7724" y="13483"/>
                    <a:pt x="8573" y="13196"/>
                    <a:pt x="9280" y="12651"/>
                  </a:cubicBezTo>
                  <a:cubicBezTo>
                    <a:pt x="9953" y="12137"/>
                    <a:pt x="10452" y="11411"/>
                    <a:pt x="10695" y="10607"/>
                  </a:cubicBezTo>
                  <a:cubicBezTo>
                    <a:pt x="11398" y="10395"/>
                    <a:pt x="12029" y="9999"/>
                    <a:pt x="12521" y="9457"/>
                  </a:cubicBezTo>
                  <a:cubicBezTo>
                    <a:pt x="13283" y="8617"/>
                    <a:pt x="13660" y="7486"/>
                    <a:pt x="13552" y="6353"/>
                  </a:cubicBezTo>
                  <a:cubicBezTo>
                    <a:pt x="13473" y="5535"/>
                    <a:pt x="13153" y="4773"/>
                    <a:pt x="12623" y="4148"/>
                  </a:cubicBezTo>
                  <a:cubicBezTo>
                    <a:pt x="12115" y="3549"/>
                    <a:pt x="11447" y="3113"/>
                    <a:pt x="10687" y="2884"/>
                  </a:cubicBezTo>
                  <a:cubicBezTo>
                    <a:pt x="10458" y="2125"/>
                    <a:pt x="10023" y="1456"/>
                    <a:pt x="9422" y="947"/>
                  </a:cubicBezTo>
                  <a:cubicBezTo>
                    <a:pt x="8799" y="418"/>
                    <a:pt x="8036" y="98"/>
                    <a:pt x="7217" y="19"/>
                  </a:cubicBezTo>
                  <a:cubicBezTo>
                    <a:pt x="7088" y="7"/>
                    <a:pt x="6957" y="0"/>
                    <a:pt x="68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25"/>
            <p:cNvSpPr/>
            <p:nvPr/>
          </p:nvSpPr>
          <p:spPr>
            <a:xfrm>
              <a:off x="5819055" y="4555729"/>
              <a:ext cx="252850" cy="249554"/>
            </a:xfrm>
            <a:custGeom>
              <a:avLst/>
              <a:gdLst/>
              <a:ahLst/>
              <a:cxnLst/>
              <a:rect l="l" t="t" r="r" b="b"/>
              <a:pathLst>
                <a:path w="11636" h="11483" extrusionOk="0">
                  <a:moveTo>
                    <a:pt x="5818" y="2083"/>
                  </a:moveTo>
                  <a:cubicBezTo>
                    <a:pt x="5861" y="2083"/>
                    <a:pt x="5904" y="2084"/>
                    <a:pt x="5947" y="2090"/>
                  </a:cubicBezTo>
                  <a:cubicBezTo>
                    <a:pt x="6633" y="2155"/>
                    <a:pt x="7138" y="2770"/>
                    <a:pt x="7138" y="3460"/>
                  </a:cubicBezTo>
                  <a:cubicBezTo>
                    <a:pt x="7138" y="3992"/>
                    <a:pt x="7569" y="4423"/>
                    <a:pt x="8099" y="4423"/>
                  </a:cubicBezTo>
                  <a:cubicBezTo>
                    <a:pt x="8789" y="4423"/>
                    <a:pt x="9404" y="4927"/>
                    <a:pt x="9470" y="5613"/>
                  </a:cubicBezTo>
                  <a:cubicBezTo>
                    <a:pt x="9546" y="6400"/>
                    <a:pt x="8929" y="7062"/>
                    <a:pt x="8157" y="7062"/>
                  </a:cubicBezTo>
                  <a:lnTo>
                    <a:pt x="8099" y="7062"/>
                  </a:lnTo>
                  <a:cubicBezTo>
                    <a:pt x="7569" y="7062"/>
                    <a:pt x="7138" y="7494"/>
                    <a:pt x="7138" y="8025"/>
                  </a:cubicBezTo>
                  <a:lnTo>
                    <a:pt x="7138" y="8081"/>
                  </a:lnTo>
                  <a:cubicBezTo>
                    <a:pt x="7138" y="8810"/>
                    <a:pt x="6547" y="9401"/>
                    <a:pt x="5818" y="9401"/>
                  </a:cubicBezTo>
                  <a:cubicBezTo>
                    <a:pt x="5774" y="9401"/>
                    <a:pt x="5731" y="9400"/>
                    <a:pt x="5688" y="9395"/>
                  </a:cubicBezTo>
                  <a:cubicBezTo>
                    <a:pt x="5001" y="9328"/>
                    <a:pt x="4498" y="8713"/>
                    <a:pt x="4498" y="8023"/>
                  </a:cubicBezTo>
                  <a:cubicBezTo>
                    <a:pt x="4498" y="7493"/>
                    <a:pt x="4066" y="7061"/>
                    <a:pt x="3535" y="7061"/>
                  </a:cubicBezTo>
                  <a:lnTo>
                    <a:pt x="3478" y="7061"/>
                  </a:lnTo>
                  <a:cubicBezTo>
                    <a:pt x="2706" y="7061"/>
                    <a:pt x="2089" y="6399"/>
                    <a:pt x="2164" y="5612"/>
                  </a:cubicBezTo>
                  <a:cubicBezTo>
                    <a:pt x="2230" y="4926"/>
                    <a:pt x="2844" y="4421"/>
                    <a:pt x="3535" y="4421"/>
                  </a:cubicBezTo>
                  <a:cubicBezTo>
                    <a:pt x="4066" y="4421"/>
                    <a:pt x="4498" y="3990"/>
                    <a:pt x="4498" y="3459"/>
                  </a:cubicBezTo>
                  <a:lnTo>
                    <a:pt x="4498" y="3402"/>
                  </a:lnTo>
                  <a:cubicBezTo>
                    <a:pt x="4498" y="2673"/>
                    <a:pt x="5089" y="2083"/>
                    <a:pt x="5818" y="2083"/>
                  </a:cubicBezTo>
                  <a:close/>
                  <a:moveTo>
                    <a:pt x="5818" y="1"/>
                  </a:moveTo>
                  <a:cubicBezTo>
                    <a:pt x="4261" y="1"/>
                    <a:pt x="2946" y="1050"/>
                    <a:pt x="2543" y="2479"/>
                  </a:cubicBezTo>
                  <a:cubicBezTo>
                    <a:pt x="1219" y="2863"/>
                    <a:pt x="227" y="3998"/>
                    <a:pt x="92" y="5413"/>
                  </a:cubicBezTo>
                  <a:cubicBezTo>
                    <a:pt x="1" y="6368"/>
                    <a:pt x="318" y="7323"/>
                    <a:pt x="961" y="8029"/>
                  </a:cubicBezTo>
                  <a:cubicBezTo>
                    <a:pt x="1393" y="8503"/>
                    <a:pt x="1948" y="8843"/>
                    <a:pt x="2556" y="9014"/>
                  </a:cubicBezTo>
                  <a:cubicBezTo>
                    <a:pt x="2939" y="10338"/>
                    <a:pt x="4076" y="11332"/>
                    <a:pt x="5491" y="11467"/>
                  </a:cubicBezTo>
                  <a:cubicBezTo>
                    <a:pt x="5600" y="11477"/>
                    <a:pt x="5710" y="11483"/>
                    <a:pt x="5819" y="11483"/>
                  </a:cubicBezTo>
                  <a:cubicBezTo>
                    <a:pt x="7372" y="11483"/>
                    <a:pt x="8684" y="10437"/>
                    <a:pt x="9092" y="9012"/>
                  </a:cubicBezTo>
                  <a:cubicBezTo>
                    <a:pt x="9696" y="8839"/>
                    <a:pt x="10247" y="8501"/>
                    <a:pt x="10676" y="8029"/>
                  </a:cubicBezTo>
                  <a:cubicBezTo>
                    <a:pt x="11319" y="7321"/>
                    <a:pt x="11636" y="6368"/>
                    <a:pt x="11545" y="5413"/>
                  </a:cubicBezTo>
                  <a:cubicBezTo>
                    <a:pt x="11410" y="3994"/>
                    <a:pt x="10413" y="2856"/>
                    <a:pt x="9085" y="2477"/>
                  </a:cubicBezTo>
                  <a:cubicBezTo>
                    <a:pt x="8703" y="1149"/>
                    <a:pt x="7567" y="152"/>
                    <a:pt x="6148" y="17"/>
                  </a:cubicBezTo>
                  <a:cubicBezTo>
                    <a:pt x="6035" y="5"/>
                    <a:pt x="5925" y="1"/>
                    <a:pt x="58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86D2174-48A5-D96A-F346-462759105443}"/>
              </a:ext>
            </a:extLst>
          </p:cNvPr>
          <p:cNvSpPr txBox="1"/>
          <p:nvPr/>
        </p:nvSpPr>
        <p:spPr>
          <a:xfrm>
            <a:off x="8762785" y="4722005"/>
            <a:ext cx="3831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6"/>
          <p:cNvSpPr/>
          <p:nvPr/>
        </p:nvSpPr>
        <p:spPr>
          <a:xfrm>
            <a:off x="5167559" y="4603998"/>
            <a:ext cx="147427" cy="144779"/>
          </a:xfrm>
          <a:custGeom>
            <a:avLst/>
            <a:gdLst/>
            <a:ahLst/>
            <a:cxnLst/>
            <a:rect l="l" t="t" r="r" b="b"/>
            <a:pathLst>
              <a:path w="2171" h="2132" extrusionOk="0">
                <a:moveTo>
                  <a:pt x="1086" y="1"/>
                </a:moveTo>
                <a:cubicBezTo>
                  <a:pt x="874" y="1"/>
                  <a:pt x="701" y="172"/>
                  <a:pt x="701" y="385"/>
                </a:cubicBezTo>
                <a:lnTo>
                  <a:pt x="701" y="401"/>
                </a:lnTo>
                <a:cubicBezTo>
                  <a:pt x="701" y="557"/>
                  <a:pt x="576" y="682"/>
                  <a:pt x="421" y="682"/>
                </a:cubicBezTo>
                <a:cubicBezTo>
                  <a:pt x="220" y="682"/>
                  <a:pt x="40" y="828"/>
                  <a:pt x="22" y="1028"/>
                </a:cubicBezTo>
                <a:cubicBezTo>
                  <a:pt x="0" y="1258"/>
                  <a:pt x="179" y="1451"/>
                  <a:pt x="405" y="1451"/>
                </a:cubicBezTo>
                <a:lnTo>
                  <a:pt x="421" y="1451"/>
                </a:lnTo>
                <a:cubicBezTo>
                  <a:pt x="576" y="1451"/>
                  <a:pt x="701" y="1576"/>
                  <a:pt x="701" y="1730"/>
                </a:cubicBezTo>
                <a:cubicBezTo>
                  <a:pt x="701" y="1932"/>
                  <a:pt x="848" y="2111"/>
                  <a:pt x="1048" y="2130"/>
                </a:cubicBezTo>
                <a:cubicBezTo>
                  <a:pt x="1060" y="2131"/>
                  <a:pt x="1073" y="2132"/>
                  <a:pt x="1085" y="2132"/>
                </a:cubicBezTo>
                <a:cubicBezTo>
                  <a:pt x="1298" y="2132"/>
                  <a:pt x="1469" y="1959"/>
                  <a:pt x="1469" y="1747"/>
                </a:cubicBezTo>
                <a:lnTo>
                  <a:pt x="1469" y="1730"/>
                </a:lnTo>
                <a:cubicBezTo>
                  <a:pt x="1469" y="1576"/>
                  <a:pt x="1595" y="1451"/>
                  <a:pt x="1750" y="1451"/>
                </a:cubicBezTo>
                <a:lnTo>
                  <a:pt x="1766" y="1451"/>
                </a:lnTo>
                <a:cubicBezTo>
                  <a:pt x="1991" y="1451"/>
                  <a:pt x="2170" y="1258"/>
                  <a:pt x="2149" y="1028"/>
                </a:cubicBezTo>
                <a:cubicBezTo>
                  <a:pt x="2130" y="828"/>
                  <a:pt x="1951" y="682"/>
                  <a:pt x="1750" y="682"/>
                </a:cubicBezTo>
                <a:cubicBezTo>
                  <a:pt x="1595" y="682"/>
                  <a:pt x="1469" y="557"/>
                  <a:pt x="1469" y="401"/>
                </a:cubicBezTo>
                <a:cubicBezTo>
                  <a:pt x="1469" y="201"/>
                  <a:pt x="1323" y="22"/>
                  <a:pt x="1123" y="2"/>
                </a:cubicBezTo>
                <a:cubicBezTo>
                  <a:pt x="1110" y="1"/>
                  <a:pt x="1098" y="1"/>
                  <a:pt x="1086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26"/>
          <p:cNvSpPr/>
          <p:nvPr/>
        </p:nvSpPr>
        <p:spPr>
          <a:xfrm>
            <a:off x="383508" y="3404745"/>
            <a:ext cx="147427" cy="144779"/>
          </a:xfrm>
          <a:custGeom>
            <a:avLst/>
            <a:gdLst/>
            <a:ahLst/>
            <a:cxnLst/>
            <a:rect l="l" t="t" r="r" b="b"/>
            <a:pathLst>
              <a:path w="2171" h="2132" extrusionOk="0">
                <a:moveTo>
                  <a:pt x="1086" y="0"/>
                </a:moveTo>
                <a:cubicBezTo>
                  <a:pt x="873" y="0"/>
                  <a:pt x="701" y="173"/>
                  <a:pt x="701" y="385"/>
                </a:cubicBezTo>
                <a:lnTo>
                  <a:pt x="701" y="401"/>
                </a:lnTo>
                <a:cubicBezTo>
                  <a:pt x="701" y="556"/>
                  <a:pt x="575" y="681"/>
                  <a:pt x="421" y="681"/>
                </a:cubicBezTo>
                <a:cubicBezTo>
                  <a:pt x="219" y="681"/>
                  <a:pt x="40" y="829"/>
                  <a:pt x="22" y="1028"/>
                </a:cubicBezTo>
                <a:cubicBezTo>
                  <a:pt x="0" y="1257"/>
                  <a:pt x="179" y="1450"/>
                  <a:pt x="405" y="1450"/>
                </a:cubicBezTo>
                <a:lnTo>
                  <a:pt x="421" y="1450"/>
                </a:lnTo>
                <a:cubicBezTo>
                  <a:pt x="575" y="1450"/>
                  <a:pt x="701" y="1575"/>
                  <a:pt x="701" y="1731"/>
                </a:cubicBezTo>
                <a:cubicBezTo>
                  <a:pt x="701" y="1931"/>
                  <a:pt x="848" y="2110"/>
                  <a:pt x="1048" y="2130"/>
                </a:cubicBezTo>
                <a:cubicBezTo>
                  <a:pt x="1060" y="2131"/>
                  <a:pt x="1073" y="2131"/>
                  <a:pt x="1085" y="2131"/>
                </a:cubicBezTo>
                <a:cubicBezTo>
                  <a:pt x="1297" y="2131"/>
                  <a:pt x="1469" y="1960"/>
                  <a:pt x="1469" y="1747"/>
                </a:cubicBezTo>
                <a:lnTo>
                  <a:pt x="1469" y="1731"/>
                </a:lnTo>
                <a:cubicBezTo>
                  <a:pt x="1469" y="1575"/>
                  <a:pt x="1594" y="1450"/>
                  <a:pt x="1750" y="1450"/>
                </a:cubicBezTo>
                <a:lnTo>
                  <a:pt x="1766" y="1450"/>
                </a:lnTo>
                <a:cubicBezTo>
                  <a:pt x="1991" y="1450"/>
                  <a:pt x="2170" y="1257"/>
                  <a:pt x="2149" y="1028"/>
                </a:cubicBezTo>
                <a:cubicBezTo>
                  <a:pt x="2130" y="829"/>
                  <a:pt x="1950" y="681"/>
                  <a:pt x="1750" y="681"/>
                </a:cubicBezTo>
                <a:cubicBezTo>
                  <a:pt x="1594" y="681"/>
                  <a:pt x="1469" y="556"/>
                  <a:pt x="1469" y="401"/>
                </a:cubicBezTo>
                <a:cubicBezTo>
                  <a:pt x="1469" y="200"/>
                  <a:pt x="1322" y="21"/>
                  <a:pt x="1123" y="2"/>
                </a:cubicBezTo>
                <a:cubicBezTo>
                  <a:pt x="1110" y="1"/>
                  <a:pt x="1098" y="0"/>
                  <a:pt x="108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26"/>
          <p:cNvSpPr/>
          <p:nvPr/>
        </p:nvSpPr>
        <p:spPr>
          <a:xfrm>
            <a:off x="8357050" y="2539812"/>
            <a:ext cx="147427" cy="144779"/>
          </a:xfrm>
          <a:custGeom>
            <a:avLst/>
            <a:gdLst/>
            <a:ahLst/>
            <a:cxnLst/>
            <a:rect l="l" t="t" r="r" b="b"/>
            <a:pathLst>
              <a:path w="2171" h="2132" extrusionOk="0">
                <a:moveTo>
                  <a:pt x="1086" y="1"/>
                </a:moveTo>
                <a:cubicBezTo>
                  <a:pt x="873" y="1"/>
                  <a:pt x="702" y="173"/>
                  <a:pt x="702" y="385"/>
                </a:cubicBezTo>
                <a:lnTo>
                  <a:pt x="702" y="401"/>
                </a:lnTo>
                <a:cubicBezTo>
                  <a:pt x="702" y="557"/>
                  <a:pt x="575" y="682"/>
                  <a:pt x="421" y="682"/>
                </a:cubicBezTo>
                <a:cubicBezTo>
                  <a:pt x="220" y="682"/>
                  <a:pt x="41" y="830"/>
                  <a:pt x="22" y="1029"/>
                </a:cubicBezTo>
                <a:cubicBezTo>
                  <a:pt x="1" y="1258"/>
                  <a:pt x="180" y="1451"/>
                  <a:pt x="405" y="1451"/>
                </a:cubicBezTo>
                <a:lnTo>
                  <a:pt x="421" y="1451"/>
                </a:lnTo>
                <a:cubicBezTo>
                  <a:pt x="575" y="1451"/>
                  <a:pt x="702" y="1576"/>
                  <a:pt x="702" y="1731"/>
                </a:cubicBezTo>
                <a:cubicBezTo>
                  <a:pt x="702" y="1932"/>
                  <a:pt x="848" y="2111"/>
                  <a:pt x="1048" y="2130"/>
                </a:cubicBezTo>
                <a:cubicBezTo>
                  <a:pt x="1060" y="2131"/>
                  <a:pt x="1073" y="2132"/>
                  <a:pt x="1085" y="2132"/>
                </a:cubicBezTo>
                <a:cubicBezTo>
                  <a:pt x="1297" y="2132"/>
                  <a:pt x="1469" y="1960"/>
                  <a:pt x="1469" y="1747"/>
                </a:cubicBezTo>
                <a:lnTo>
                  <a:pt x="1469" y="1731"/>
                </a:lnTo>
                <a:cubicBezTo>
                  <a:pt x="1469" y="1576"/>
                  <a:pt x="1595" y="1451"/>
                  <a:pt x="1750" y="1451"/>
                </a:cubicBezTo>
                <a:lnTo>
                  <a:pt x="1766" y="1451"/>
                </a:lnTo>
                <a:cubicBezTo>
                  <a:pt x="1991" y="1451"/>
                  <a:pt x="2170" y="1258"/>
                  <a:pt x="2149" y="1029"/>
                </a:cubicBezTo>
                <a:cubicBezTo>
                  <a:pt x="2131" y="830"/>
                  <a:pt x="1950" y="682"/>
                  <a:pt x="1750" y="682"/>
                </a:cubicBezTo>
                <a:cubicBezTo>
                  <a:pt x="1595" y="682"/>
                  <a:pt x="1469" y="557"/>
                  <a:pt x="1469" y="401"/>
                </a:cubicBezTo>
                <a:cubicBezTo>
                  <a:pt x="1469" y="201"/>
                  <a:pt x="1323" y="22"/>
                  <a:pt x="1123" y="2"/>
                </a:cubicBezTo>
                <a:cubicBezTo>
                  <a:pt x="1111" y="1"/>
                  <a:pt x="1098" y="1"/>
                  <a:pt x="108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26"/>
          <p:cNvSpPr/>
          <p:nvPr/>
        </p:nvSpPr>
        <p:spPr>
          <a:xfrm>
            <a:off x="546450" y="392875"/>
            <a:ext cx="8051100" cy="6771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26"/>
          <p:cNvSpPr txBox="1">
            <a:spLocks noGrp="1"/>
          </p:cNvSpPr>
          <p:nvPr>
            <p:ph type="title" idx="15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94" name="Google Shape;294;p26"/>
          <p:cNvGrpSpPr/>
          <p:nvPr/>
        </p:nvGrpSpPr>
        <p:grpSpPr>
          <a:xfrm>
            <a:off x="171837" y="539498"/>
            <a:ext cx="1082795" cy="984302"/>
            <a:chOff x="6841358" y="2997754"/>
            <a:chExt cx="1766963" cy="1606237"/>
          </a:xfrm>
        </p:grpSpPr>
        <p:sp>
          <p:nvSpPr>
            <p:cNvPr id="295" name="Google Shape;295;p26"/>
            <p:cNvSpPr/>
            <p:nvPr/>
          </p:nvSpPr>
          <p:spPr>
            <a:xfrm rot="-508132">
              <a:off x="6935006" y="3106503"/>
              <a:ext cx="1579666" cy="1388739"/>
            </a:xfrm>
            <a:custGeom>
              <a:avLst/>
              <a:gdLst/>
              <a:ahLst/>
              <a:cxnLst/>
              <a:rect l="l" t="t" r="r" b="b"/>
              <a:pathLst>
                <a:path w="39904" h="35081" extrusionOk="0">
                  <a:moveTo>
                    <a:pt x="2926" y="8856"/>
                  </a:moveTo>
                  <a:cubicBezTo>
                    <a:pt x="3370" y="8856"/>
                    <a:pt x="3780" y="9133"/>
                    <a:pt x="3936" y="9571"/>
                  </a:cubicBezTo>
                  <a:cubicBezTo>
                    <a:pt x="4973" y="12509"/>
                    <a:pt x="7911" y="18889"/>
                    <a:pt x="13875" y="18889"/>
                  </a:cubicBezTo>
                  <a:cubicBezTo>
                    <a:pt x="13876" y="18889"/>
                    <a:pt x="13876" y="18889"/>
                    <a:pt x="13877" y="18889"/>
                  </a:cubicBezTo>
                  <a:cubicBezTo>
                    <a:pt x="14428" y="18889"/>
                    <a:pt x="15008" y="18835"/>
                    <a:pt x="15612" y="18718"/>
                  </a:cubicBezTo>
                  <a:lnTo>
                    <a:pt x="15634" y="18715"/>
                  </a:lnTo>
                  <a:lnTo>
                    <a:pt x="15634" y="18715"/>
                  </a:lnTo>
                  <a:lnTo>
                    <a:pt x="15547" y="18738"/>
                  </a:lnTo>
                  <a:cubicBezTo>
                    <a:pt x="14956" y="18901"/>
                    <a:pt x="14008" y="19095"/>
                    <a:pt x="12853" y="19095"/>
                  </a:cubicBezTo>
                  <a:cubicBezTo>
                    <a:pt x="9619" y="19095"/>
                    <a:pt x="5100" y="17574"/>
                    <a:pt x="1944" y="10326"/>
                  </a:cubicBezTo>
                  <a:cubicBezTo>
                    <a:pt x="1825" y="10053"/>
                    <a:pt x="1826" y="9739"/>
                    <a:pt x="1947" y="9465"/>
                  </a:cubicBezTo>
                  <a:cubicBezTo>
                    <a:pt x="2064" y="9204"/>
                    <a:pt x="2263" y="9020"/>
                    <a:pt x="2525" y="8931"/>
                  </a:cubicBezTo>
                  <a:cubicBezTo>
                    <a:pt x="2559" y="8919"/>
                    <a:pt x="2593" y="8909"/>
                    <a:pt x="2628" y="8899"/>
                  </a:cubicBezTo>
                  <a:cubicBezTo>
                    <a:pt x="2727" y="8870"/>
                    <a:pt x="2827" y="8856"/>
                    <a:pt x="2926" y="8856"/>
                  </a:cubicBezTo>
                  <a:close/>
                  <a:moveTo>
                    <a:pt x="20505" y="1773"/>
                  </a:moveTo>
                  <a:cubicBezTo>
                    <a:pt x="20882" y="1773"/>
                    <a:pt x="21258" y="1892"/>
                    <a:pt x="21572" y="2116"/>
                  </a:cubicBezTo>
                  <a:cubicBezTo>
                    <a:pt x="21971" y="2399"/>
                    <a:pt x="22240" y="2838"/>
                    <a:pt x="22307" y="3323"/>
                  </a:cubicBezTo>
                  <a:cubicBezTo>
                    <a:pt x="22368" y="3755"/>
                    <a:pt x="22428" y="4428"/>
                    <a:pt x="22370" y="5183"/>
                  </a:cubicBezTo>
                  <a:lnTo>
                    <a:pt x="22320" y="5849"/>
                  </a:lnTo>
                  <a:lnTo>
                    <a:pt x="22945" y="6082"/>
                  </a:lnTo>
                  <a:cubicBezTo>
                    <a:pt x="23221" y="6186"/>
                    <a:pt x="23465" y="6348"/>
                    <a:pt x="23669" y="6572"/>
                  </a:cubicBezTo>
                  <a:cubicBezTo>
                    <a:pt x="23932" y="6855"/>
                    <a:pt x="24099" y="7208"/>
                    <a:pt x="24153" y="7588"/>
                  </a:cubicBezTo>
                  <a:lnTo>
                    <a:pt x="24306" y="8683"/>
                  </a:lnTo>
                  <a:lnTo>
                    <a:pt x="25291" y="8314"/>
                  </a:lnTo>
                  <a:cubicBezTo>
                    <a:pt x="25436" y="8306"/>
                    <a:pt x="25580" y="8301"/>
                    <a:pt x="25724" y="8301"/>
                  </a:cubicBezTo>
                  <a:cubicBezTo>
                    <a:pt x="28617" y="8301"/>
                    <a:pt x="31210" y="10050"/>
                    <a:pt x="32273" y="12776"/>
                  </a:cubicBezTo>
                  <a:cubicBezTo>
                    <a:pt x="32907" y="14406"/>
                    <a:pt x="32912" y="16204"/>
                    <a:pt x="32284" y="17838"/>
                  </a:cubicBezTo>
                  <a:lnTo>
                    <a:pt x="31898" y="18842"/>
                  </a:lnTo>
                  <a:lnTo>
                    <a:pt x="32956" y="19030"/>
                  </a:lnTo>
                  <a:cubicBezTo>
                    <a:pt x="33121" y="19060"/>
                    <a:pt x="33261" y="19087"/>
                    <a:pt x="33374" y="19110"/>
                  </a:cubicBezTo>
                  <a:lnTo>
                    <a:pt x="33943" y="19230"/>
                  </a:lnTo>
                  <a:lnTo>
                    <a:pt x="34072" y="19049"/>
                  </a:lnTo>
                  <a:cubicBezTo>
                    <a:pt x="35595" y="19843"/>
                    <a:pt x="36767" y="21148"/>
                    <a:pt x="37394" y="22756"/>
                  </a:cubicBezTo>
                  <a:cubicBezTo>
                    <a:pt x="38084" y="24523"/>
                    <a:pt x="38043" y="26456"/>
                    <a:pt x="37278" y="28197"/>
                  </a:cubicBezTo>
                  <a:cubicBezTo>
                    <a:pt x="36514" y="29939"/>
                    <a:pt x="35121" y="31278"/>
                    <a:pt x="33354" y="31966"/>
                  </a:cubicBezTo>
                  <a:cubicBezTo>
                    <a:pt x="32730" y="32209"/>
                    <a:pt x="31950" y="32337"/>
                    <a:pt x="31094" y="32337"/>
                  </a:cubicBezTo>
                  <a:lnTo>
                    <a:pt x="31092" y="32337"/>
                  </a:lnTo>
                  <a:cubicBezTo>
                    <a:pt x="29170" y="32337"/>
                    <a:pt x="27272" y="31699"/>
                    <a:pt x="26139" y="30670"/>
                  </a:cubicBezTo>
                  <a:lnTo>
                    <a:pt x="25444" y="30039"/>
                  </a:lnTo>
                  <a:lnTo>
                    <a:pt x="24854" y="30768"/>
                  </a:lnTo>
                  <a:cubicBezTo>
                    <a:pt x="24839" y="30788"/>
                    <a:pt x="24824" y="30806"/>
                    <a:pt x="24807" y="30828"/>
                  </a:cubicBezTo>
                  <a:cubicBezTo>
                    <a:pt x="24067" y="31717"/>
                    <a:pt x="23102" y="32412"/>
                    <a:pt x="22021" y="32833"/>
                  </a:cubicBezTo>
                  <a:cubicBezTo>
                    <a:pt x="21220" y="33146"/>
                    <a:pt x="20381" y="33306"/>
                    <a:pt x="19528" y="33306"/>
                  </a:cubicBezTo>
                  <a:cubicBezTo>
                    <a:pt x="16704" y="33306"/>
                    <a:pt x="14120" y="31543"/>
                    <a:pt x="13096" y="28917"/>
                  </a:cubicBezTo>
                  <a:cubicBezTo>
                    <a:pt x="11841" y="25700"/>
                    <a:pt x="13180" y="22025"/>
                    <a:pt x="16208" y="20370"/>
                  </a:cubicBezTo>
                  <a:lnTo>
                    <a:pt x="22927" y="16699"/>
                  </a:lnTo>
                  <a:lnTo>
                    <a:pt x="17278" y="18260"/>
                  </a:lnTo>
                  <a:lnTo>
                    <a:pt x="16023" y="17176"/>
                  </a:lnTo>
                  <a:cubicBezTo>
                    <a:pt x="14140" y="15550"/>
                    <a:pt x="12854" y="13481"/>
                    <a:pt x="12205" y="11027"/>
                  </a:cubicBezTo>
                  <a:cubicBezTo>
                    <a:pt x="12001" y="10271"/>
                    <a:pt x="12356" y="9491"/>
                    <a:pt x="13081" y="9124"/>
                  </a:cubicBezTo>
                  <a:lnTo>
                    <a:pt x="13622" y="8865"/>
                  </a:lnTo>
                  <a:lnTo>
                    <a:pt x="13582" y="8267"/>
                  </a:lnTo>
                  <a:cubicBezTo>
                    <a:pt x="13500" y="7025"/>
                    <a:pt x="13709" y="5915"/>
                    <a:pt x="14204" y="4966"/>
                  </a:cubicBezTo>
                  <a:cubicBezTo>
                    <a:pt x="14380" y="4628"/>
                    <a:pt x="14654" y="4358"/>
                    <a:pt x="14995" y="4184"/>
                  </a:cubicBezTo>
                  <a:cubicBezTo>
                    <a:pt x="15261" y="4049"/>
                    <a:pt x="15548" y="3980"/>
                    <a:pt x="15834" y="3980"/>
                  </a:cubicBezTo>
                  <a:cubicBezTo>
                    <a:pt x="16004" y="3980"/>
                    <a:pt x="16173" y="4005"/>
                    <a:pt x="16338" y="4054"/>
                  </a:cubicBezTo>
                  <a:lnTo>
                    <a:pt x="16929" y="4227"/>
                  </a:lnTo>
                  <a:lnTo>
                    <a:pt x="17297" y="3735"/>
                  </a:lnTo>
                  <a:cubicBezTo>
                    <a:pt x="17826" y="3032"/>
                    <a:pt x="18429" y="2507"/>
                    <a:pt x="19095" y="2172"/>
                  </a:cubicBezTo>
                  <a:cubicBezTo>
                    <a:pt x="19429" y="2001"/>
                    <a:pt x="19786" y="1878"/>
                    <a:pt x="20159" y="1807"/>
                  </a:cubicBezTo>
                  <a:cubicBezTo>
                    <a:pt x="20274" y="1784"/>
                    <a:pt x="20390" y="1773"/>
                    <a:pt x="20505" y="1773"/>
                  </a:cubicBezTo>
                  <a:close/>
                  <a:moveTo>
                    <a:pt x="20500" y="0"/>
                  </a:moveTo>
                  <a:cubicBezTo>
                    <a:pt x="20271" y="0"/>
                    <a:pt x="20042" y="22"/>
                    <a:pt x="19817" y="67"/>
                  </a:cubicBezTo>
                  <a:cubicBezTo>
                    <a:pt x="19285" y="169"/>
                    <a:pt x="18769" y="346"/>
                    <a:pt x="18289" y="590"/>
                  </a:cubicBezTo>
                  <a:cubicBezTo>
                    <a:pt x="17532" y="973"/>
                    <a:pt x="16842" y="1523"/>
                    <a:pt x="16233" y="2229"/>
                  </a:cubicBezTo>
                  <a:cubicBezTo>
                    <a:pt x="16101" y="2214"/>
                    <a:pt x="15968" y="2207"/>
                    <a:pt x="15835" y="2207"/>
                  </a:cubicBezTo>
                  <a:cubicBezTo>
                    <a:pt x="15272" y="2207"/>
                    <a:pt x="14710" y="2340"/>
                    <a:pt x="14190" y="2603"/>
                  </a:cubicBezTo>
                  <a:cubicBezTo>
                    <a:pt x="13516" y="2946"/>
                    <a:pt x="12976" y="3482"/>
                    <a:pt x="12629" y="4148"/>
                  </a:cubicBezTo>
                  <a:cubicBezTo>
                    <a:pt x="12059" y="5243"/>
                    <a:pt x="11779" y="6481"/>
                    <a:pt x="11791" y="7837"/>
                  </a:cubicBezTo>
                  <a:cubicBezTo>
                    <a:pt x="10647" y="8660"/>
                    <a:pt x="10116" y="10089"/>
                    <a:pt x="10490" y="11484"/>
                  </a:cubicBezTo>
                  <a:cubicBezTo>
                    <a:pt x="11046" y="13581"/>
                    <a:pt x="12050" y="15487"/>
                    <a:pt x="13431" y="17087"/>
                  </a:cubicBezTo>
                  <a:cubicBezTo>
                    <a:pt x="8863" y="16715"/>
                    <a:pt x="6477" y="11446"/>
                    <a:pt x="5607" y="8980"/>
                  </a:cubicBezTo>
                  <a:cubicBezTo>
                    <a:pt x="5198" y="7819"/>
                    <a:pt x="4103" y="7083"/>
                    <a:pt x="2925" y="7083"/>
                  </a:cubicBezTo>
                  <a:cubicBezTo>
                    <a:pt x="2662" y="7083"/>
                    <a:pt x="2394" y="7120"/>
                    <a:pt x="2128" y="7197"/>
                  </a:cubicBezTo>
                  <a:cubicBezTo>
                    <a:pt x="2071" y="7213"/>
                    <a:pt x="2016" y="7231"/>
                    <a:pt x="1961" y="7249"/>
                  </a:cubicBezTo>
                  <a:cubicBezTo>
                    <a:pt x="1227" y="7496"/>
                    <a:pt x="646" y="8028"/>
                    <a:pt x="327" y="8745"/>
                  </a:cubicBezTo>
                  <a:cubicBezTo>
                    <a:pt x="4" y="9473"/>
                    <a:pt x="1" y="10305"/>
                    <a:pt x="318" y="11033"/>
                  </a:cubicBezTo>
                  <a:cubicBezTo>
                    <a:pt x="3859" y="19162"/>
                    <a:pt x="9090" y="20868"/>
                    <a:pt x="12854" y="20868"/>
                  </a:cubicBezTo>
                  <a:lnTo>
                    <a:pt x="12863" y="20868"/>
                  </a:lnTo>
                  <a:cubicBezTo>
                    <a:pt x="10900" y="23231"/>
                    <a:pt x="10271" y="26556"/>
                    <a:pt x="11445" y="29561"/>
                  </a:cubicBezTo>
                  <a:cubicBezTo>
                    <a:pt x="12732" y="32864"/>
                    <a:pt x="15981" y="35081"/>
                    <a:pt x="19528" y="35081"/>
                  </a:cubicBezTo>
                  <a:cubicBezTo>
                    <a:pt x="20602" y="35081"/>
                    <a:pt x="21657" y="34881"/>
                    <a:pt x="22661" y="34490"/>
                  </a:cubicBezTo>
                  <a:cubicBezTo>
                    <a:pt x="23781" y="34053"/>
                    <a:pt x="24798" y="33386"/>
                    <a:pt x="25643" y="32540"/>
                  </a:cubicBezTo>
                  <a:cubicBezTo>
                    <a:pt x="27088" y="33535"/>
                    <a:pt x="29056" y="34113"/>
                    <a:pt x="31087" y="34113"/>
                  </a:cubicBezTo>
                  <a:lnTo>
                    <a:pt x="31088" y="34113"/>
                  </a:lnTo>
                  <a:cubicBezTo>
                    <a:pt x="32162" y="34113"/>
                    <a:pt x="33166" y="33944"/>
                    <a:pt x="33993" y="33622"/>
                  </a:cubicBezTo>
                  <a:cubicBezTo>
                    <a:pt x="36201" y="32761"/>
                    <a:pt x="37943" y="31087"/>
                    <a:pt x="38897" y="28912"/>
                  </a:cubicBezTo>
                  <a:cubicBezTo>
                    <a:pt x="39851" y="26736"/>
                    <a:pt x="39903" y="24320"/>
                    <a:pt x="39041" y="22113"/>
                  </a:cubicBezTo>
                  <a:cubicBezTo>
                    <a:pt x="38206" y="19967"/>
                    <a:pt x="36590" y="18252"/>
                    <a:pt x="34498" y="17287"/>
                  </a:cubicBezTo>
                  <a:cubicBezTo>
                    <a:pt x="34438" y="17259"/>
                    <a:pt x="34376" y="17235"/>
                    <a:pt x="34313" y="17217"/>
                  </a:cubicBezTo>
                  <a:cubicBezTo>
                    <a:pt x="34686" y="15529"/>
                    <a:pt x="34555" y="13765"/>
                    <a:pt x="33919" y="12133"/>
                  </a:cubicBezTo>
                  <a:cubicBezTo>
                    <a:pt x="32587" y="8720"/>
                    <a:pt x="29343" y="6529"/>
                    <a:pt x="25720" y="6529"/>
                  </a:cubicBezTo>
                  <a:lnTo>
                    <a:pt x="25692" y="6529"/>
                  </a:lnTo>
                  <a:cubicBezTo>
                    <a:pt x="25528" y="6103"/>
                    <a:pt x="25282" y="5710"/>
                    <a:pt x="24967" y="5369"/>
                  </a:cubicBezTo>
                  <a:cubicBezTo>
                    <a:pt x="24727" y="5107"/>
                    <a:pt x="24457" y="4887"/>
                    <a:pt x="24160" y="4709"/>
                  </a:cubicBezTo>
                  <a:cubicBezTo>
                    <a:pt x="24170" y="4049"/>
                    <a:pt x="24114" y="3477"/>
                    <a:pt x="24058" y="3078"/>
                  </a:cubicBezTo>
                  <a:cubicBezTo>
                    <a:pt x="23923" y="2112"/>
                    <a:pt x="23389" y="1235"/>
                    <a:pt x="22596" y="671"/>
                  </a:cubicBezTo>
                  <a:cubicBezTo>
                    <a:pt x="21980" y="232"/>
                    <a:pt x="21242" y="0"/>
                    <a:pt x="20500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26"/>
            <p:cNvSpPr/>
            <p:nvPr/>
          </p:nvSpPr>
          <p:spPr>
            <a:xfrm rot="-508132">
              <a:off x="6970996" y="3141616"/>
              <a:ext cx="1507697" cy="1318592"/>
            </a:xfrm>
            <a:custGeom>
              <a:avLst/>
              <a:gdLst/>
              <a:ahLst/>
              <a:cxnLst/>
              <a:rect l="l" t="t" r="r" b="b"/>
              <a:pathLst>
                <a:path w="38086" h="33309" extrusionOk="0">
                  <a:moveTo>
                    <a:pt x="19594" y="1"/>
                  </a:moveTo>
                  <a:cubicBezTo>
                    <a:pt x="19421" y="1"/>
                    <a:pt x="19248" y="17"/>
                    <a:pt x="19077" y="51"/>
                  </a:cubicBezTo>
                  <a:cubicBezTo>
                    <a:pt x="18626" y="137"/>
                    <a:pt x="18189" y="287"/>
                    <a:pt x="17782" y="494"/>
                  </a:cubicBezTo>
                  <a:cubicBezTo>
                    <a:pt x="16996" y="892"/>
                    <a:pt x="16289" y="1503"/>
                    <a:pt x="15679" y="2315"/>
                  </a:cubicBezTo>
                  <a:cubicBezTo>
                    <a:pt x="15432" y="2242"/>
                    <a:pt x="15178" y="2205"/>
                    <a:pt x="14923" y="2205"/>
                  </a:cubicBezTo>
                  <a:cubicBezTo>
                    <a:pt x="14501" y="2205"/>
                    <a:pt x="14077" y="2305"/>
                    <a:pt x="13684" y="2504"/>
                  </a:cubicBezTo>
                  <a:cubicBezTo>
                    <a:pt x="13175" y="2763"/>
                    <a:pt x="12768" y="3167"/>
                    <a:pt x="12506" y="3669"/>
                  </a:cubicBezTo>
                  <a:cubicBezTo>
                    <a:pt x="11936" y="4764"/>
                    <a:pt x="11695" y="6031"/>
                    <a:pt x="11787" y="7437"/>
                  </a:cubicBezTo>
                  <a:lnTo>
                    <a:pt x="11754" y="7453"/>
                  </a:lnTo>
                  <a:cubicBezTo>
                    <a:pt x="10666" y="8003"/>
                    <a:pt x="10126" y="9201"/>
                    <a:pt x="10438" y="10367"/>
                  </a:cubicBezTo>
                  <a:cubicBezTo>
                    <a:pt x="11274" y="13530"/>
                    <a:pt x="13000" y="15635"/>
                    <a:pt x="14531" y="16960"/>
                  </a:cubicBezTo>
                  <a:cubicBezTo>
                    <a:pt x="13999" y="17063"/>
                    <a:pt x="13489" y="17111"/>
                    <a:pt x="13000" y="17111"/>
                  </a:cubicBezTo>
                  <a:cubicBezTo>
                    <a:pt x="7565" y="17111"/>
                    <a:pt x="4830" y="11135"/>
                    <a:pt x="3860" y="8388"/>
                  </a:cubicBezTo>
                  <a:cubicBezTo>
                    <a:pt x="3578" y="7588"/>
                    <a:pt x="2824" y="7082"/>
                    <a:pt x="2013" y="7082"/>
                  </a:cubicBezTo>
                  <a:cubicBezTo>
                    <a:pt x="1832" y="7082"/>
                    <a:pt x="1649" y="7107"/>
                    <a:pt x="1467" y="7160"/>
                  </a:cubicBezTo>
                  <a:cubicBezTo>
                    <a:pt x="1422" y="7174"/>
                    <a:pt x="1376" y="7189"/>
                    <a:pt x="1331" y="7203"/>
                  </a:cubicBezTo>
                  <a:cubicBezTo>
                    <a:pt x="835" y="7370"/>
                    <a:pt x="442" y="7730"/>
                    <a:pt x="226" y="8219"/>
                  </a:cubicBezTo>
                  <a:cubicBezTo>
                    <a:pt x="3" y="8718"/>
                    <a:pt x="1" y="9293"/>
                    <a:pt x="219" y="9793"/>
                  </a:cubicBezTo>
                  <a:cubicBezTo>
                    <a:pt x="3608" y="17572"/>
                    <a:pt x="8575" y="19096"/>
                    <a:pt x="11942" y="19096"/>
                  </a:cubicBezTo>
                  <a:cubicBezTo>
                    <a:pt x="13198" y="19096"/>
                    <a:pt x="14226" y="18885"/>
                    <a:pt x="14871" y="18707"/>
                  </a:cubicBezTo>
                  <a:lnTo>
                    <a:pt x="14871" y="18707"/>
                  </a:lnTo>
                  <a:cubicBezTo>
                    <a:pt x="11492" y="20552"/>
                    <a:pt x="9922" y="24674"/>
                    <a:pt x="11358" y="28354"/>
                  </a:cubicBezTo>
                  <a:cubicBezTo>
                    <a:pt x="12556" y="31424"/>
                    <a:pt x="15502" y="33308"/>
                    <a:pt x="18615" y="33308"/>
                  </a:cubicBezTo>
                  <a:cubicBezTo>
                    <a:pt x="19554" y="33308"/>
                    <a:pt x="20507" y="33137"/>
                    <a:pt x="21431" y="32777"/>
                  </a:cubicBezTo>
                  <a:cubicBezTo>
                    <a:pt x="22653" y="32301"/>
                    <a:pt x="23741" y="31518"/>
                    <a:pt x="24578" y="30512"/>
                  </a:cubicBezTo>
                  <a:cubicBezTo>
                    <a:pt x="24596" y="30489"/>
                    <a:pt x="24612" y="30467"/>
                    <a:pt x="24632" y="30443"/>
                  </a:cubicBezTo>
                  <a:cubicBezTo>
                    <a:pt x="26028" y="31712"/>
                    <a:pt x="28208" y="32340"/>
                    <a:pt x="30176" y="32340"/>
                  </a:cubicBezTo>
                  <a:cubicBezTo>
                    <a:pt x="30178" y="32340"/>
                    <a:pt x="30180" y="32340"/>
                    <a:pt x="30181" y="32340"/>
                  </a:cubicBezTo>
                  <a:cubicBezTo>
                    <a:pt x="31129" y="32340"/>
                    <a:pt x="32026" y="32195"/>
                    <a:pt x="32764" y="31909"/>
                  </a:cubicBezTo>
                  <a:cubicBezTo>
                    <a:pt x="34752" y="31133"/>
                    <a:pt x="36319" y="29628"/>
                    <a:pt x="37179" y="27669"/>
                  </a:cubicBezTo>
                  <a:cubicBezTo>
                    <a:pt x="38040" y="25707"/>
                    <a:pt x="38085" y="23534"/>
                    <a:pt x="37310" y="21545"/>
                  </a:cubicBezTo>
                  <a:cubicBezTo>
                    <a:pt x="36557" y="19614"/>
                    <a:pt x="35104" y="18071"/>
                    <a:pt x="33220" y="17202"/>
                  </a:cubicBezTo>
                  <a:cubicBezTo>
                    <a:pt x="33157" y="17173"/>
                    <a:pt x="33091" y="17159"/>
                    <a:pt x="33026" y="17159"/>
                  </a:cubicBezTo>
                  <a:cubicBezTo>
                    <a:pt x="32878" y="17159"/>
                    <a:pt x="32735" y="17231"/>
                    <a:pt x="32648" y="17354"/>
                  </a:cubicBezTo>
                  <a:cubicBezTo>
                    <a:pt x="32527" y="17328"/>
                    <a:pt x="32376" y="17299"/>
                    <a:pt x="32200" y="17268"/>
                  </a:cubicBezTo>
                  <a:cubicBezTo>
                    <a:pt x="32908" y="15426"/>
                    <a:pt x="32904" y="13406"/>
                    <a:pt x="32187" y="11565"/>
                  </a:cubicBezTo>
                  <a:cubicBezTo>
                    <a:pt x="30989" y="8495"/>
                    <a:pt x="28073" y="6525"/>
                    <a:pt x="24816" y="6525"/>
                  </a:cubicBezTo>
                  <a:cubicBezTo>
                    <a:pt x="24628" y="6525"/>
                    <a:pt x="24439" y="6532"/>
                    <a:pt x="24249" y="6545"/>
                  </a:cubicBezTo>
                  <a:cubicBezTo>
                    <a:pt x="24204" y="6548"/>
                    <a:pt x="24161" y="6560"/>
                    <a:pt x="24120" y="6575"/>
                  </a:cubicBezTo>
                  <a:cubicBezTo>
                    <a:pt x="24043" y="6027"/>
                    <a:pt x="23800" y="5502"/>
                    <a:pt x="23408" y="5081"/>
                  </a:cubicBezTo>
                  <a:cubicBezTo>
                    <a:pt x="23111" y="4758"/>
                    <a:pt x="22749" y="4515"/>
                    <a:pt x="22343" y="4364"/>
                  </a:cubicBezTo>
                  <a:cubicBezTo>
                    <a:pt x="22406" y="3542"/>
                    <a:pt x="22344" y="2809"/>
                    <a:pt x="22274" y="2312"/>
                  </a:cubicBezTo>
                  <a:cubicBezTo>
                    <a:pt x="22173" y="1588"/>
                    <a:pt x="21772" y="929"/>
                    <a:pt x="21174" y="506"/>
                  </a:cubicBezTo>
                  <a:cubicBezTo>
                    <a:pt x="20710" y="176"/>
                    <a:pt x="20155" y="1"/>
                    <a:pt x="195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26"/>
            <p:cNvSpPr/>
            <p:nvPr/>
          </p:nvSpPr>
          <p:spPr>
            <a:xfrm rot="-508132">
              <a:off x="6967411" y="3507584"/>
              <a:ext cx="590672" cy="438660"/>
            </a:xfrm>
            <a:custGeom>
              <a:avLst/>
              <a:gdLst/>
              <a:ahLst/>
              <a:cxnLst/>
              <a:rect l="l" t="t" r="r" b="b"/>
              <a:pathLst>
                <a:path w="14921" h="11081" extrusionOk="0">
                  <a:moveTo>
                    <a:pt x="1707" y="1"/>
                  </a:moveTo>
                  <a:cubicBezTo>
                    <a:pt x="1569" y="1"/>
                    <a:pt x="1428" y="20"/>
                    <a:pt x="1289" y="60"/>
                  </a:cubicBezTo>
                  <a:cubicBezTo>
                    <a:pt x="1248" y="72"/>
                    <a:pt x="1208" y="85"/>
                    <a:pt x="1170" y="98"/>
                  </a:cubicBezTo>
                  <a:cubicBezTo>
                    <a:pt x="374" y="366"/>
                    <a:pt x="0" y="1291"/>
                    <a:pt x="336" y="2061"/>
                  </a:cubicBezTo>
                  <a:cubicBezTo>
                    <a:pt x="3629" y="9619"/>
                    <a:pt x="8435" y="11080"/>
                    <a:pt x="11658" y="11080"/>
                  </a:cubicBezTo>
                  <a:cubicBezTo>
                    <a:pt x="12918" y="11080"/>
                    <a:pt x="13936" y="10857"/>
                    <a:pt x="14527" y="10687"/>
                  </a:cubicBezTo>
                  <a:cubicBezTo>
                    <a:pt x="14807" y="10606"/>
                    <a:pt x="14920" y="10269"/>
                    <a:pt x="14749" y="10030"/>
                  </a:cubicBezTo>
                  <a:cubicBezTo>
                    <a:pt x="14669" y="9920"/>
                    <a:pt x="14540" y="9859"/>
                    <a:pt x="14406" y="9859"/>
                  </a:cubicBezTo>
                  <a:cubicBezTo>
                    <a:pt x="14378" y="9859"/>
                    <a:pt x="14350" y="9862"/>
                    <a:pt x="14322" y="9868"/>
                  </a:cubicBezTo>
                  <a:cubicBezTo>
                    <a:pt x="13754" y="9978"/>
                    <a:pt x="13210" y="10030"/>
                    <a:pt x="12690" y="10030"/>
                  </a:cubicBezTo>
                  <a:cubicBezTo>
                    <a:pt x="6883" y="10030"/>
                    <a:pt x="4027" y="3588"/>
                    <a:pt x="3113" y="996"/>
                  </a:cubicBezTo>
                  <a:cubicBezTo>
                    <a:pt x="2898" y="386"/>
                    <a:pt x="2324" y="1"/>
                    <a:pt x="170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26"/>
            <p:cNvSpPr/>
            <p:nvPr/>
          </p:nvSpPr>
          <p:spPr>
            <a:xfrm rot="-508132">
              <a:off x="6955121" y="3488816"/>
              <a:ext cx="619571" cy="475634"/>
            </a:xfrm>
            <a:custGeom>
              <a:avLst/>
              <a:gdLst/>
              <a:ahLst/>
              <a:cxnLst/>
              <a:rect l="l" t="t" r="r" b="b"/>
              <a:pathLst>
                <a:path w="15651" h="12015" extrusionOk="0">
                  <a:moveTo>
                    <a:pt x="2015" y="932"/>
                  </a:moveTo>
                  <a:cubicBezTo>
                    <a:pt x="2440" y="932"/>
                    <a:pt x="2836" y="1198"/>
                    <a:pt x="2985" y="1617"/>
                  </a:cubicBezTo>
                  <a:cubicBezTo>
                    <a:pt x="3477" y="3011"/>
                    <a:pt x="4582" y="5664"/>
                    <a:pt x="6463" y="7772"/>
                  </a:cubicBezTo>
                  <a:cubicBezTo>
                    <a:pt x="8355" y="9894"/>
                    <a:pt x="10541" y="10965"/>
                    <a:pt x="12977" y="10965"/>
                  </a:cubicBezTo>
                  <a:cubicBezTo>
                    <a:pt x="13215" y="10965"/>
                    <a:pt x="13455" y="10955"/>
                    <a:pt x="13698" y="10934"/>
                  </a:cubicBezTo>
                  <a:lnTo>
                    <a:pt x="13698" y="10934"/>
                  </a:lnTo>
                  <a:cubicBezTo>
                    <a:pt x="13208" y="11018"/>
                    <a:pt x="12625" y="11080"/>
                    <a:pt x="11976" y="11080"/>
                  </a:cubicBezTo>
                  <a:cubicBezTo>
                    <a:pt x="8874" y="11080"/>
                    <a:pt x="4260" y="9658"/>
                    <a:pt x="1073" y="2341"/>
                  </a:cubicBezTo>
                  <a:cubicBezTo>
                    <a:pt x="959" y="2079"/>
                    <a:pt x="960" y="1778"/>
                    <a:pt x="1077" y="1516"/>
                  </a:cubicBezTo>
                  <a:cubicBezTo>
                    <a:pt x="1186" y="1269"/>
                    <a:pt x="1382" y="1087"/>
                    <a:pt x="1627" y="1005"/>
                  </a:cubicBezTo>
                  <a:cubicBezTo>
                    <a:pt x="1659" y="994"/>
                    <a:pt x="1693" y="984"/>
                    <a:pt x="1728" y="974"/>
                  </a:cubicBezTo>
                  <a:cubicBezTo>
                    <a:pt x="1824" y="946"/>
                    <a:pt x="1919" y="932"/>
                    <a:pt x="2015" y="932"/>
                  </a:cubicBezTo>
                  <a:close/>
                  <a:moveTo>
                    <a:pt x="2015" y="1"/>
                  </a:moveTo>
                  <a:cubicBezTo>
                    <a:pt x="1834" y="1"/>
                    <a:pt x="1650" y="26"/>
                    <a:pt x="1468" y="79"/>
                  </a:cubicBezTo>
                  <a:cubicBezTo>
                    <a:pt x="1421" y="92"/>
                    <a:pt x="1376" y="107"/>
                    <a:pt x="1332" y="122"/>
                  </a:cubicBezTo>
                  <a:cubicBezTo>
                    <a:pt x="836" y="289"/>
                    <a:pt x="443" y="649"/>
                    <a:pt x="226" y="1137"/>
                  </a:cubicBezTo>
                  <a:cubicBezTo>
                    <a:pt x="4" y="1637"/>
                    <a:pt x="1" y="2211"/>
                    <a:pt x="220" y="2711"/>
                  </a:cubicBezTo>
                  <a:cubicBezTo>
                    <a:pt x="3607" y="10492"/>
                    <a:pt x="8576" y="12015"/>
                    <a:pt x="11942" y="12015"/>
                  </a:cubicBezTo>
                  <a:cubicBezTo>
                    <a:pt x="13257" y="12015"/>
                    <a:pt x="14327" y="11783"/>
                    <a:pt x="14965" y="11600"/>
                  </a:cubicBezTo>
                  <a:cubicBezTo>
                    <a:pt x="15241" y="11520"/>
                    <a:pt x="15462" y="11310"/>
                    <a:pt x="15556" y="11037"/>
                  </a:cubicBezTo>
                  <a:cubicBezTo>
                    <a:pt x="15651" y="10762"/>
                    <a:pt x="15604" y="10459"/>
                    <a:pt x="15435" y="10225"/>
                  </a:cubicBezTo>
                  <a:cubicBezTo>
                    <a:pt x="15268" y="9993"/>
                    <a:pt x="14997" y="9860"/>
                    <a:pt x="14714" y="9860"/>
                  </a:cubicBezTo>
                  <a:cubicBezTo>
                    <a:pt x="14657" y="9860"/>
                    <a:pt x="14599" y="9865"/>
                    <a:pt x="14542" y="9876"/>
                  </a:cubicBezTo>
                  <a:cubicBezTo>
                    <a:pt x="14005" y="9981"/>
                    <a:pt x="13491" y="10030"/>
                    <a:pt x="13000" y="10030"/>
                  </a:cubicBezTo>
                  <a:cubicBezTo>
                    <a:pt x="7565" y="10030"/>
                    <a:pt x="4830" y="4055"/>
                    <a:pt x="3861" y="1307"/>
                  </a:cubicBezTo>
                  <a:cubicBezTo>
                    <a:pt x="3578" y="507"/>
                    <a:pt x="2825" y="1"/>
                    <a:pt x="20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26"/>
            <p:cNvSpPr/>
            <p:nvPr/>
          </p:nvSpPr>
          <p:spPr>
            <a:xfrm rot="-508132">
              <a:off x="7452205" y="3443286"/>
              <a:ext cx="983372" cy="921419"/>
            </a:xfrm>
            <a:custGeom>
              <a:avLst/>
              <a:gdLst/>
              <a:ahLst/>
              <a:cxnLst/>
              <a:rect l="l" t="t" r="r" b="b"/>
              <a:pathLst>
                <a:path w="24841" h="23276" extrusionOk="0">
                  <a:moveTo>
                    <a:pt x="12920" y="1"/>
                  </a:moveTo>
                  <a:cubicBezTo>
                    <a:pt x="12446" y="1"/>
                    <a:pt x="11967" y="54"/>
                    <a:pt x="11492" y="162"/>
                  </a:cubicBezTo>
                  <a:cubicBezTo>
                    <a:pt x="11354" y="460"/>
                    <a:pt x="11185" y="766"/>
                    <a:pt x="10988" y="1070"/>
                  </a:cubicBezTo>
                  <a:cubicBezTo>
                    <a:pt x="11243" y="1298"/>
                    <a:pt x="11451" y="1577"/>
                    <a:pt x="11597" y="1900"/>
                  </a:cubicBezTo>
                  <a:cubicBezTo>
                    <a:pt x="11948" y="2673"/>
                    <a:pt x="11884" y="3562"/>
                    <a:pt x="11421" y="4278"/>
                  </a:cubicBezTo>
                  <a:cubicBezTo>
                    <a:pt x="10780" y="5264"/>
                    <a:pt x="9836" y="6115"/>
                    <a:pt x="8609" y="6798"/>
                  </a:cubicBezTo>
                  <a:cubicBezTo>
                    <a:pt x="8331" y="6953"/>
                    <a:pt x="8132" y="7109"/>
                    <a:pt x="7998" y="7277"/>
                  </a:cubicBezTo>
                  <a:cubicBezTo>
                    <a:pt x="7597" y="7779"/>
                    <a:pt x="7636" y="8202"/>
                    <a:pt x="7699" y="8477"/>
                  </a:cubicBezTo>
                  <a:cubicBezTo>
                    <a:pt x="7802" y="8921"/>
                    <a:pt x="7671" y="9383"/>
                    <a:pt x="7354" y="9699"/>
                  </a:cubicBezTo>
                  <a:cubicBezTo>
                    <a:pt x="7791" y="10452"/>
                    <a:pt x="8367" y="11089"/>
                    <a:pt x="9035" y="11589"/>
                  </a:cubicBezTo>
                  <a:cubicBezTo>
                    <a:pt x="8343" y="11321"/>
                    <a:pt x="7601" y="11179"/>
                    <a:pt x="6845" y="11179"/>
                  </a:cubicBezTo>
                  <a:cubicBezTo>
                    <a:pt x="6115" y="11179"/>
                    <a:pt x="5372" y="11312"/>
                    <a:pt x="4649" y="11594"/>
                  </a:cubicBezTo>
                  <a:cubicBezTo>
                    <a:pt x="1538" y="12807"/>
                    <a:pt x="0" y="16313"/>
                    <a:pt x="1215" y="19425"/>
                  </a:cubicBezTo>
                  <a:cubicBezTo>
                    <a:pt x="2146" y="21815"/>
                    <a:pt x="4430" y="23276"/>
                    <a:pt x="6848" y="23276"/>
                  </a:cubicBezTo>
                  <a:cubicBezTo>
                    <a:pt x="7579" y="23276"/>
                    <a:pt x="8322" y="23143"/>
                    <a:pt x="9044" y="22861"/>
                  </a:cubicBezTo>
                  <a:cubicBezTo>
                    <a:pt x="10861" y="22153"/>
                    <a:pt x="12141" y="20661"/>
                    <a:pt x="12649" y="18924"/>
                  </a:cubicBezTo>
                  <a:cubicBezTo>
                    <a:pt x="13707" y="20951"/>
                    <a:pt x="15800" y="22167"/>
                    <a:pt x="18005" y="22167"/>
                  </a:cubicBezTo>
                  <a:cubicBezTo>
                    <a:pt x="18734" y="22167"/>
                    <a:pt x="19475" y="22034"/>
                    <a:pt x="20195" y="21754"/>
                  </a:cubicBezTo>
                  <a:cubicBezTo>
                    <a:pt x="23304" y="20541"/>
                    <a:pt x="24841" y="17042"/>
                    <a:pt x="23628" y="13934"/>
                  </a:cubicBezTo>
                  <a:cubicBezTo>
                    <a:pt x="22728" y="11623"/>
                    <a:pt x="20560" y="10184"/>
                    <a:pt x="18232" y="10095"/>
                  </a:cubicBezTo>
                  <a:cubicBezTo>
                    <a:pt x="19395" y="8394"/>
                    <a:pt x="19728" y="6167"/>
                    <a:pt x="18922" y="4102"/>
                  </a:cubicBezTo>
                  <a:cubicBezTo>
                    <a:pt x="17931" y="1559"/>
                    <a:pt x="15497" y="1"/>
                    <a:pt x="129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26"/>
            <p:cNvSpPr/>
            <p:nvPr/>
          </p:nvSpPr>
          <p:spPr>
            <a:xfrm rot="-508132">
              <a:off x="7406422" y="3225707"/>
              <a:ext cx="415501" cy="609476"/>
            </a:xfrm>
            <a:custGeom>
              <a:avLst/>
              <a:gdLst/>
              <a:ahLst/>
              <a:cxnLst/>
              <a:rect l="l" t="t" r="r" b="b"/>
              <a:pathLst>
                <a:path w="10496" h="15396" extrusionOk="0">
                  <a:moveTo>
                    <a:pt x="7560" y="0"/>
                  </a:moveTo>
                  <a:cubicBezTo>
                    <a:pt x="7501" y="0"/>
                    <a:pt x="7442" y="6"/>
                    <a:pt x="7382" y="18"/>
                  </a:cubicBezTo>
                  <a:cubicBezTo>
                    <a:pt x="4911" y="497"/>
                    <a:pt x="3982" y="3780"/>
                    <a:pt x="3982" y="3780"/>
                  </a:cubicBezTo>
                  <a:cubicBezTo>
                    <a:pt x="3934" y="3279"/>
                    <a:pt x="3795" y="2902"/>
                    <a:pt x="3624" y="2623"/>
                  </a:cubicBezTo>
                  <a:cubicBezTo>
                    <a:pt x="3456" y="2346"/>
                    <a:pt x="3171" y="2212"/>
                    <a:pt x="2883" y="2212"/>
                  </a:cubicBezTo>
                  <a:cubicBezTo>
                    <a:pt x="2558" y="2212"/>
                    <a:pt x="2229" y="2382"/>
                    <a:pt x="2060" y="2708"/>
                  </a:cubicBezTo>
                  <a:cubicBezTo>
                    <a:pt x="774" y="5181"/>
                    <a:pt x="2196" y="8258"/>
                    <a:pt x="2196" y="8258"/>
                  </a:cubicBezTo>
                  <a:cubicBezTo>
                    <a:pt x="1909" y="7690"/>
                    <a:pt x="1520" y="7392"/>
                    <a:pt x="1147" y="7239"/>
                  </a:cubicBezTo>
                  <a:cubicBezTo>
                    <a:pt x="1053" y="7200"/>
                    <a:pt x="957" y="7182"/>
                    <a:pt x="864" y="7182"/>
                  </a:cubicBezTo>
                  <a:cubicBezTo>
                    <a:pt x="398" y="7182"/>
                    <a:pt x="0" y="7629"/>
                    <a:pt x="133" y="8125"/>
                  </a:cubicBezTo>
                  <a:cubicBezTo>
                    <a:pt x="1586" y="13615"/>
                    <a:pt x="6085" y="15396"/>
                    <a:pt x="6085" y="15396"/>
                  </a:cubicBezTo>
                  <a:cubicBezTo>
                    <a:pt x="5846" y="14365"/>
                    <a:pt x="6239" y="13573"/>
                    <a:pt x="6642" y="13071"/>
                  </a:cubicBezTo>
                  <a:cubicBezTo>
                    <a:pt x="6913" y="12732"/>
                    <a:pt x="7264" y="12472"/>
                    <a:pt x="7642" y="12262"/>
                  </a:cubicBezTo>
                  <a:cubicBezTo>
                    <a:pt x="8889" y="11565"/>
                    <a:pt x="9593" y="10786"/>
                    <a:pt x="9989" y="10176"/>
                  </a:cubicBezTo>
                  <a:cubicBezTo>
                    <a:pt x="10435" y="9486"/>
                    <a:pt x="10032" y="8536"/>
                    <a:pt x="9219" y="8417"/>
                  </a:cubicBezTo>
                  <a:cubicBezTo>
                    <a:pt x="9100" y="8400"/>
                    <a:pt x="8980" y="8392"/>
                    <a:pt x="8862" y="8392"/>
                  </a:cubicBezTo>
                  <a:cubicBezTo>
                    <a:pt x="8533" y="8392"/>
                    <a:pt x="8215" y="8452"/>
                    <a:pt x="7937" y="8531"/>
                  </a:cubicBezTo>
                  <a:lnTo>
                    <a:pt x="7937" y="8531"/>
                  </a:lnTo>
                  <a:cubicBezTo>
                    <a:pt x="9254" y="7794"/>
                    <a:pt x="9933" y="6448"/>
                    <a:pt x="10265" y="5495"/>
                  </a:cubicBezTo>
                  <a:cubicBezTo>
                    <a:pt x="10496" y="4833"/>
                    <a:pt x="9986" y="4189"/>
                    <a:pt x="9336" y="4189"/>
                  </a:cubicBezTo>
                  <a:cubicBezTo>
                    <a:pt x="9250" y="4189"/>
                    <a:pt x="9163" y="4200"/>
                    <a:pt x="9074" y="4223"/>
                  </a:cubicBezTo>
                  <a:cubicBezTo>
                    <a:pt x="8321" y="4423"/>
                    <a:pt x="7677" y="4898"/>
                    <a:pt x="7677" y="4898"/>
                  </a:cubicBezTo>
                  <a:cubicBezTo>
                    <a:pt x="8668" y="3561"/>
                    <a:pt x="8610" y="1789"/>
                    <a:pt x="8467" y="776"/>
                  </a:cubicBezTo>
                  <a:cubicBezTo>
                    <a:pt x="8403" y="319"/>
                    <a:pt x="8005" y="0"/>
                    <a:pt x="7560" y="0"/>
                  </a:cubicBezTo>
                  <a:close/>
                </a:path>
              </a:pathLst>
            </a:custGeom>
            <a:solidFill>
              <a:srgbClr val="00BB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26"/>
            <p:cNvSpPr/>
            <p:nvPr/>
          </p:nvSpPr>
          <p:spPr>
            <a:xfrm rot="-508132">
              <a:off x="8101288" y="3770097"/>
              <a:ext cx="58469" cy="56569"/>
            </a:xfrm>
            <a:custGeom>
              <a:avLst/>
              <a:gdLst/>
              <a:ahLst/>
              <a:cxnLst/>
              <a:rect l="l" t="t" r="r" b="b"/>
              <a:pathLst>
                <a:path w="1477" h="1429" extrusionOk="0">
                  <a:moveTo>
                    <a:pt x="955" y="0"/>
                  </a:moveTo>
                  <a:cubicBezTo>
                    <a:pt x="820" y="0"/>
                    <a:pt x="685" y="59"/>
                    <a:pt x="594" y="172"/>
                  </a:cubicBezTo>
                  <a:cubicBezTo>
                    <a:pt x="461" y="336"/>
                    <a:pt x="322" y="492"/>
                    <a:pt x="181" y="637"/>
                  </a:cubicBezTo>
                  <a:cubicBezTo>
                    <a:pt x="0" y="820"/>
                    <a:pt x="4" y="1116"/>
                    <a:pt x="187" y="1295"/>
                  </a:cubicBezTo>
                  <a:cubicBezTo>
                    <a:pt x="279" y="1383"/>
                    <a:pt x="396" y="1428"/>
                    <a:pt x="513" y="1428"/>
                  </a:cubicBezTo>
                  <a:cubicBezTo>
                    <a:pt x="635" y="1428"/>
                    <a:pt x="754" y="1382"/>
                    <a:pt x="844" y="1288"/>
                  </a:cubicBezTo>
                  <a:cubicBezTo>
                    <a:pt x="1006" y="1123"/>
                    <a:pt x="1163" y="945"/>
                    <a:pt x="1315" y="758"/>
                  </a:cubicBezTo>
                  <a:cubicBezTo>
                    <a:pt x="1477" y="558"/>
                    <a:pt x="1448" y="266"/>
                    <a:pt x="1248" y="104"/>
                  </a:cubicBezTo>
                  <a:cubicBezTo>
                    <a:pt x="1162" y="34"/>
                    <a:pt x="1058" y="0"/>
                    <a:pt x="9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26"/>
            <p:cNvSpPr/>
            <p:nvPr/>
          </p:nvSpPr>
          <p:spPr>
            <a:xfrm rot="-508132">
              <a:off x="7953441" y="3845075"/>
              <a:ext cx="149756" cy="64883"/>
            </a:xfrm>
            <a:custGeom>
              <a:avLst/>
              <a:gdLst/>
              <a:ahLst/>
              <a:cxnLst/>
              <a:rect l="l" t="t" r="r" b="b"/>
              <a:pathLst>
                <a:path w="3783" h="1639" extrusionOk="0">
                  <a:moveTo>
                    <a:pt x="3250" y="0"/>
                  </a:moveTo>
                  <a:cubicBezTo>
                    <a:pt x="3170" y="0"/>
                    <a:pt x="3089" y="21"/>
                    <a:pt x="3016" y="64"/>
                  </a:cubicBezTo>
                  <a:cubicBezTo>
                    <a:pt x="2048" y="632"/>
                    <a:pt x="1174" y="707"/>
                    <a:pt x="779" y="707"/>
                  </a:cubicBezTo>
                  <a:cubicBezTo>
                    <a:pt x="643" y="707"/>
                    <a:pt x="564" y="698"/>
                    <a:pt x="558" y="698"/>
                  </a:cubicBezTo>
                  <a:cubicBezTo>
                    <a:pt x="537" y="695"/>
                    <a:pt x="517" y="694"/>
                    <a:pt x="496" y="694"/>
                  </a:cubicBezTo>
                  <a:cubicBezTo>
                    <a:pt x="266" y="694"/>
                    <a:pt x="68" y="863"/>
                    <a:pt x="36" y="1096"/>
                  </a:cubicBezTo>
                  <a:cubicBezTo>
                    <a:pt x="1" y="1350"/>
                    <a:pt x="178" y="1584"/>
                    <a:pt x="434" y="1620"/>
                  </a:cubicBezTo>
                  <a:cubicBezTo>
                    <a:pt x="451" y="1622"/>
                    <a:pt x="577" y="1638"/>
                    <a:pt x="788" y="1638"/>
                  </a:cubicBezTo>
                  <a:cubicBezTo>
                    <a:pt x="1311" y="1638"/>
                    <a:pt x="2346" y="1536"/>
                    <a:pt x="3487" y="866"/>
                  </a:cubicBezTo>
                  <a:cubicBezTo>
                    <a:pt x="3708" y="737"/>
                    <a:pt x="3783" y="451"/>
                    <a:pt x="3652" y="230"/>
                  </a:cubicBezTo>
                  <a:cubicBezTo>
                    <a:pt x="3566" y="82"/>
                    <a:pt x="3410" y="0"/>
                    <a:pt x="3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26"/>
            <p:cNvSpPr/>
            <p:nvPr/>
          </p:nvSpPr>
          <p:spPr>
            <a:xfrm rot="-508132">
              <a:off x="8321558" y="4138946"/>
              <a:ext cx="63062" cy="55896"/>
            </a:xfrm>
            <a:custGeom>
              <a:avLst/>
              <a:gdLst/>
              <a:ahLst/>
              <a:cxnLst/>
              <a:rect l="l" t="t" r="r" b="b"/>
              <a:pathLst>
                <a:path w="1593" h="1412" extrusionOk="0">
                  <a:moveTo>
                    <a:pt x="1077" y="0"/>
                  </a:moveTo>
                  <a:cubicBezTo>
                    <a:pt x="962" y="0"/>
                    <a:pt x="848" y="42"/>
                    <a:pt x="758" y="127"/>
                  </a:cubicBezTo>
                  <a:cubicBezTo>
                    <a:pt x="585" y="290"/>
                    <a:pt x="409" y="444"/>
                    <a:pt x="235" y="583"/>
                  </a:cubicBezTo>
                  <a:cubicBezTo>
                    <a:pt x="34" y="743"/>
                    <a:pt x="1" y="1036"/>
                    <a:pt x="161" y="1237"/>
                  </a:cubicBezTo>
                  <a:cubicBezTo>
                    <a:pt x="252" y="1352"/>
                    <a:pt x="389" y="1412"/>
                    <a:pt x="525" y="1412"/>
                  </a:cubicBezTo>
                  <a:cubicBezTo>
                    <a:pt x="626" y="1412"/>
                    <a:pt x="729" y="1378"/>
                    <a:pt x="813" y="1311"/>
                  </a:cubicBezTo>
                  <a:cubicBezTo>
                    <a:pt x="1009" y="1156"/>
                    <a:pt x="1206" y="986"/>
                    <a:pt x="1398" y="804"/>
                  </a:cubicBezTo>
                  <a:cubicBezTo>
                    <a:pt x="1584" y="628"/>
                    <a:pt x="1593" y="332"/>
                    <a:pt x="1416" y="147"/>
                  </a:cubicBezTo>
                  <a:cubicBezTo>
                    <a:pt x="1324" y="49"/>
                    <a:pt x="1200" y="0"/>
                    <a:pt x="10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26"/>
            <p:cNvSpPr/>
            <p:nvPr/>
          </p:nvSpPr>
          <p:spPr>
            <a:xfrm rot="-508132">
              <a:off x="8139234" y="4214212"/>
              <a:ext cx="165789" cy="51265"/>
            </a:xfrm>
            <a:custGeom>
              <a:avLst/>
              <a:gdLst/>
              <a:ahLst/>
              <a:cxnLst/>
              <a:rect l="l" t="t" r="r" b="b"/>
              <a:pathLst>
                <a:path w="4188" h="1295" extrusionOk="0">
                  <a:moveTo>
                    <a:pt x="533" y="1"/>
                  </a:moveTo>
                  <a:cubicBezTo>
                    <a:pt x="375" y="1"/>
                    <a:pt x="220" y="81"/>
                    <a:pt x="133" y="227"/>
                  </a:cubicBezTo>
                  <a:cubicBezTo>
                    <a:pt x="1" y="447"/>
                    <a:pt x="72" y="733"/>
                    <a:pt x="293" y="864"/>
                  </a:cubicBezTo>
                  <a:cubicBezTo>
                    <a:pt x="335" y="889"/>
                    <a:pt x="1030" y="1294"/>
                    <a:pt x="2126" y="1294"/>
                  </a:cubicBezTo>
                  <a:cubicBezTo>
                    <a:pt x="2618" y="1294"/>
                    <a:pt x="3193" y="1212"/>
                    <a:pt x="3825" y="980"/>
                  </a:cubicBezTo>
                  <a:cubicBezTo>
                    <a:pt x="4065" y="889"/>
                    <a:pt x="4187" y="622"/>
                    <a:pt x="4099" y="381"/>
                  </a:cubicBezTo>
                  <a:cubicBezTo>
                    <a:pt x="4028" y="194"/>
                    <a:pt x="3850" y="78"/>
                    <a:pt x="3662" y="78"/>
                  </a:cubicBezTo>
                  <a:cubicBezTo>
                    <a:pt x="3608" y="78"/>
                    <a:pt x="3553" y="87"/>
                    <a:pt x="3500" y="107"/>
                  </a:cubicBezTo>
                  <a:cubicBezTo>
                    <a:pt x="2979" y="300"/>
                    <a:pt x="2513" y="366"/>
                    <a:pt x="2120" y="366"/>
                  </a:cubicBezTo>
                  <a:cubicBezTo>
                    <a:pt x="1305" y="366"/>
                    <a:pt x="801" y="84"/>
                    <a:pt x="768" y="65"/>
                  </a:cubicBezTo>
                  <a:cubicBezTo>
                    <a:pt x="694" y="21"/>
                    <a:pt x="613" y="1"/>
                    <a:pt x="5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26"/>
            <p:cNvSpPr/>
            <p:nvPr/>
          </p:nvSpPr>
          <p:spPr>
            <a:xfrm rot="-508132">
              <a:off x="7791964" y="4321591"/>
              <a:ext cx="69989" cy="42635"/>
            </a:xfrm>
            <a:custGeom>
              <a:avLst/>
              <a:gdLst/>
              <a:ahLst/>
              <a:cxnLst/>
              <a:rect l="l" t="t" r="r" b="b"/>
              <a:pathLst>
                <a:path w="1768" h="1077" extrusionOk="0">
                  <a:moveTo>
                    <a:pt x="1254" y="0"/>
                  </a:moveTo>
                  <a:cubicBezTo>
                    <a:pt x="1216" y="0"/>
                    <a:pt x="1177" y="5"/>
                    <a:pt x="1139" y="15"/>
                  </a:cubicBezTo>
                  <a:cubicBezTo>
                    <a:pt x="902" y="74"/>
                    <a:pt x="664" y="120"/>
                    <a:pt x="434" y="151"/>
                  </a:cubicBezTo>
                  <a:cubicBezTo>
                    <a:pt x="179" y="184"/>
                    <a:pt x="0" y="418"/>
                    <a:pt x="33" y="673"/>
                  </a:cubicBezTo>
                  <a:cubicBezTo>
                    <a:pt x="65" y="907"/>
                    <a:pt x="264" y="1077"/>
                    <a:pt x="495" y="1077"/>
                  </a:cubicBezTo>
                  <a:cubicBezTo>
                    <a:pt x="514" y="1077"/>
                    <a:pt x="535" y="1076"/>
                    <a:pt x="554" y="1074"/>
                  </a:cubicBezTo>
                  <a:cubicBezTo>
                    <a:pt x="821" y="1039"/>
                    <a:pt x="1095" y="985"/>
                    <a:pt x="1366" y="916"/>
                  </a:cubicBezTo>
                  <a:cubicBezTo>
                    <a:pt x="1617" y="853"/>
                    <a:pt x="1768" y="600"/>
                    <a:pt x="1704" y="351"/>
                  </a:cubicBezTo>
                  <a:cubicBezTo>
                    <a:pt x="1650" y="141"/>
                    <a:pt x="1461" y="0"/>
                    <a:pt x="12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26"/>
            <p:cNvSpPr/>
            <p:nvPr/>
          </p:nvSpPr>
          <p:spPr>
            <a:xfrm rot="-508132">
              <a:off x="7633962" y="4300830"/>
              <a:ext cx="134990" cy="81628"/>
            </a:xfrm>
            <a:custGeom>
              <a:avLst/>
              <a:gdLst/>
              <a:ahLst/>
              <a:cxnLst/>
              <a:rect l="l" t="t" r="r" b="b"/>
              <a:pathLst>
                <a:path w="3410" h="2062" extrusionOk="0">
                  <a:moveTo>
                    <a:pt x="518" y="1"/>
                  </a:moveTo>
                  <a:cubicBezTo>
                    <a:pt x="406" y="1"/>
                    <a:pt x="293" y="41"/>
                    <a:pt x="203" y="124"/>
                  </a:cubicBezTo>
                  <a:cubicBezTo>
                    <a:pt x="13" y="296"/>
                    <a:pt x="1" y="592"/>
                    <a:pt x="174" y="780"/>
                  </a:cubicBezTo>
                  <a:cubicBezTo>
                    <a:pt x="212" y="821"/>
                    <a:pt x="1125" y="1797"/>
                    <a:pt x="2842" y="2056"/>
                  </a:cubicBezTo>
                  <a:cubicBezTo>
                    <a:pt x="2865" y="2059"/>
                    <a:pt x="2890" y="2061"/>
                    <a:pt x="2912" y="2061"/>
                  </a:cubicBezTo>
                  <a:cubicBezTo>
                    <a:pt x="3138" y="2061"/>
                    <a:pt x="3337" y="1895"/>
                    <a:pt x="3372" y="1666"/>
                  </a:cubicBezTo>
                  <a:cubicBezTo>
                    <a:pt x="3410" y="1411"/>
                    <a:pt x="3235" y="1174"/>
                    <a:pt x="2981" y="1136"/>
                  </a:cubicBezTo>
                  <a:cubicBezTo>
                    <a:pt x="1611" y="930"/>
                    <a:pt x="873" y="164"/>
                    <a:pt x="858" y="149"/>
                  </a:cubicBezTo>
                  <a:cubicBezTo>
                    <a:pt x="767" y="51"/>
                    <a:pt x="643" y="1"/>
                    <a:pt x="5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26"/>
            <p:cNvSpPr/>
            <p:nvPr/>
          </p:nvSpPr>
          <p:spPr>
            <a:xfrm rot="-508132">
              <a:off x="7406383" y="3225713"/>
              <a:ext cx="415501" cy="609476"/>
            </a:xfrm>
            <a:custGeom>
              <a:avLst/>
              <a:gdLst/>
              <a:ahLst/>
              <a:cxnLst/>
              <a:rect l="l" t="t" r="r" b="b"/>
              <a:pathLst>
                <a:path w="10496" h="15396" extrusionOk="0">
                  <a:moveTo>
                    <a:pt x="7559" y="1"/>
                  </a:moveTo>
                  <a:cubicBezTo>
                    <a:pt x="7501" y="1"/>
                    <a:pt x="7441" y="6"/>
                    <a:pt x="7382" y="18"/>
                  </a:cubicBezTo>
                  <a:cubicBezTo>
                    <a:pt x="4912" y="497"/>
                    <a:pt x="3981" y="3780"/>
                    <a:pt x="3981" y="3780"/>
                  </a:cubicBezTo>
                  <a:cubicBezTo>
                    <a:pt x="3935" y="3279"/>
                    <a:pt x="3796" y="2903"/>
                    <a:pt x="3624" y="2623"/>
                  </a:cubicBezTo>
                  <a:cubicBezTo>
                    <a:pt x="3455" y="2345"/>
                    <a:pt x="3170" y="2212"/>
                    <a:pt x="2882" y="2212"/>
                  </a:cubicBezTo>
                  <a:cubicBezTo>
                    <a:pt x="2557" y="2212"/>
                    <a:pt x="2229" y="2382"/>
                    <a:pt x="2060" y="2708"/>
                  </a:cubicBezTo>
                  <a:cubicBezTo>
                    <a:pt x="773" y="5181"/>
                    <a:pt x="2195" y="8258"/>
                    <a:pt x="2195" y="8258"/>
                  </a:cubicBezTo>
                  <a:cubicBezTo>
                    <a:pt x="1909" y="7690"/>
                    <a:pt x="1521" y="7392"/>
                    <a:pt x="1147" y="7239"/>
                  </a:cubicBezTo>
                  <a:cubicBezTo>
                    <a:pt x="1052" y="7200"/>
                    <a:pt x="957" y="7182"/>
                    <a:pt x="864" y="7182"/>
                  </a:cubicBezTo>
                  <a:cubicBezTo>
                    <a:pt x="397" y="7182"/>
                    <a:pt x="0" y="7628"/>
                    <a:pt x="131" y="8125"/>
                  </a:cubicBezTo>
                  <a:cubicBezTo>
                    <a:pt x="1585" y="13615"/>
                    <a:pt x="6084" y="15396"/>
                    <a:pt x="6084" y="15396"/>
                  </a:cubicBezTo>
                  <a:cubicBezTo>
                    <a:pt x="5846" y="14365"/>
                    <a:pt x="6238" y="13574"/>
                    <a:pt x="6640" y="13072"/>
                  </a:cubicBezTo>
                  <a:cubicBezTo>
                    <a:pt x="6909" y="12733"/>
                    <a:pt x="7263" y="12473"/>
                    <a:pt x="7640" y="12263"/>
                  </a:cubicBezTo>
                  <a:cubicBezTo>
                    <a:pt x="8887" y="11566"/>
                    <a:pt x="9592" y="10787"/>
                    <a:pt x="9987" y="10177"/>
                  </a:cubicBezTo>
                  <a:cubicBezTo>
                    <a:pt x="10433" y="9489"/>
                    <a:pt x="10030" y="8538"/>
                    <a:pt x="9217" y="8418"/>
                  </a:cubicBezTo>
                  <a:cubicBezTo>
                    <a:pt x="9098" y="8401"/>
                    <a:pt x="8980" y="8393"/>
                    <a:pt x="8862" y="8393"/>
                  </a:cubicBezTo>
                  <a:cubicBezTo>
                    <a:pt x="8526" y="8393"/>
                    <a:pt x="8201" y="8457"/>
                    <a:pt x="7920" y="8538"/>
                  </a:cubicBezTo>
                  <a:cubicBezTo>
                    <a:pt x="9245" y="7803"/>
                    <a:pt x="9930" y="6454"/>
                    <a:pt x="10265" y="5496"/>
                  </a:cubicBezTo>
                  <a:cubicBezTo>
                    <a:pt x="10496" y="4833"/>
                    <a:pt x="9986" y="4189"/>
                    <a:pt x="9336" y="4189"/>
                  </a:cubicBezTo>
                  <a:cubicBezTo>
                    <a:pt x="9250" y="4189"/>
                    <a:pt x="9162" y="4200"/>
                    <a:pt x="9074" y="4223"/>
                  </a:cubicBezTo>
                  <a:cubicBezTo>
                    <a:pt x="8321" y="4423"/>
                    <a:pt x="7677" y="4898"/>
                    <a:pt x="7677" y="4898"/>
                  </a:cubicBezTo>
                  <a:cubicBezTo>
                    <a:pt x="8669" y="3563"/>
                    <a:pt x="8611" y="1789"/>
                    <a:pt x="8466" y="776"/>
                  </a:cubicBezTo>
                  <a:cubicBezTo>
                    <a:pt x="8403" y="318"/>
                    <a:pt x="8005" y="1"/>
                    <a:pt x="75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26"/>
            <p:cNvSpPr/>
            <p:nvPr/>
          </p:nvSpPr>
          <p:spPr>
            <a:xfrm rot="-508132">
              <a:off x="7965638" y="3747207"/>
              <a:ext cx="554965" cy="600886"/>
            </a:xfrm>
            <a:custGeom>
              <a:avLst/>
              <a:gdLst/>
              <a:ahLst/>
              <a:cxnLst/>
              <a:rect l="l" t="t" r="r" b="b"/>
              <a:pathLst>
                <a:path w="14019" h="15179" extrusionOk="0">
                  <a:moveTo>
                    <a:pt x="8960" y="0"/>
                  </a:moveTo>
                  <a:cubicBezTo>
                    <a:pt x="8784" y="0"/>
                    <a:pt x="8615" y="100"/>
                    <a:pt x="8536" y="271"/>
                  </a:cubicBezTo>
                  <a:cubicBezTo>
                    <a:pt x="8428" y="504"/>
                    <a:pt x="8531" y="780"/>
                    <a:pt x="8764" y="888"/>
                  </a:cubicBezTo>
                  <a:cubicBezTo>
                    <a:pt x="10429" y="1656"/>
                    <a:pt x="11711" y="3017"/>
                    <a:pt x="12377" y="4725"/>
                  </a:cubicBezTo>
                  <a:cubicBezTo>
                    <a:pt x="13061" y="6482"/>
                    <a:pt x="13020" y="8403"/>
                    <a:pt x="12261" y="10134"/>
                  </a:cubicBezTo>
                  <a:cubicBezTo>
                    <a:pt x="11502" y="11865"/>
                    <a:pt x="10116" y="13196"/>
                    <a:pt x="8362" y="13880"/>
                  </a:cubicBezTo>
                  <a:cubicBezTo>
                    <a:pt x="7729" y="14127"/>
                    <a:pt x="6945" y="14251"/>
                    <a:pt x="6114" y="14251"/>
                  </a:cubicBezTo>
                  <a:cubicBezTo>
                    <a:pt x="4201" y="14251"/>
                    <a:pt x="2035" y="13594"/>
                    <a:pt x="869" y="12269"/>
                  </a:cubicBezTo>
                  <a:cubicBezTo>
                    <a:pt x="777" y="12165"/>
                    <a:pt x="648" y="12111"/>
                    <a:pt x="519" y="12111"/>
                  </a:cubicBezTo>
                  <a:cubicBezTo>
                    <a:pt x="410" y="12111"/>
                    <a:pt x="300" y="12149"/>
                    <a:pt x="212" y="12227"/>
                  </a:cubicBezTo>
                  <a:cubicBezTo>
                    <a:pt x="20" y="12398"/>
                    <a:pt x="1" y="12691"/>
                    <a:pt x="171" y="12884"/>
                  </a:cubicBezTo>
                  <a:cubicBezTo>
                    <a:pt x="1525" y="14423"/>
                    <a:pt x="3952" y="15179"/>
                    <a:pt x="6118" y="15179"/>
                  </a:cubicBezTo>
                  <a:cubicBezTo>
                    <a:pt x="7065" y="15179"/>
                    <a:pt x="7964" y="15035"/>
                    <a:pt x="8699" y="14746"/>
                  </a:cubicBezTo>
                  <a:cubicBezTo>
                    <a:pt x="10687" y="13972"/>
                    <a:pt x="12255" y="12465"/>
                    <a:pt x="13114" y="10507"/>
                  </a:cubicBezTo>
                  <a:cubicBezTo>
                    <a:pt x="13973" y="8548"/>
                    <a:pt x="14019" y="6375"/>
                    <a:pt x="13244" y="4386"/>
                  </a:cubicBezTo>
                  <a:cubicBezTo>
                    <a:pt x="12490" y="2454"/>
                    <a:pt x="11038" y="912"/>
                    <a:pt x="9154" y="42"/>
                  </a:cubicBezTo>
                  <a:cubicBezTo>
                    <a:pt x="9091" y="14"/>
                    <a:pt x="9025" y="0"/>
                    <a:pt x="89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26"/>
            <p:cNvSpPr/>
            <p:nvPr/>
          </p:nvSpPr>
          <p:spPr>
            <a:xfrm rot="-508132">
              <a:off x="7672222" y="3363154"/>
              <a:ext cx="586120" cy="626855"/>
            </a:xfrm>
            <a:custGeom>
              <a:avLst/>
              <a:gdLst/>
              <a:ahLst/>
              <a:cxnLst/>
              <a:rect l="l" t="t" r="r" b="b"/>
              <a:pathLst>
                <a:path w="14806" h="15835" extrusionOk="0">
                  <a:moveTo>
                    <a:pt x="6704" y="1"/>
                  </a:moveTo>
                  <a:cubicBezTo>
                    <a:pt x="6517" y="1"/>
                    <a:pt x="6328" y="7"/>
                    <a:pt x="6139" y="20"/>
                  </a:cubicBezTo>
                  <a:cubicBezTo>
                    <a:pt x="5883" y="39"/>
                    <a:pt x="5690" y="261"/>
                    <a:pt x="5708" y="516"/>
                  </a:cubicBezTo>
                  <a:cubicBezTo>
                    <a:pt x="5724" y="763"/>
                    <a:pt x="5935" y="949"/>
                    <a:pt x="6176" y="949"/>
                  </a:cubicBezTo>
                  <a:cubicBezTo>
                    <a:pt x="6185" y="949"/>
                    <a:pt x="6194" y="948"/>
                    <a:pt x="6204" y="948"/>
                  </a:cubicBezTo>
                  <a:cubicBezTo>
                    <a:pt x="6373" y="936"/>
                    <a:pt x="6541" y="930"/>
                    <a:pt x="6708" y="930"/>
                  </a:cubicBezTo>
                  <a:cubicBezTo>
                    <a:pt x="9584" y="930"/>
                    <a:pt x="12154" y="2669"/>
                    <a:pt x="13211" y="5379"/>
                  </a:cubicBezTo>
                  <a:cubicBezTo>
                    <a:pt x="13853" y="7027"/>
                    <a:pt x="13847" y="8840"/>
                    <a:pt x="13193" y="10484"/>
                  </a:cubicBezTo>
                  <a:cubicBezTo>
                    <a:pt x="12481" y="12286"/>
                    <a:pt x="11040" y="13724"/>
                    <a:pt x="9239" y="14426"/>
                  </a:cubicBezTo>
                  <a:cubicBezTo>
                    <a:pt x="8684" y="14643"/>
                    <a:pt x="8107" y="14787"/>
                    <a:pt x="7523" y="14856"/>
                  </a:cubicBezTo>
                  <a:cubicBezTo>
                    <a:pt x="7254" y="14887"/>
                    <a:pt x="6985" y="14903"/>
                    <a:pt x="6716" y="14903"/>
                  </a:cubicBezTo>
                  <a:cubicBezTo>
                    <a:pt x="5664" y="14903"/>
                    <a:pt x="4620" y="14665"/>
                    <a:pt x="3658" y="14199"/>
                  </a:cubicBezTo>
                  <a:cubicBezTo>
                    <a:pt x="2548" y="13664"/>
                    <a:pt x="1599" y="12845"/>
                    <a:pt x="914" y="11829"/>
                  </a:cubicBezTo>
                  <a:cubicBezTo>
                    <a:pt x="824" y="11696"/>
                    <a:pt x="677" y="11625"/>
                    <a:pt x="528" y="11625"/>
                  </a:cubicBezTo>
                  <a:cubicBezTo>
                    <a:pt x="439" y="11625"/>
                    <a:pt x="348" y="11651"/>
                    <a:pt x="268" y="11704"/>
                  </a:cubicBezTo>
                  <a:cubicBezTo>
                    <a:pt x="56" y="11848"/>
                    <a:pt x="1" y="12136"/>
                    <a:pt x="143" y="12350"/>
                  </a:cubicBezTo>
                  <a:cubicBezTo>
                    <a:pt x="919" y="13501"/>
                    <a:pt x="1996" y="14431"/>
                    <a:pt x="3253" y="15037"/>
                  </a:cubicBezTo>
                  <a:cubicBezTo>
                    <a:pt x="4339" y="15565"/>
                    <a:pt x="5519" y="15834"/>
                    <a:pt x="6709" y="15834"/>
                  </a:cubicBezTo>
                  <a:cubicBezTo>
                    <a:pt x="7017" y="15834"/>
                    <a:pt x="7324" y="15816"/>
                    <a:pt x="7631" y="15779"/>
                  </a:cubicBezTo>
                  <a:cubicBezTo>
                    <a:pt x="8295" y="15703"/>
                    <a:pt x="8949" y="15538"/>
                    <a:pt x="9578" y="15293"/>
                  </a:cubicBezTo>
                  <a:cubicBezTo>
                    <a:pt x="11618" y="14496"/>
                    <a:pt x="13252" y="12869"/>
                    <a:pt x="14059" y="10826"/>
                  </a:cubicBezTo>
                  <a:cubicBezTo>
                    <a:pt x="14800" y="8964"/>
                    <a:pt x="14805" y="6909"/>
                    <a:pt x="14077" y="5040"/>
                  </a:cubicBezTo>
                  <a:cubicBezTo>
                    <a:pt x="12879" y="1970"/>
                    <a:pt x="9961" y="1"/>
                    <a:pt x="67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26"/>
            <p:cNvSpPr/>
            <p:nvPr/>
          </p:nvSpPr>
          <p:spPr>
            <a:xfrm rot="-508132">
              <a:off x="7330887" y="3155365"/>
              <a:ext cx="562289" cy="750959"/>
            </a:xfrm>
            <a:custGeom>
              <a:avLst/>
              <a:gdLst/>
              <a:ahLst/>
              <a:cxnLst/>
              <a:rect l="l" t="t" r="r" b="b"/>
              <a:pathLst>
                <a:path w="14204" h="18970" extrusionOk="0">
                  <a:moveTo>
                    <a:pt x="9464" y="930"/>
                  </a:moveTo>
                  <a:cubicBezTo>
                    <a:pt x="9833" y="930"/>
                    <a:pt x="10200" y="1044"/>
                    <a:pt x="10506" y="1263"/>
                  </a:cubicBezTo>
                  <a:cubicBezTo>
                    <a:pt x="10896" y="1539"/>
                    <a:pt x="11157" y="1969"/>
                    <a:pt x="11223" y="2441"/>
                  </a:cubicBezTo>
                  <a:cubicBezTo>
                    <a:pt x="11296" y="2962"/>
                    <a:pt x="11361" y="3765"/>
                    <a:pt x="11250" y="4643"/>
                  </a:cubicBezTo>
                  <a:cubicBezTo>
                    <a:pt x="11220" y="4885"/>
                    <a:pt x="11378" y="5107"/>
                    <a:pt x="11616" y="5156"/>
                  </a:cubicBezTo>
                  <a:cubicBezTo>
                    <a:pt x="11996" y="5236"/>
                    <a:pt x="12333" y="5427"/>
                    <a:pt x="12595" y="5712"/>
                  </a:cubicBezTo>
                  <a:cubicBezTo>
                    <a:pt x="13060" y="6212"/>
                    <a:pt x="13207" y="6924"/>
                    <a:pt x="12983" y="7567"/>
                  </a:cubicBezTo>
                  <a:lnTo>
                    <a:pt x="12983" y="7568"/>
                  </a:lnTo>
                  <a:cubicBezTo>
                    <a:pt x="12887" y="7843"/>
                    <a:pt x="12777" y="8115"/>
                    <a:pt x="12654" y="8374"/>
                  </a:cubicBezTo>
                  <a:cubicBezTo>
                    <a:pt x="12519" y="8662"/>
                    <a:pt x="12360" y="8950"/>
                    <a:pt x="12181" y="9226"/>
                  </a:cubicBezTo>
                  <a:cubicBezTo>
                    <a:pt x="12057" y="9419"/>
                    <a:pt x="12090" y="9674"/>
                    <a:pt x="12262" y="9826"/>
                  </a:cubicBezTo>
                  <a:cubicBezTo>
                    <a:pt x="12473" y="10015"/>
                    <a:pt x="12640" y="10241"/>
                    <a:pt x="12757" y="10500"/>
                  </a:cubicBezTo>
                  <a:cubicBezTo>
                    <a:pt x="13044" y="11131"/>
                    <a:pt x="12990" y="11853"/>
                    <a:pt x="12614" y="12434"/>
                  </a:cubicBezTo>
                  <a:cubicBezTo>
                    <a:pt x="12014" y="13359"/>
                    <a:pt x="11123" y="14156"/>
                    <a:pt x="9966" y="14801"/>
                  </a:cubicBezTo>
                  <a:cubicBezTo>
                    <a:pt x="9632" y="14986"/>
                    <a:pt x="9389" y="15181"/>
                    <a:pt x="9219" y="15395"/>
                  </a:cubicBezTo>
                  <a:cubicBezTo>
                    <a:pt x="8633" y="16128"/>
                    <a:pt x="8781" y="16775"/>
                    <a:pt x="8830" y="16988"/>
                  </a:cubicBezTo>
                  <a:cubicBezTo>
                    <a:pt x="8896" y="17278"/>
                    <a:pt x="8814" y="17574"/>
                    <a:pt x="8602" y="17786"/>
                  </a:cubicBezTo>
                  <a:cubicBezTo>
                    <a:pt x="8585" y="17802"/>
                    <a:pt x="8569" y="17817"/>
                    <a:pt x="8553" y="17831"/>
                  </a:cubicBezTo>
                  <a:cubicBezTo>
                    <a:pt x="8500" y="17876"/>
                    <a:pt x="8440" y="17917"/>
                    <a:pt x="8380" y="17946"/>
                  </a:cubicBezTo>
                  <a:cubicBezTo>
                    <a:pt x="8258" y="18009"/>
                    <a:pt x="8123" y="18040"/>
                    <a:pt x="7989" y="18040"/>
                  </a:cubicBezTo>
                  <a:cubicBezTo>
                    <a:pt x="7883" y="18040"/>
                    <a:pt x="7776" y="18020"/>
                    <a:pt x="7675" y="17980"/>
                  </a:cubicBezTo>
                  <a:cubicBezTo>
                    <a:pt x="7476" y="17899"/>
                    <a:pt x="2750" y="15945"/>
                    <a:pt x="1209" y="10128"/>
                  </a:cubicBezTo>
                  <a:cubicBezTo>
                    <a:pt x="1013" y="9390"/>
                    <a:pt x="1358" y="8632"/>
                    <a:pt x="2045" y="8284"/>
                  </a:cubicBezTo>
                  <a:cubicBezTo>
                    <a:pt x="2130" y="8241"/>
                    <a:pt x="2213" y="8207"/>
                    <a:pt x="2292" y="8182"/>
                  </a:cubicBezTo>
                  <a:cubicBezTo>
                    <a:pt x="2503" y="8117"/>
                    <a:pt x="2640" y="7911"/>
                    <a:pt x="2616" y="7691"/>
                  </a:cubicBezTo>
                  <a:cubicBezTo>
                    <a:pt x="2476" y="6326"/>
                    <a:pt x="2676" y="5119"/>
                    <a:pt x="3207" y="4097"/>
                  </a:cubicBezTo>
                  <a:cubicBezTo>
                    <a:pt x="3379" y="3766"/>
                    <a:pt x="3645" y="3502"/>
                    <a:pt x="3979" y="3333"/>
                  </a:cubicBezTo>
                  <a:cubicBezTo>
                    <a:pt x="4239" y="3200"/>
                    <a:pt x="4519" y="3134"/>
                    <a:pt x="4798" y="3134"/>
                  </a:cubicBezTo>
                  <a:cubicBezTo>
                    <a:pt x="5048" y="3134"/>
                    <a:pt x="5296" y="3187"/>
                    <a:pt x="5527" y="3295"/>
                  </a:cubicBezTo>
                  <a:cubicBezTo>
                    <a:pt x="5589" y="3324"/>
                    <a:pt x="5656" y="3338"/>
                    <a:pt x="5721" y="3338"/>
                  </a:cubicBezTo>
                  <a:cubicBezTo>
                    <a:pt x="5870" y="3338"/>
                    <a:pt x="6016" y="3266"/>
                    <a:pt x="6105" y="3135"/>
                  </a:cubicBezTo>
                  <a:cubicBezTo>
                    <a:pt x="6674" y="2305"/>
                    <a:pt x="7335" y="1696"/>
                    <a:pt x="8074" y="1323"/>
                  </a:cubicBezTo>
                  <a:cubicBezTo>
                    <a:pt x="8406" y="1154"/>
                    <a:pt x="8759" y="1033"/>
                    <a:pt x="9126" y="962"/>
                  </a:cubicBezTo>
                  <a:cubicBezTo>
                    <a:pt x="9238" y="941"/>
                    <a:pt x="9351" y="930"/>
                    <a:pt x="9464" y="930"/>
                  </a:cubicBezTo>
                  <a:close/>
                  <a:moveTo>
                    <a:pt x="9467" y="0"/>
                  </a:moveTo>
                  <a:cubicBezTo>
                    <a:pt x="9294" y="0"/>
                    <a:pt x="9122" y="17"/>
                    <a:pt x="8951" y="50"/>
                  </a:cubicBezTo>
                  <a:cubicBezTo>
                    <a:pt x="8499" y="136"/>
                    <a:pt x="8063" y="286"/>
                    <a:pt x="7656" y="493"/>
                  </a:cubicBezTo>
                  <a:cubicBezTo>
                    <a:pt x="6870" y="890"/>
                    <a:pt x="6163" y="1502"/>
                    <a:pt x="5553" y="2314"/>
                  </a:cubicBezTo>
                  <a:cubicBezTo>
                    <a:pt x="5306" y="2241"/>
                    <a:pt x="5052" y="2204"/>
                    <a:pt x="4797" y="2204"/>
                  </a:cubicBezTo>
                  <a:cubicBezTo>
                    <a:pt x="4375" y="2204"/>
                    <a:pt x="3951" y="2304"/>
                    <a:pt x="3558" y="2503"/>
                  </a:cubicBezTo>
                  <a:cubicBezTo>
                    <a:pt x="3049" y="2762"/>
                    <a:pt x="2642" y="3166"/>
                    <a:pt x="2380" y="3668"/>
                  </a:cubicBezTo>
                  <a:cubicBezTo>
                    <a:pt x="1811" y="4763"/>
                    <a:pt x="1569" y="6030"/>
                    <a:pt x="1661" y="7436"/>
                  </a:cubicBezTo>
                  <a:lnTo>
                    <a:pt x="1628" y="7452"/>
                  </a:lnTo>
                  <a:cubicBezTo>
                    <a:pt x="540" y="8001"/>
                    <a:pt x="0" y="9200"/>
                    <a:pt x="312" y="10366"/>
                  </a:cubicBezTo>
                  <a:cubicBezTo>
                    <a:pt x="1971" y="16629"/>
                    <a:pt x="7113" y="18755"/>
                    <a:pt x="7332" y="18843"/>
                  </a:cubicBezTo>
                  <a:cubicBezTo>
                    <a:pt x="7544" y="18928"/>
                    <a:pt x="7767" y="18970"/>
                    <a:pt x="7991" y="18970"/>
                  </a:cubicBezTo>
                  <a:cubicBezTo>
                    <a:pt x="8269" y="18970"/>
                    <a:pt x="8548" y="18904"/>
                    <a:pt x="8805" y="18778"/>
                  </a:cubicBezTo>
                  <a:cubicBezTo>
                    <a:pt x="8933" y="18713"/>
                    <a:pt x="9052" y="18632"/>
                    <a:pt x="9164" y="18537"/>
                  </a:cubicBezTo>
                  <a:cubicBezTo>
                    <a:pt x="9204" y="18502"/>
                    <a:pt x="9241" y="18468"/>
                    <a:pt x="9270" y="18437"/>
                  </a:cubicBezTo>
                  <a:cubicBezTo>
                    <a:pt x="9702" y="18005"/>
                    <a:pt x="9877" y="17386"/>
                    <a:pt x="9739" y="16782"/>
                  </a:cubicBezTo>
                  <a:cubicBezTo>
                    <a:pt x="9690" y="16562"/>
                    <a:pt x="9680" y="16313"/>
                    <a:pt x="9950" y="15976"/>
                  </a:cubicBezTo>
                  <a:cubicBezTo>
                    <a:pt x="10044" y="15858"/>
                    <a:pt x="10200" y="15739"/>
                    <a:pt x="10423" y="15613"/>
                  </a:cubicBezTo>
                  <a:cubicBezTo>
                    <a:pt x="11712" y="14893"/>
                    <a:pt x="12714" y="13994"/>
                    <a:pt x="13398" y="12938"/>
                  </a:cubicBezTo>
                  <a:cubicBezTo>
                    <a:pt x="13947" y="12092"/>
                    <a:pt x="14025" y="11037"/>
                    <a:pt x="13608" y="10117"/>
                  </a:cubicBezTo>
                  <a:cubicBezTo>
                    <a:pt x="13491" y="9859"/>
                    <a:pt x="13343" y="9625"/>
                    <a:pt x="13161" y="9414"/>
                  </a:cubicBezTo>
                  <a:cubicBezTo>
                    <a:pt x="13285" y="9202"/>
                    <a:pt x="13398" y="8985"/>
                    <a:pt x="13500" y="8769"/>
                  </a:cubicBezTo>
                  <a:cubicBezTo>
                    <a:pt x="13634" y="8481"/>
                    <a:pt x="13759" y="8180"/>
                    <a:pt x="13864" y="7873"/>
                  </a:cubicBezTo>
                  <a:cubicBezTo>
                    <a:pt x="14204" y="6903"/>
                    <a:pt x="13981" y="5834"/>
                    <a:pt x="13282" y="5080"/>
                  </a:cubicBezTo>
                  <a:cubicBezTo>
                    <a:pt x="12985" y="4757"/>
                    <a:pt x="12623" y="4514"/>
                    <a:pt x="12217" y="4363"/>
                  </a:cubicBezTo>
                  <a:cubicBezTo>
                    <a:pt x="12281" y="3542"/>
                    <a:pt x="12219" y="2809"/>
                    <a:pt x="12148" y="2313"/>
                  </a:cubicBezTo>
                  <a:cubicBezTo>
                    <a:pt x="12046" y="1588"/>
                    <a:pt x="11646" y="929"/>
                    <a:pt x="11048" y="506"/>
                  </a:cubicBezTo>
                  <a:cubicBezTo>
                    <a:pt x="10585" y="175"/>
                    <a:pt x="10028" y="0"/>
                    <a:pt x="94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26"/>
            <p:cNvSpPr/>
            <p:nvPr/>
          </p:nvSpPr>
          <p:spPr>
            <a:xfrm rot="-508132">
              <a:off x="7411415" y="3849297"/>
              <a:ext cx="676180" cy="611060"/>
            </a:xfrm>
            <a:custGeom>
              <a:avLst/>
              <a:gdLst/>
              <a:ahLst/>
              <a:cxnLst/>
              <a:rect l="l" t="t" r="r" b="b"/>
              <a:pathLst>
                <a:path w="17081" h="15436" extrusionOk="0">
                  <a:moveTo>
                    <a:pt x="7464" y="1"/>
                  </a:moveTo>
                  <a:cubicBezTo>
                    <a:pt x="7436" y="1"/>
                    <a:pt x="7407" y="3"/>
                    <a:pt x="7379" y="8"/>
                  </a:cubicBezTo>
                  <a:cubicBezTo>
                    <a:pt x="6907" y="97"/>
                    <a:pt x="6434" y="232"/>
                    <a:pt x="5979" y="410"/>
                  </a:cubicBezTo>
                  <a:cubicBezTo>
                    <a:pt x="1984" y="1968"/>
                    <a:pt x="0" y="6487"/>
                    <a:pt x="1559" y="10482"/>
                  </a:cubicBezTo>
                  <a:cubicBezTo>
                    <a:pt x="2757" y="13552"/>
                    <a:pt x="5702" y="15435"/>
                    <a:pt x="8817" y="15435"/>
                  </a:cubicBezTo>
                  <a:cubicBezTo>
                    <a:pt x="9755" y="15435"/>
                    <a:pt x="10708" y="15265"/>
                    <a:pt x="11632" y="14903"/>
                  </a:cubicBezTo>
                  <a:cubicBezTo>
                    <a:pt x="12853" y="14427"/>
                    <a:pt x="13941" y="13644"/>
                    <a:pt x="14778" y="12638"/>
                  </a:cubicBezTo>
                  <a:cubicBezTo>
                    <a:pt x="16593" y="10456"/>
                    <a:pt x="17080" y="7464"/>
                    <a:pt x="16054" y="4828"/>
                  </a:cubicBezTo>
                  <a:cubicBezTo>
                    <a:pt x="16027" y="4759"/>
                    <a:pt x="16007" y="4709"/>
                    <a:pt x="15993" y="4667"/>
                  </a:cubicBezTo>
                  <a:cubicBezTo>
                    <a:pt x="15948" y="4544"/>
                    <a:pt x="15920" y="4472"/>
                    <a:pt x="15824" y="4289"/>
                  </a:cubicBezTo>
                  <a:cubicBezTo>
                    <a:pt x="15741" y="4130"/>
                    <a:pt x="15580" y="4040"/>
                    <a:pt x="15413" y="4040"/>
                  </a:cubicBezTo>
                  <a:cubicBezTo>
                    <a:pt x="15340" y="4040"/>
                    <a:pt x="15266" y="4057"/>
                    <a:pt x="15196" y="4094"/>
                  </a:cubicBezTo>
                  <a:cubicBezTo>
                    <a:pt x="14969" y="4213"/>
                    <a:pt x="14880" y="4494"/>
                    <a:pt x="15001" y="4721"/>
                  </a:cubicBezTo>
                  <a:cubicBezTo>
                    <a:pt x="15072" y="4856"/>
                    <a:pt x="15084" y="4888"/>
                    <a:pt x="15120" y="4985"/>
                  </a:cubicBezTo>
                  <a:cubicBezTo>
                    <a:pt x="15136" y="5032"/>
                    <a:pt x="15155" y="5087"/>
                    <a:pt x="15187" y="5164"/>
                  </a:cubicBezTo>
                  <a:cubicBezTo>
                    <a:pt x="16092" y="7485"/>
                    <a:pt x="15660" y="10121"/>
                    <a:pt x="14063" y="12043"/>
                  </a:cubicBezTo>
                  <a:cubicBezTo>
                    <a:pt x="13326" y="12927"/>
                    <a:pt x="12370" y="13617"/>
                    <a:pt x="11294" y="14037"/>
                  </a:cubicBezTo>
                  <a:cubicBezTo>
                    <a:pt x="10479" y="14354"/>
                    <a:pt x="9640" y="14505"/>
                    <a:pt x="8815" y="14505"/>
                  </a:cubicBezTo>
                  <a:cubicBezTo>
                    <a:pt x="6074" y="14505"/>
                    <a:pt x="3480" y="12847"/>
                    <a:pt x="2426" y="10143"/>
                  </a:cubicBezTo>
                  <a:cubicBezTo>
                    <a:pt x="1053" y="6627"/>
                    <a:pt x="2799" y="2648"/>
                    <a:pt x="6317" y="1276"/>
                  </a:cubicBezTo>
                  <a:cubicBezTo>
                    <a:pt x="6719" y="1119"/>
                    <a:pt x="7133" y="1001"/>
                    <a:pt x="7549" y="923"/>
                  </a:cubicBezTo>
                  <a:cubicBezTo>
                    <a:pt x="7802" y="877"/>
                    <a:pt x="7969" y="633"/>
                    <a:pt x="7921" y="381"/>
                  </a:cubicBezTo>
                  <a:cubicBezTo>
                    <a:pt x="7879" y="157"/>
                    <a:pt x="7684" y="1"/>
                    <a:pt x="7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2" name="Google Shape;312;p26"/>
          <p:cNvGrpSpPr/>
          <p:nvPr/>
        </p:nvGrpSpPr>
        <p:grpSpPr>
          <a:xfrm>
            <a:off x="564803" y="4310969"/>
            <a:ext cx="296832" cy="293019"/>
            <a:chOff x="5796891" y="4533844"/>
            <a:chExt cx="296832" cy="293019"/>
          </a:xfrm>
        </p:grpSpPr>
        <p:sp>
          <p:nvSpPr>
            <p:cNvPr id="313" name="Google Shape;313;p26"/>
            <p:cNvSpPr/>
            <p:nvPr/>
          </p:nvSpPr>
          <p:spPr>
            <a:xfrm>
              <a:off x="5799107" y="4536104"/>
              <a:ext cx="292399" cy="288608"/>
            </a:xfrm>
            <a:custGeom>
              <a:avLst/>
              <a:gdLst/>
              <a:ahLst/>
              <a:cxnLst/>
              <a:rect l="l" t="t" r="r" b="b"/>
              <a:pathLst>
                <a:path w="13456" h="13280" extrusionOk="0">
                  <a:moveTo>
                    <a:pt x="6729" y="0"/>
                  </a:moveTo>
                  <a:cubicBezTo>
                    <a:pt x="4929" y="0"/>
                    <a:pt x="3408" y="1214"/>
                    <a:pt x="2941" y="2868"/>
                  </a:cubicBezTo>
                  <a:cubicBezTo>
                    <a:pt x="1410" y="3311"/>
                    <a:pt x="262" y="4623"/>
                    <a:pt x="105" y="6261"/>
                  </a:cubicBezTo>
                  <a:cubicBezTo>
                    <a:pt x="1" y="7366"/>
                    <a:pt x="367" y="8468"/>
                    <a:pt x="1112" y="9286"/>
                  </a:cubicBezTo>
                  <a:cubicBezTo>
                    <a:pt x="1610" y="9835"/>
                    <a:pt x="2254" y="10228"/>
                    <a:pt x="2956" y="10427"/>
                  </a:cubicBezTo>
                  <a:cubicBezTo>
                    <a:pt x="3399" y="11959"/>
                    <a:pt x="4712" y="13105"/>
                    <a:pt x="6349" y="13261"/>
                  </a:cubicBezTo>
                  <a:cubicBezTo>
                    <a:pt x="6476" y="13274"/>
                    <a:pt x="6603" y="13280"/>
                    <a:pt x="6729" y="13280"/>
                  </a:cubicBezTo>
                  <a:cubicBezTo>
                    <a:pt x="8525" y="13280"/>
                    <a:pt x="10043" y="12071"/>
                    <a:pt x="10512" y="10423"/>
                  </a:cubicBezTo>
                  <a:cubicBezTo>
                    <a:pt x="11211" y="10223"/>
                    <a:pt x="11848" y="9832"/>
                    <a:pt x="12344" y="9286"/>
                  </a:cubicBezTo>
                  <a:cubicBezTo>
                    <a:pt x="13088" y="8467"/>
                    <a:pt x="13455" y="7365"/>
                    <a:pt x="13351" y="6260"/>
                  </a:cubicBezTo>
                  <a:cubicBezTo>
                    <a:pt x="13194" y="4618"/>
                    <a:pt x="12041" y="3303"/>
                    <a:pt x="10505" y="2863"/>
                  </a:cubicBezTo>
                  <a:cubicBezTo>
                    <a:pt x="10064" y="1326"/>
                    <a:pt x="8749" y="174"/>
                    <a:pt x="7108" y="17"/>
                  </a:cubicBezTo>
                  <a:cubicBezTo>
                    <a:pt x="6982" y="5"/>
                    <a:pt x="6854" y="0"/>
                    <a:pt x="67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26"/>
            <p:cNvSpPr/>
            <p:nvPr/>
          </p:nvSpPr>
          <p:spPr>
            <a:xfrm>
              <a:off x="5796891" y="4533844"/>
              <a:ext cx="296832" cy="293019"/>
            </a:xfrm>
            <a:custGeom>
              <a:avLst/>
              <a:gdLst/>
              <a:ahLst/>
              <a:cxnLst/>
              <a:rect l="l" t="t" r="r" b="b"/>
              <a:pathLst>
                <a:path w="13660" h="13483" extrusionOk="0">
                  <a:moveTo>
                    <a:pt x="6831" y="203"/>
                  </a:moveTo>
                  <a:cubicBezTo>
                    <a:pt x="6953" y="203"/>
                    <a:pt x="7077" y="210"/>
                    <a:pt x="7200" y="224"/>
                  </a:cubicBezTo>
                  <a:cubicBezTo>
                    <a:pt x="8770" y="374"/>
                    <a:pt x="10070" y="1463"/>
                    <a:pt x="10510" y="2996"/>
                  </a:cubicBezTo>
                  <a:lnTo>
                    <a:pt x="10525" y="3050"/>
                  </a:lnTo>
                  <a:lnTo>
                    <a:pt x="10579" y="3065"/>
                  </a:lnTo>
                  <a:cubicBezTo>
                    <a:pt x="12112" y="3505"/>
                    <a:pt x="13201" y="4805"/>
                    <a:pt x="13351" y="6375"/>
                  </a:cubicBezTo>
                  <a:cubicBezTo>
                    <a:pt x="13454" y="7450"/>
                    <a:pt x="13098" y="8525"/>
                    <a:pt x="12372" y="9321"/>
                  </a:cubicBezTo>
                  <a:cubicBezTo>
                    <a:pt x="11894" y="9849"/>
                    <a:pt x="11276" y="10231"/>
                    <a:pt x="10587" y="10429"/>
                  </a:cubicBezTo>
                  <a:lnTo>
                    <a:pt x="10533" y="10444"/>
                  </a:lnTo>
                  <a:lnTo>
                    <a:pt x="10519" y="10498"/>
                  </a:lnTo>
                  <a:cubicBezTo>
                    <a:pt x="10052" y="12137"/>
                    <a:pt x="8536" y="13281"/>
                    <a:pt x="6832" y="13281"/>
                  </a:cubicBezTo>
                  <a:cubicBezTo>
                    <a:pt x="6709" y="13281"/>
                    <a:pt x="6585" y="13276"/>
                    <a:pt x="6462" y="13264"/>
                  </a:cubicBezTo>
                  <a:cubicBezTo>
                    <a:pt x="4896" y="13114"/>
                    <a:pt x="3598" y="12029"/>
                    <a:pt x="3156" y="10500"/>
                  </a:cubicBezTo>
                  <a:lnTo>
                    <a:pt x="3140" y="10446"/>
                  </a:lnTo>
                  <a:lnTo>
                    <a:pt x="3086" y="10431"/>
                  </a:lnTo>
                  <a:cubicBezTo>
                    <a:pt x="2393" y="10236"/>
                    <a:pt x="1771" y="9852"/>
                    <a:pt x="1289" y="9320"/>
                  </a:cubicBezTo>
                  <a:cubicBezTo>
                    <a:pt x="565" y="8523"/>
                    <a:pt x="207" y="7449"/>
                    <a:pt x="310" y="6374"/>
                  </a:cubicBezTo>
                  <a:cubicBezTo>
                    <a:pt x="460" y="4807"/>
                    <a:pt x="1544" y="3511"/>
                    <a:pt x="3073" y="3066"/>
                  </a:cubicBezTo>
                  <a:lnTo>
                    <a:pt x="3127" y="3050"/>
                  </a:lnTo>
                  <a:lnTo>
                    <a:pt x="3141" y="2996"/>
                  </a:lnTo>
                  <a:cubicBezTo>
                    <a:pt x="3604" y="1352"/>
                    <a:pt x="5123" y="203"/>
                    <a:pt x="6831" y="203"/>
                  </a:cubicBezTo>
                  <a:close/>
                  <a:moveTo>
                    <a:pt x="6829" y="0"/>
                  </a:moveTo>
                  <a:cubicBezTo>
                    <a:pt x="5934" y="0"/>
                    <a:pt x="5085" y="288"/>
                    <a:pt x="4374" y="835"/>
                  </a:cubicBezTo>
                  <a:cubicBezTo>
                    <a:pt x="3701" y="1351"/>
                    <a:pt x="3200" y="2079"/>
                    <a:pt x="2961" y="2886"/>
                  </a:cubicBezTo>
                  <a:cubicBezTo>
                    <a:pt x="2205" y="3115"/>
                    <a:pt x="1539" y="3553"/>
                    <a:pt x="1032" y="4151"/>
                  </a:cubicBezTo>
                  <a:cubicBezTo>
                    <a:pt x="506" y="4775"/>
                    <a:pt x="186" y="5535"/>
                    <a:pt x="108" y="6352"/>
                  </a:cubicBezTo>
                  <a:cubicBezTo>
                    <a:pt x="0" y="7486"/>
                    <a:pt x="377" y="8615"/>
                    <a:pt x="1139" y="9455"/>
                  </a:cubicBezTo>
                  <a:cubicBezTo>
                    <a:pt x="1635" y="10002"/>
                    <a:pt x="2269" y="10399"/>
                    <a:pt x="2977" y="10609"/>
                  </a:cubicBezTo>
                  <a:cubicBezTo>
                    <a:pt x="3205" y="11366"/>
                    <a:pt x="3642" y="12031"/>
                    <a:pt x="4241" y="12538"/>
                  </a:cubicBezTo>
                  <a:cubicBezTo>
                    <a:pt x="4865" y="13067"/>
                    <a:pt x="5625" y="13386"/>
                    <a:pt x="6443" y="13465"/>
                  </a:cubicBezTo>
                  <a:cubicBezTo>
                    <a:pt x="6572" y="13476"/>
                    <a:pt x="6702" y="13483"/>
                    <a:pt x="6831" y="13483"/>
                  </a:cubicBezTo>
                  <a:cubicBezTo>
                    <a:pt x="7724" y="13483"/>
                    <a:pt x="8573" y="13196"/>
                    <a:pt x="9280" y="12651"/>
                  </a:cubicBezTo>
                  <a:cubicBezTo>
                    <a:pt x="9953" y="12137"/>
                    <a:pt x="10452" y="11411"/>
                    <a:pt x="10695" y="10607"/>
                  </a:cubicBezTo>
                  <a:cubicBezTo>
                    <a:pt x="11398" y="10395"/>
                    <a:pt x="12029" y="9999"/>
                    <a:pt x="12521" y="9457"/>
                  </a:cubicBezTo>
                  <a:cubicBezTo>
                    <a:pt x="13283" y="8617"/>
                    <a:pt x="13660" y="7486"/>
                    <a:pt x="13552" y="6353"/>
                  </a:cubicBezTo>
                  <a:cubicBezTo>
                    <a:pt x="13473" y="5535"/>
                    <a:pt x="13153" y="4773"/>
                    <a:pt x="12623" y="4148"/>
                  </a:cubicBezTo>
                  <a:cubicBezTo>
                    <a:pt x="12115" y="3549"/>
                    <a:pt x="11447" y="3113"/>
                    <a:pt x="10687" y="2884"/>
                  </a:cubicBezTo>
                  <a:cubicBezTo>
                    <a:pt x="10458" y="2125"/>
                    <a:pt x="10023" y="1456"/>
                    <a:pt x="9422" y="947"/>
                  </a:cubicBezTo>
                  <a:cubicBezTo>
                    <a:pt x="8799" y="418"/>
                    <a:pt x="8036" y="98"/>
                    <a:pt x="7217" y="19"/>
                  </a:cubicBezTo>
                  <a:cubicBezTo>
                    <a:pt x="7088" y="7"/>
                    <a:pt x="6957" y="0"/>
                    <a:pt x="68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26"/>
            <p:cNvSpPr/>
            <p:nvPr/>
          </p:nvSpPr>
          <p:spPr>
            <a:xfrm>
              <a:off x="5819055" y="4555729"/>
              <a:ext cx="252850" cy="249554"/>
            </a:xfrm>
            <a:custGeom>
              <a:avLst/>
              <a:gdLst/>
              <a:ahLst/>
              <a:cxnLst/>
              <a:rect l="l" t="t" r="r" b="b"/>
              <a:pathLst>
                <a:path w="11636" h="11483" extrusionOk="0">
                  <a:moveTo>
                    <a:pt x="5818" y="2083"/>
                  </a:moveTo>
                  <a:cubicBezTo>
                    <a:pt x="5861" y="2083"/>
                    <a:pt x="5904" y="2084"/>
                    <a:pt x="5947" y="2090"/>
                  </a:cubicBezTo>
                  <a:cubicBezTo>
                    <a:pt x="6633" y="2155"/>
                    <a:pt x="7138" y="2770"/>
                    <a:pt x="7138" y="3460"/>
                  </a:cubicBezTo>
                  <a:cubicBezTo>
                    <a:pt x="7138" y="3992"/>
                    <a:pt x="7569" y="4423"/>
                    <a:pt x="8099" y="4423"/>
                  </a:cubicBezTo>
                  <a:cubicBezTo>
                    <a:pt x="8789" y="4423"/>
                    <a:pt x="9404" y="4927"/>
                    <a:pt x="9470" y="5613"/>
                  </a:cubicBezTo>
                  <a:cubicBezTo>
                    <a:pt x="9546" y="6400"/>
                    <a:pt x="8929" y="7062"/>
                    <a:pt x="8157" y="7062"/>
                  </a:cubicBezTo>
                  <a:lnTo>
                    <a:pt x="8099" y="7062"/>
                  </a:lnTo>
                  <a:cubicBezTo>
                    <a:pt x="7569" y="7062"/>
                    <a:pt x="7138" y="7494"/>
                    <a:pt x="7138" y="8025"/>
                  </a:cubicBezTo>
                  <a:lnTo>
                    <a:pt x="7138" y="8081"/>
                  </a:lnTo>
                  <a:cubicBezTo>
                    <a:pt x="7138" y="8810"/>
                    <a:pt x="6547" y="9401"/>
                    <a:pt x="5818" y="9401"/>
                  </a:cubicBezTo>
                  <a:cubicBezTo>
                    <a:pt x="5774" y="9401"/>
                    <a:pt x="5731" y="9400"/>
                    <a:pt x="5688" y="9395"/>
                  </a:cubicBezTo>
                  <a:cubicBezTo>
                    <a:pt x="5001" y="9328"/>
                    <a:pt x="4498" y="8713"/>
                    <a:pt x="4498" y="8023"/>
                  </a:cubicBezTo>
                  <a:cubicBezTo>
                    <a:pt x="4498" y="7493"/>
                    <a:pt x="4066" y="7061"/>
                    <a:pt x="3535" y="7061"/>
                  </a:cubicBezTo>
                  <a:lnTo>
                    <a:pt x="3478" y="7061"/>
                  </a:lnTo>
                  <a:cubicBezTo>
                    <a:pt x="2706" y="7061"/>
                    <a:pt x="2089" y="6399"/>
                    <a:pt x="2164" y="5612"/>
                  </a:cubicBezTo>
                  <a:cubicBezTo>
                    <a:pt x="2230" y="4926"/>
                    <a:pt x="2844" y="4421"/>
                    <a:pt x="3535" y="4421"/>
                  </a:cubicBezTo>
                  <a:cubicBezTo>
                    <a:pt x="4066" y="4421"/>
                    <a:pt x="4498" y="3990"/>
                    <a:pt x="4498" y="3459"/>
                  </a:cubicBezTo>
                  <a:lnTo>
                    <a:pt x="4498" y="3402"/>
                  </a:lnTo>
                  <a:cubicBezTo>
                    <a:pt x="4498" y="2673"/>
                    <a:pt x="5089" y="2083"/>
                    <a:pt x="5818" y="2083"/>
                  </a:cubicBezTo>
                  <a:close/>
                  <a:moveTo>
                    <a:pt x="5818" y="1"/>
                  </a:moveTo>
                  <a:cubicBezTo>
                    <a:pt x="4261" y="1"/>
                    <a:pt x="2946" y="1050"/>
                    <a:pt x="2543" y="2479"/>
                  </a:cubicBezTo>
                  <a:cubicBezTo>
                    <a:pt x="1219" y="2863"/>
                    <a:pt x="227" y="3998"/>
                    <a:pt x="92" y="5413"/>
                  </a:cubicBezTo>
                  <a:cubicBezTo>
                    <a:pt x="1" y="6368"/>
                    <a:pt x="318" y="7323"/>
                    <a:pt x="961" y="8029"/>
                  </a:cubicBezTo>
                  <a:cubicBezTo>
                    <a:pt x="1393" y="8503"/>
                    <a:pt x="1948" y="8843"/>
                    <a:pt x="2556" y="9014"/>
                  </a:cubicBezTo>
                  <a:cubicBezTo>
                    <a:pt x="2939" y="10338"/>
                    <a:pt x="4076" y="11332"/>
                    <a:pt x="5491" y="11467"/>
                  </a:cubicBezTo>
                  <a:cubicBezTo>
                    <a:pt x="5600" y="11477"/>
                    <a:pt x="5710" y="11483"/>
                    <a:pt x="5819" y="11483"/>
                  </a:cubicBezTo>
                  <a:cubicBezTo>
                    <a:pt x="7372" y="11483"/>
                    <a:pt x="8684" y="10437"/>
                    <a:pt x="9092" y="9012"/>
                  </a:cubicBezTo>
                  <a:cubicBezTo>
                    <a:pt x="9696" y="8839"/>
                    <a:pt x="10247" y="8501"/>
                    <a:pt x="10676" y="8029"/>
                  </a:cubicBezTo>
                  <a:cubicBezTo>
                    <a:pt x="11319" y="7321"/>
                    <a:pt x="11636" y="6368"/>
                    <a:pt x="11545" y="5413"/>
                  </a:cubicBezTo>
                  <a:cubicBezTo>
                    <a:pt x="11410" y="3994"/>
                    <a:pt x="10413" y="2856"/>
                    <a:pt x="9085" y="2477"/>
                  </a:cubicBezTo>
                  <a:cubicBezTo>
                    <a:pt x="8703" y="1149"/>
                    <a:pt x="7567" y="152"/>
                    <a:pt x="6148" y="17"/>
                  </a:cubicBezTo>
                  <a:cubicBezTo>
                    <a:pt x="6035" y="5"/>
                    <a:pt x="5925" y="1"/>
                    <a:pt x="58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0" name="Google Shape;320;p26"/>
          <p:cNvGrpSpPr/>
          <p:nvPr/>
        </p:nvGrpSpPr>
        <p:grpSpPr>
          <a:xfrm>
            <a:off x="7394982" y="3960083"/>
            <a:ext cx="1253842" cy="1287852"/>
            <a:chOff x="6999570" y="-545247"/>
            <a:chExt cx="1450535" cy="1489880"/>
          </a:xfrm>
        </p:grpSpPr>
        <p:sp>
          <p:nvSpPr>
            <p:cNvPr id="321" name="Google Shape;321;p26"/>
            <p:cNvSpPr/>
            <p:nvPr/>
          </p:nvSpPr>
          <p:spPr>
            <a:xfrm rot="1825215">
              <a:off x="7215376" y="-365030"/>
              <a:ext cx="1018923" cy="1129446"/>
            </a:xfrm>
            <a:custGeom>
              <a:avLst/>
              <a:gdLst/>
              <a:ahLst/>
              <a:cxnLst/>
              <a:rect l="l" t="t" r="r" b="b"/>
              <a:pathLst>
                <a:path w="33447" h="37075" extrusionOk="0">
                  <a:moveTo>
                    <a:pt x="29821" y="2020"/>
                  </a:moveTo>
                  <a:cubicBezTo>
                    <a:pt x="30098" y="2020"/>
                    <a:pt x="30542" y="2159"/>
                    <a:pt x="31015" y="3049"/>
                  </a:cubicBezTo>
                  <a:cubicBezTo>
                    <a:pt x="31168" y="4100"/>
                    <a:pt x="30750" y="4349"/>
                    <a:pt x="29708" y="4970"/>
                  </a:cubicBezTo>
                  <a:cubicBezTo>
                    <a:pt x="28629" y="5615"/>
                    <a:pt x="27151" y="6496"/>
                    <a:pt x="26610" y="8726"/>
                  </a:cubicBezTo>
                  <a:lnTo>
                    <a:pt x="26427" y="9483"/>
                  </a:lnTo>
                  <a:lnTo>
                    <a:pt x="27114" y="9853"/>
                  </a:lnTo>
                  <a:cubicBezTo>
                    <a:pt x="28163" y="10417"/>
                    <a:pt x="28979" y="11449"/>
                    <a:pt x="29189" y="12480"/>
                  </a:cubicBezTo>
                  <a:cubicBezTo>
                    <a:pt x="29269" y="12865"/>
                    <a:pt x="29292" y="13412"/>
                    <a:pt x="28960" y="13828"/>
                  </a:cubicBezTo>
                  <a:lnTo>
                    <a:pt x="28672" y="14188"/>
                  </a:lnTo>
                  <a:lnTo>
                    <a:pt x="28756" y="14641"/>
                  </a:lnTo>
                  <a:cubicBezTo>
                    <a:pt x="28844" y="15113"/>
                    <a:pt x="28874" y="15679"/>
                    <a:pt x="28845" y="16318"/>
                  </a:cubicBezTo>
                  <a:lnTo>
                    <a:pt x="28816" y="17000"/>
                  </a:lnTo>
                  <a:lnTo>
                    <a:pt x="29193" y="17171"/>
                  </a:lnTo>
                  <a:cubicBezTo>
                    <a:pt x="29368" y="26117"/>
                    <a:pt x="20962" y="34597"/>
                    <a:pt x="11412" y="35047"/>
                  </a:cubicBezTo>
                  <a:cubicBezTo>
                    <a:pt x="11138" y="35053"/>
                    <a:pt x="10869" y="35056"/>
                    <a:pt x="10605" y="35056"/>
                  </a:cubicBezTo>
                  <a:cubicBezTo>
                    <a:pt x="6763" y="35056"/>
                    <a:pt x="3995" y="34413"/>
                    <a:pt x="2768" y="33222"/>
                  </a:cubicBezTo>
                  <a:cubicBezTo>
                    <a:pt x="2281" y="32749"/>
                    <a:pt x="2038" y="32188"/>
                    <a:pt x="2021" y="31504"/>
                  </a:cubicBezTo>
                  <a:cubicBezTo>
                    <a:pt x="2100" y="30699"/>
                    <a:pt x="2598" y="30064"/>
                    <a:pt x="3363" y="29794"/>
                  </a:cubicBezTo>
                  <a:cubicBezTo>
                    <a:pt x="7462" y="28750"/>
                    <a:pt x="12360" y="24189"/>
                    <a:pt x="12895" y="19263"/>
                  </a:cubicBezTo>
                  <a:cubicBezTo>
                    <a:pt x="13307" y="17080"/>
                    <a:pt x="14477" y="13136"/>
                    <a:pt x="17721" y="10951"/>
                  </a:cubicBezTo>
                  <a:lnTo>
                    <a:pt x="17802" y="10896"/>
                  </a:lnTo>
                  <a:cubicBezTo>
                    <a:pt x="17885" y="10840"/>
                    <a:pt x="18020" y="10746"/>
                    <a:pt x="18117" y="10694"/>
                  </a:cubicBezTo>
                  <a:lnTo>
                    <a:pt x="18562" y="10850"/>
                  </a:lnTo>
                  <a:lnTo>
                    <a:pt x="19012" y="10378"/>
                  </a:lnTo>
                  <a:cubicBezTo>
                    <a:pt x="19106" y="10280"/>
                    <a:pt x="19208" y="10184"/>
                    <a:pt x="19316" y="10092"/>
                  </a:cubicBezTo>
                  <a:lnTo>
                    <a:pt x="19699" y="9769"/>
                  </a:lnTo>
                  <a:lnTo>
                    <a:pt x="19673" y="9268"/>
                  </a:lnTo>
                  <a:cubicBezTo>
                    <a:pt x="19650" y="8828"/>
                    <a:pt x="19816" y="8372"/>
                    <a:pt x="20104" y="8080"/>
                  </a:cubicBezTo>
                  <a:cubicBezTo>
                    <a:pt x="20317" y="7866"/>
                    <a:pt x="20575" y="7756"/>
                    <a:pt x="20885" y="7756"/>
                  </a:cubicBezTo>
                  <a:cubicBezTo>
                    <a:pt x="20903" y="7756"/>
                    <a:pt x="20920" y="7757"/>
                    <a:pt x="20938" y="7758"/>
                  </a:cubicBezTo>
                  <a:lnTo>
                    <a:pt x="20962" y="7759"/>
                  </a:lnTo>
                  <a:lnTo>
                    <a:pt x="21020" y="7759"/>
                  </a:lnTo>
                  <a:cubicBezTo>
                    <a:pt x="21800" y="7759"/>
                    <a:pt x="22795" y="7962"/>
                    <a:pt x="23983" y="8365"/>
                  </a:cubicBezTo>
                  <a:lnTo>
                    <a:pt x="25177" y="8769"/>
                  </a:lnTo>
                  <a:lnTo>
                    <a:pt x="25311" y="7515"/>
                  </a:lnTo>
                  <a:cubicBezTo>
                    <a:pt x="25459" y="6123"/>
                    <a:pt x="27853" y="2356"/>
                    <a:pt x="29627" y="2040"/>
                  </a:cubicBezTo>
                  <a:cubicBezTo>
                    <a:pt x="29675" y="2031"/>
                    <a:pt x="29741" y="2020"/>
                    <a:pt x="29821" y="2020"/>
                  </a:cubicBezTo>
                  <a:close/>
                  <a:moveTo>
                    <a:pt x="29820" y="1"/>
                  </a:moveTo>
                  <a:cubicBezTo>
                    <a:pt x="29619" y="1"/>
                    <a:pt x="29436" y="21"/>
                    <a:pt x="29278" y="49"/>
                  </a:cubicBezTo>
                  <a:cubicBezTo>
                    <a:pt x="26885" y="477"/>
                    <a:pt x="24454" y="3839"/>
                    <a:pt x="23607" y="6134"/>
                  </a:cubicBezTo>
                  <a:cubicBezTo>
                    <a:pt x="22630" y="5867"/>
                    <a:pt x="21783" y="5738"/>
                    <a:pt x="21017" y="5738"/>
                  </a:cubicBezTo>
                  <a:cubicBezTo>
                    <a:pt x="21011" y="5738"/>
                    <a:pt x="21005" y="5738"/>
                    <a:pt x="20998" y="5738"/>
                  </a:cubicBezTo>
                  <a:cubicBezTo>
                    <a:pt x="20961" y="5736"/>
                    <a:pt x="20924" y="5736"/>
                    <a:pt x="20887" y="5736"/>
                  </a:cubicBezTo>
                  <a:cubicBezTo>
                    <a:pt x="20044" y="5736"/>
                    <a:pt x="19263" y="6063"/>
                    <a:pt x="18672" y="6660"/>
                  </a:cubicBezTo>
                  <a:cubicBezTo>
                    <a:pt x="18139" y="7198"/>
                    <a:pt x="17791" y="7930"/>
                    <a:pt x="17688" y="8701"/>
                  </a:cubicBezTo>
                  <a:cubicBezTo>
                    <a:pt x="17268" y="8811"/>
                    <a:pt x="16911" y="9058"/>
                    <a:pt x="16657" y="9234"/>
                  </a:cubicBezTo>
                  <a:lnTo>
                    <a:pt x="16589" y="9279"/>
                  </a:lnTo>
                  <a:cubicBezTo>
                    <a:pt x="12719" y="11887"/>
                    <a:pt x="11366" y="16446"/>
                    <a:pt x="10903" y="18932"/>
                  </a:cubicBezTo>
                  <a:lnTo>
                    <a:pt x="10891" y="19013"/>
                  </a:lnTo>
                  <a:cubicBezTo>
                    <a:pt x="10449" y="23291"/>
                    <a:pt x="5824" y="27101"/>
                    <a:pt x="2833" y="27845"/>
                  </a:cubicBezTo>
                  <a:lnTo>
                    <a:pt x="2758" y="27867"/>
                  </a:lnTo>
                  <a:cubicBezTo>
                    <a:pt x="1191" y="28389"/>
                    <a:pt x="135" y="29739"/>
                    <a:pt x="5" y="31386"/>
                  </a:cubicBezTo>
                  <a:lnTo>
                    <a:pt x="0" y="31430"/>
                  </a:lnTo>
                  <a:lnTo>
                    <a:pt x="0" y="31475"/>
                  </a:lnTo>
                  <a:cubicBezTo>
                    <a:pt x="10" y="32729"/>
                    <a:pt x="468" y="33806"/>
                    <a:pt x="1360" y="34671"/>
                  </a:cubicBezTo>
                  <a:cubicBezTo>
                    <a:pt x="3006" y="36267"/>
                    <a:pt x="6103" y="37074"/>
                    <a:pt x="10595" y="37074"/>
                  </a:cubicBezTo>
                  <a:cubicBezTo>
                    <a:pt x="10884" y="37074"/>
                    <a:pt x="11180" y="37072"/>
                    <a:pt x="11487" y="37064"/>
                  </a:cubicBezTo>
                  <a:cubicBezTo>
                    <a:pt x="22210" y="36557"/>
                    <a:pt x="31610" y="26901"/>
                    <a:pt x="31207" y="16780"/>
                  </a:cubicBezTo>
                  <a:cubicBezTo>
                    <a:pt x="31185" y="16460"/>
                    <a:pt x="31070" y="16163"/>
                    <a:pt x="30881" y="15917"/>
                  </a:cubicBezTo>
                  <a:cubicBezTo>
                    <a:pt x="30883" y="15479"/>
                    <a:pt x="30860" y="15075"/>
                    <a:pt x="30813" y="14693"/>
                  </a:cubicBezTo>
                  <a:cubicBezTo>
                    <a:pt x="31242" y="13950"/>
                    <a:pt x="31372" y="13037"/>
                    <a:pt x="31174" y="12073"/>
                  </a:cubicBezTo>
                  <a:cubicBezTo>
                    <a:pt x="30897" y="10715"/>
                    <a:pt x="30015" y="9417"/>
                    <a:pt x="28806" y="8533"/>
                  </a:cubicBezTo>
                  <a:cubicBezTo>
                    <a:pt x="29226" y="7613"/>
                    <a:pt x="29943" y="7185"/>
                    <a:pt x="30750" y="6703"/>
                  </a:cubicBezTo>
                  <a:cubicBezTo>
                    <a:pt x="31888" y="6023"/>
                    <a:pt x="33446" y="5095"/>
                    <a:pt x="32986" y="2549"/>
                  </a:cubicBezTo>
                  <a:lnTo>
                    <a:pt x="32961" y="2409"/>
                  </a:lnTo>
                  <a:lnTo>
                    <a:pt x="32898" y="2280"/>
                  </a:lnTo>
                  <a:cubicBezTo>
                    <a:pt x="31968" y="401"/>
                    <a:pt x="30717" y="1"/>
                    <a:pt x="29820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26"/>
            <p:cNvSpPr/>
            <p:nvPr/>
          </p:nvSpPr>
          <p:spPr>
            <a:xfrm rot="1825215">
              <a:off x="8333740" y="11894"/>
              <a:ext cx="1279" cy="6336"/>
            </a:xfrm>
            <a:custGeom>
              <a:avLst/>
              <a:gdLst/>
              <a:ahLst/>
              <a:cxnLst/>
              <a:rect l="l" t="t" r="r" b="b"/>
              <a:pathLst>
                <a:path w="42" h="208" extrusionOk="0">
                  <a:moveTo>
                    <a:pt x="0" y="0"/>
                  </a:moveTo>
                  <a:lnTo>
                    <a:pt x="0" y="0"/>
                  </a:lnTo>
                  <a:cubicBezTo>
                    <a:pt x="20" y="69"/>
                    <a:pt x="35" y="139"/>
                    <a:pt x="41" y="207"/>
                  </a:cubicBezTo>
                  <a:cubicBezTo>
                    <a:pt x="35" y="139"/>
                    <a:pt x="21" y="69"/>
                    <a:pt x="0" y="0"/>
                  </a:cubicBezTo>
                  <a:close/>
                </a:path>
              </a:pathLst>
            </a:custGeom>
            <a:solidFill>
              <a:srgbClr val="FFEB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26"/>
            <p:cNvSpPr/>
            <p:nvPr/>
          </p:nvSpPr>
          <p:spPr>
            <a:xfrm rot="1825215">
              <a:off x="7245706" y="-332821"/>
              <a:ext cx="963266" cy="1068000"/>
            </a:xfrm>
            <a:custGeom>
              <a:avLst/>
              <a:gdLst/>
              <a:ahLst/>
              <a:cxnLst/>
              <a:rect l="l" t="t" r="r" b="b"/>
              <a:pathLst>
                <a:path w="31620" h="35058" extrusionOk="0">
                  <a:moveTo>
                    <a:pt x="28817" y="1"/>
                  </a:moveTo>
                  <a:cubicBezTo>
                    <a:pt x="26354" y="1"/>
                    <a:pt x="23487" y="4634"/>
                    <a:pt x="23300" y="6398"/>
                  </a:cubicBezTo>
                  <a:cubicBezTo>
                    <a:pt x="22240" y="6040"/>
                    <a:pt x="21054" y="5740"/>
                    <a:pt x="20011" y="5740"/>
                  </a:cubicBezTo>
                  <a:cubicBezTo>
                    <a:pt x="19998" y="5740"/>
                    <a:pt x="19985" y="5740"/>
                    <a:pt x="19972" y="5740"/>
                  </a:cubicBezTo>
                  <a:cubicBezTo>
                    <a:pt x="19940" y="5739"/>
                    <a:pt x="19908" y="5738"/>
                    <a:pt x="19877" y="5738"/>
                  </a:cubicBezTo>
                  <a:cubicBezTo>
                    <a:pt x="18445" y="5738"/>
                    <a:pt x="17592" y="7067"/>
                    <a:pt x="17658" y="8313"/>
                  </a:cubicBezTo>
                  <a:cubicBezTo>
                    <a:pt x="17510" y="8437"/>
                    <a:pt x="17381" y="8561"/>
                    <a:pt x="17273" y="8673"/>
                  </a:cubicBezTo>
                  <a:cubicBezTo>
                    <a:pt x="17220" y="8655"/>
                    <a:pt x="17165" y="8647"/>
                    <a:pt x="17109" y="8647"/>
                  </a:cubicBezTo>
                  <a:cubicBezTo>
                    <a:pt x="16783" y="8647"/>
                    <a:pt x="16414" y="8924"/>
                    <a:pt x="16143" y="9109"/>
                  </a:cubicBezTo>
                  <a:cubicBezTo>
                    <a:pt x="12578" y="11510"/>
                    <a:pt x="11318" y="15779"/>
                    <a:pt x="10885" y="18110"/>
                  </a:cubicBezTo>
                  <a:cubicBezTo>
                    <a:pt x="10401" y="22791"/>
                    <a:pt x="5576" y="26945"/>
                    <a:pt x="2067" y="27819"/>
                  </a:cubicBezTo>
                  <a:cubicBezTo>
                    <a:pt x="892" y="28210"/>
                    <a:pt x="99" y="29221"/>
                    <a:pt x="1" y="30459"/>
                  </a:cubicBezTo>
                  <a:cubicBezTo>
                    <a:pt x="34" y="34529"/>
                    <a:pt x="6021" y="35057"/>
                    <a:pt x="9572" y="35057"/>
                  </a:cubicBezTo>
                  <a:cubicBezTo>
                    <a:pt x="9876" y="35057"/>
                    <a:pt x="10163" y="35053"/>
                    <a:pt x="10427" y="35047"/>
                  </a:cubicBezTo>
                  <a:cubicBezTo>
                    <a:pt x="20147" y="34589"/>
                    <a:pt x="29582" y="25771"/>
                    <a:pt x="29186" y="15839"/>
                  </a:cubicBezTo>
                  <a:cubicBezTo>
                    <a:pt x="29172" y="15619"/>
                    <a:pt x="29033" y="15438"/>
                    <a:pt x="28847" y="15353"/>
                  </a:cubicBezTo>
                  <a:cubicBezTo>
                    <a:pt x="28881" y="14589"/>
                    <a:pt x="28838" y="13964"/>
                    <a:pt x="28742" y="13450"/>
                  </a:cubicBezTo>
                  <a:cubicBezTo>
                    <a:pt x="29960" y="11925"/>
                    <a:pt x="28841" y="9167"/>
                    <a:pt x="26585" y="7955"/>
                  </a:cubicBezTo>
                  <a:cubicBezTo>
                    <a:pt x="27509" y="4140"/>
                    <a:pt x="31620" y="5269"/>
                    <a:pt x="30979" y="1719"/>
                  </a:cubicBezTo>
                  <a:cubicBezTo>
                    <a:pt x="30371" y="488"/>
                    <a:pt x="29615" y="1"/>
                    <a:pt x="2881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26"/>
            <p:cNvSpPr/>
            <p:nvPr/>
          </p:nvSpPr>
          <p:spPr>
            <a:xfrm rot="1825215">
              <a:off x="7267647" y="-52447"/>
              <a:ext cx="821000" cy="703805"/>
            </a:xfrm>
            <a:custGeom>
              <a:avLst/>
              <a:gdLst/>
              <a:ahLst/>
              <a:cxnLst/>
              <a:rect l="l" t="t" r="r" b="b"/>
              <a:pathLst>
                <a:path w="26950" h="23103" extrusionOk="0">
                  <a:moveTo>
                    <a:pt x="19353" y="0"/>
                  </a:moveTo>
                  <a:cubicBezTo>
                    <a:pt x="12633" y="0"/>
                    <a:pt x="10792" y="6145"/>
                    <a:pt x="10302" y="8927"/>
                  </a:cubicBezTo>
                  <a:cubicBezTo>
                    <a:pt x="9972" y="10812"/>
                    <a:pt x="9288" y="12632"/>
                    <a:pt x="8160" y="14177"/>
                  </a:cubicBezTo>
                  <a:cubicBezTo>
                    <a:pt x="6125" y="16965"/>
                    <a:pt x="3382" y="18383"/>
                    <a:pt x="1308" y="19097"/>
                  </a:cubicBezTo>
                  <a:cubicBezTo>
                    <a:pt x="101" y="19512"/>
                    <a:pt x="0" y="21173"/>
                    <a:pt x="1141" y="21743"/>
                  </a:cubicBezTo>
                  <a:cubicBezTo>
                    <a:pt x="3132" y="22736"/>
                    <a:pt x="5225" y="23102"/>
                    <a:pt x="7231" y="23102"/>
                  </a:cubicBezTo>
                  <a:cubicBezTo>
                    <a:pt x="7689" y="23102"/>
                    <a:pt x="8143" y="23083"/>
                    <a:pt x="8590" y="23048"/>
                  </a:cubicBezTo>
                  <a:cubicBezTo>
                    <a:pt x="14936" y="22548"/>
                    <a:pt x="20560" y="18601"/>
                    <a:pt x="23246" y="12830"/>
                  </a:cubicBezTo>
                  <a:cubicBezTo>
                    <a:pt x="26950" y="4877"/>
                    <a:pt x="21795" y="244"/>
                    <a:pt x="21795" y="244"/>
                  </a:cubicBezTo>
                  <a:cubicBezTo>
                    <a:pt x="20917" y="77"/>
                    <a:pt x="20105" y="0"/>
                    <a:pt x="193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26"/>
            <p:cNvSpPr/>
            <p:nvPr/>
          </p:nvSpPr>
          <p:spPr>
            <a:xfrm rot="1825215">
              <a:off x="7183966" y="-103533"/>
              <a:ext cx="896580" cy="806011"/>
            </a:xfrm>
            <a:custGeom>
              <a:avLst/>
              <a:gdLst/>
              <a:ahLst/>
              <a:cxnLst/>
              <a:rect l="l" t="t" r="r" b="b"/>
              <a:pathLst>
                <a:path w="29431" h="26458" extrusionOk="0">
                  <a:moveTo>
                    <a:pt x="17158" y="0"/>
                  </a:moveTo>
                  <a:cubicBezTo>
                    <a:pt x="17062" y="0"/>
                    <a:pt x="16964" y="24"/>
                    <a:pt x="16874" y="75"/>
                  </a:cubicBezTo>
                  <a:cubicBezTo>
                    <a:pt x="16659" y="197"/>
                    <a:pt x="16443" y="331"/>
                    <a:pt x="16235" y="472"/>
                  </a:cubicBezTo>
                  <a:cubicBezTo>
                    <a:pt x="12671" y="2873"/>
                    <a:pt x="11410" y="7142"/>
                    <a:pt x="10977" y="9473"/>
                  </a:cubicBezTo>
                  <a:cubicBezTo>
                    <a:pt x="10611" y="11425"/>
                    <a:pt x="9903" y="13110"/>
                    <a:pt x="8875" y="14484"/>
                  </a:cubicBezTo>
                  <a:cubicBezTo>
                    <a:pt x="6846" y="17201"/>
                    <a:pt x="4105" y="18538"/>
                    <a:pt x="2159" y="19181"/>
                  </a:cubicBezTo>
                  <a:cubicBezTo>
                    <a:pt x="983" y="19573"/>
                    <a:pt x="191" y="20583"/>
                    <a:pt x="93" y="21821"/>
                  </a:cubicBezTo>
                  <a:cubicBezTo>
                    <a:pt x="0" y="23063"/>
                    <a:pt x="631" y="24189"/>
                    <a:pt x="1739" y="24757"/>
                  </a:cubicBezTo>
                  <a:cubicBezTo>
                    <a:pt x="3417" y="25618"/>
                    <a:pt x="5279" y="26157"/>
                    <a:pt x="7274" y="26362"/>
                  </a:cubicBezTo>
                  <a:cubicBezTo>
                    <a:pt x="7886" y="26426"/>
                    <a:pt x="8512" y="26457"/>
                    <a:pt x="9147" y="26457"/>
                  </a:cubicBezTo>
                  <a:cubicBezTo>
                    <a:pt x="9600" y="26457"/>
                    <a:pt x="10059" y="26441"/>
                    <a:pt x="10516" y="26414"/>
                  </a:cubicBezTo>
                  <a:cubicBezTo>
                    <a:pt x="17880" y="25919"/>
                    <a:pt x="24449" y="21449"/>
                    <a:pt x="27662" y="14747"/>
                  </a:cubicBezTo>
                  <a:cubicBezTo>
                    <a:pt x="28888" y="12184"/>
                    <a:pt x="29430" y="9647"/>
                    <a:pt x="29275" y="7203"/>
                  </a:cubicBezTo>
                  <a:cubicBezTo>
                    <a:pt x="29255" y="6898"/>
                    <a:pt x="29000" y="6664"/>
                    <a:pt x="28700" y="6664"/>
                  </a:cubicBezTo>
                  <a:cubicBezTo>
                    <a:pt x="28688" y="6664"/>
                    <a:pt x="28677" y="6664"/>
                    <a:pt x="28665" y="6665"/>
                  </a:cubicBezTo>
                  <a:cubicBezTo>
                    <a:pt x="28348" y="6686"/>
                    <a:pt x="28106" y="6958"/>
                    <a:pt x="28126" y="7275"/>
                  </a:cubicBezTo>
                  <a:cubicBezTo>
                    <a:pt x="28269" y="9520"/>
                    <a:pt x="27764" y="11865"/>
                    <a:pt x="26623" y="14247"/>
                  </a:cubicBezTo>
                  <a:cubicBezTo>
                    <a:pt x="23591" y="20577"/>
                    <a:pt x="17390" y="24798"/>
                    <a:pt x="10437" y="25263"/>
                  </a:cubicBezTo>
                  <a:cubicBezTo>
                    <a:pt x="10004" y="25294"/>
                    <a:pt x="9573" y="25309"/>
                    <a:pt x="9146" y="25309"/>
                  </a:cubicBezTo>
                  <a:cubicBezTo>
                    <a:pt x="8550" y="25309"/>
                    <a:pt x="7963" y="25279"/>
                    <a:pt x="7389" y="25220"/>
                  </a:cubicBezTo>
                  <a:cubicBezTo>
                    <a:pt x="5536" y="25031"/>
                    <a:pt x="3812" y="24530"/>
                    <a:pt x="2262" y="23735"/>
                  </a:cubicBezTo>
                  <a:cubicBezTo>
                    <a:pt x="1573" y="23382"/>
                    <a:pt x="1181" y="22682"/>
                    <a:pt x="1238" y="21912"/>
                  </a:cubicBezTo>
                  <a:cubicBezTo>
                    <a:pt x="1301" y="21144"/>
                    <a:pt x="1792" y="20517"/>
                    <a:pt x="2521" y="20275"/>
                  </a:cubicBezTo>
                  <a:cubicBezTo>
                    <a:pt x="4622" y="19579"/>
                    <a:pt x="7589" y="18130"/>
                    <a:pt x="9794" y="15174"/>
                  </a:cubicBezTo>
                  <a:cubicBezTo>
                    <a:pt x="10931" y="13659"/>
                    <a:pt x="11709" y="11811"/>
                    <a:pt x="12108" y="9685"/>
                  </a:cubicBezTo>
                  <a:cubicBezTo>
                    <a:pt x="12508" y="7530"/>
                    <a:pt x="13661" y="3593"/>
                    <a:pt x="16878" y="1426"/>
                  </a:cubicBezTo>
                  <a:cubicBezTo>
                    <a:pt x="17062" y="1301"/>
                    <a:pt x="17252" y="1183"/>
                    <a:pt x="17442" y="1076"/>
                  </a:cubicBezTo>
                  <a:cubicBezTo>
                    <a:pt x="17719" y="919"/>
                    <a:pt x="17816" y="568"/>
                    <a:pt x="17659" y="292"/>
                  </a:cubicBezTo>
                  <a:cubicBezTo>
                    <a:pt x="17553" y="105"/>
                    <a:pt x="17358" y="0"/>
                    <a:pt x="171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26"/>
            <p:cNvSpPr/>
            <p:nvPr/>
          </p:nvSpPr>
          <p:spPr>
            <a:xfrm rot="1825215">
              <a:off x="7501266" y="522587"/>
              <a:ext cx="67965" cy="53890"/>
            </a:xfrm>
            <a:custGeom>
              <a:avLst/>
              <a:gdLst/>
              <a:ahLst/>
              <a:cxnLst/>
              <a:rect l="l" t="t" r="r" b="b"/>
              <a:pathLst>
                <a:path w="2231" h="1769" extrusionOk="0">
                  <a:moveTo>
                    <a:pt x="1489" y="0"/>
                  </a:moveTo>
                  <a:cubicBezTo>
                    <a:pt x="1361" y="0"/>
                    <a:pt x="1231" y="38"/>
                    <a:pt x="1117" y="117"/>
                  </a:cubicBezTo>
                  <a:cubicBezTo>
                    <a:pt x="894" y="270"/>
                    <a:pt x="664" y="414"/>
                    <a:pt x="428" y="547"/>
                  </a:cubicBezTo>
                  <a:cubicBezTo>
                    <a:pt x="114" y="723"/>
                    <a:pt x="1" y="1121"/>
                    <a:pt x="177" y="1435"/>
                  </a:cubicBezTo>
                  <a:cubicBezTo>
                    <a:pt x="298" y="1649"/>
                    <a:pt x="519" y="1769"/>
                    <a:pt x="747" y="1769"/>
                  </a:cubicBezTo>
                  <a:cubicBezTo>
                    <a:pt x="855" y="1769"/>
                    <a:pt x="964" y="1742"/>
                    <a:pt x="1065" y="1686"/>
                  </a:cubicBezTo>
                  <a:cubicBezTo>
                    <a:pt x="1336" y="1535"/>
                    <a:pt x="1605" y="1368"/>
                    <a:pt x="1861" y="1190"/>
                  </a:cubicBezTo>
                  <a:cubicBezTo>
                    <a:pt x="2158" y="983"/>
                    <a:pt x="2230" y="577"/>
                    <a:pt x="2025" y="281"/>
                  </a:cubicBezTo>
                  <a:cubicBezTo>
                    <a:pt x="1898" y="98"/>
                    <a:pt x="1695" y="0"/>
                    <a:pt x="14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26"/>
            <p:cNvSpPr/>
            <p:nvPr/>
          </p:nvSpPr>
          <p:spPr>
            <a:xfrm rot="1825215">
              <a:off x="7366218" y="501987"/>
              <a:ext cx="126790" cy="54622"/>
            </a:xfrm>
            <a:custGeom>
              <a:avLst/>
              <a:gdLst/>
              <a:ahLst/>
              <a:cxnLst/>
              <a:rect l="l" t="t" r="r" b="b"/>
              <a:pathLst>
                <a:path w="4162" h="1793" extrusionOk="0">
                  <a:moveTo>
                    <a:pt x="3429" y="1"/>
                  </a:moveTo>
                  <a:cubicBezTo>
                    <a:pt x="3361" y="1"/>
                    <a:pt x="3291" y="11"/>
                    <a:pt x="3223" y="34"/>
                  </a:cubicBezTo>
                  <a:cubicBezTo>
                    <a:pt x="2397" y="306"/>
                    <a:pt x="1529" y="458"/>
                    <a:pt x="644" y="487"/>
                  </a:cubicBezTo>
                  <a:cubicBezTo>
                    <a:pt x="282" y="498"/>
                    <a:pt x="1" y="800"/>
                    <a:pt x="12" y="1159"/>
                  </a:cubicBezTo>
                  <a:cubicBezTo>
                    <a:pt x="23" y="1512"/>
                    <a:pt x="314" y="1792"/>
                    <a:pt x="664" y="1792"/>
                  </a:cubicBezTo>
                  <a:cubicBezTo>
                    <a:pt x="671" y="1792"/>
                    <a:pt x="677" y="1792"/>
                    <a:pt x="686" y="1793"/>
                  </a:cubicBezTo>
                  <a:cubicBezTo>
                    <a:pt x="1695" y="1761"/>
                    <a:pt x="2687" y="1587"/>
                    <a:pt x="3633" y="1274"/>
                  </a:cubicBezTo>
                  <a:cubicBezTo>
                    <a:pt x="3976" y="1161"/>
                    <a:pt x="4161" y="791"/>
                    <a:pt x="4048" y="449"/>
                  </a:cubicBezTo>
                  <a:cubicBezTo>
                    <a:pt x="3957" y="174"/>
                    <a:pt x="3703" y="1"/>
                    <a:pt x="34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26"/>
            <p:cNvSpPr/>
            <p:nvPr/>
          </p:nvSpPr>
          <p:spPr>
            <a:xfrm rot="1825215">
              <a:off x="8119269" y="-73378"/>
              <a:ext cx="184458" cy="248707"/>
            </a:xfrm>
            <a:custGeom>
              <a:avLst/>
              <a:gdLst/>
              <a:ahLst/>
              <a:cxnLst/>
              <a:rect l="l" t="t" r="r" b="b"/>
              <a:pathLst>
                <a:path w="6055" h="8164" extrusionOk="0">
                  <a:moveTo>
                    <a:pt x="4701" y="0"/>
                  </a:moveTo>
                  <a:cubicBezTo>
                    <a:pt x="4477" y="0"/>
                    <a:pt x="4249" y="61"/>
                    <a:pt x="4046" y="192"/>
                  </a:cubicBezTo>
                  <a:cubicBezTo>
                    <a:pt x="782" y="2299"/>
                    <a:pt x="134" y="6410"/>
                    <a:pt x="19" y="7491"/>
                  </a:cubicBezTo>
                  <a:cubicBezTo>
                    <a:pt x="0" y="7665"/>
                    <a:pt x="60" y="7838"/>
                    <a:pt x="183" y="7963"/>
                  </a:cubicBezTo>
                  <a:cubicBezTo>
                    <a:pt x="191" y="7972"/>
                    <a:pt x="198" y="7980"/>
                    <a:pt x="205" y="7988"/>
                  </a:cubicBezTo>
                  <a:cubicBezTo>
                    <a:pt x="323" y="8108"/>
                    <a:pt x="471" y="8163"/>
                    <a:pt x="617" y="8163"/>
                  </a:cubicBezTo>
                  <a:cubicBezTo>
                    <a:pt x="886" y="8163"/>
                    <a:pt x="1148" y="7976"/>
                    <a:pt x="1195" y="7668"/>
                  </a:cubicBezTo>
                  <a:cubicBezTo>
                    <a:pt x="1723" y="4219"/>
                    <a:pt x="3922" y="2848"/>
                    <a:pt x="5142" y="2345"/>
                  </a:cubicBezTo>
                  <a:cubicBezTo>
                    <a:pt x="5725" y="2105"/>
                    <a:pt x="6055" y="1469"/>
                    <a:pt x="5875" y="865"/>
                  </a:cubicBezTo>
                  <a:cubicBezTo>
                    <a:pt x="5871" y="853"/>
                    <a:pt x="5867" y="839"/>
                    <a:pt x="5864" y="827"/>
                  </a:cubicBezTo>
                  <a:cubicBezTo>
                    <a:pt x="5698" y="309"/>
                    <a:pt x="5207" y="0"/>
                    <a:pt x="47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26"/>
            <p:cNvSpPr/>
            <p:nvPr/>
          </p:nvSpPr>
          <p:spPr>
            <a:xfrm rot="1825215">
              <a:off x="7878688" y="20028"/>
              <a:ext cx="302170" cy="229880"/>
            </a:xfrm>
            <a:custGeom>
              <a:avLst/>
              <a:gdLst/>
              <a:ahLst/>
              <a:cxnLst/>
              <a:rect l="l" t="t" r="r" b="b"/>
              <a:pathLst>
                <a:path w="9919" h="7546" extrusionOk="0">
                  <a:moveTo>
                    <a:pt x="1696" y="0"/>
                  </a:moveTo>
                  <a:cubicBezTo>
                    <a:pt x="1684" y="0"/>
                    <a:pt x="1673" y="0"/>
                    <a:pt x="1661" y="0"/>
                  </a:cubicBezTo>
                  <a:cubicBezTo>
                    <a:pt x="264" y="12"/>
                    <a:pt x="0" y="2001"/>
                    <a:pt x="1344" y="2377"/>
                  </a:cubicBezTo>
                  <a:cubicBezTo>
                    <a:pt x="1724" y="2483"/>
                    <a:pt x="2208" y="2553"/>
                    <a:pt x="2822" y="2553"/>
                  </a:cubicBezTo>
                  <a:cubicBezTo>
                    <a:pt x="2939" y="2553"/>
                    <a:pt x="3061" y="2551"/>
                    <a:pt x="3188" y="2545"/>
                  </a:cubicBezTo>
                  <a:lnTo>
                    <a:pt x="3188" y="2545"/>
                  </a:lnTo>
                  <a:cubicBezTo>
                    <a:pt x="3188" y="2545"/>
                    <a:pt x="1030" y="3159"/>
                    <a:pt x="1279" y="4852"/>
                  </a:cubicBezTo>
                  <a:cubicBezTo>
                    <a:pt x="1375" y="5507"/>
                    <a:pt x="1936" y="6000"/>
                    <a:pt x="2559" y="6000"/>
                  </a:cubicBezTo>
                  <a:cubicBezTo>
                    <a:pt x="2680" y="6000"/>
                    <a:pt x="2804" y="5981"/>
                    <a:pt x="2927" y="5941"/>
                  </a:cubicBezTo>
                  <a:cubicBezTo>
                    <a:pt x="3413" y="5783"/>
                    <a:pt x="4008" y="5366"/>
                    <a:pt x="4659" y="4433"/>
                  </a:cubicBezTo>
                  <a:lnTo>
                    <a:pt x="4659" y="4433"/>
                  </a:lnTo>
                  <a:cubicBezTo>
                    <a:pt x="4659" y="4433"/>
                    <a:pt x="3935" y="6008"/>
                    <a:pt x="4698" y="7074"/>
                  </a:cubicBezTo>
                  <a:cubicBezTo>
                    <a:pt x="4926" y="7392"/>
                    <a:pt x="5265" y="7546"/>
                    <a:pt x="5601" y="7546"/>
                  </a:cubicBezTo>
                  <a:cubicBezTo>
                    <a:pt x="6003" y="7546"/>
                    <a:pt x="6402" y="7327"/>
                    <a:pt x="6608" y="6906"/>
                  </a:cubicBezTo>
                  <a:cubicBezTo>
                    <a:pt x="6818" y="6475"/>
                    <a:pt x="6941" y="5868"/>
                    <a:pt x="6765" y="5042"/>
                  </a:cubicBezTo>
                  <a:lnTo>
                    <a:pt x="6765" y="5042"/>
                  </a:lnTo>
                  <a:cubicBezTo>
                    <a:pt x="6765" y="5042"/>
                    <a:pt x="7246" y="6397"/>
                    <a:pt x="8399" y="6397"/>
                  </a:cubicBezTo>
                  <a:cubicBezTo>
                    <a:pt x="8419" y="6397"/>
                    <a:pt x="8440" y="6396"/>
                    <a:pt x="8460" y="6395"/>
                  </a:cubicBezTo>
                  <a:cubicBezTo>
                    <a:pt x="9288" y="6362"/>
                    <a:pt x="9918" y="5575"/>
                    <a:pt x="9796" y="4756"/>
                  </a:cubicBezTo>
                  <a:cubicBezTo>
                    <a:pt x="9664" y="3872"/>
                    <a:pt x="8936" y="2604"/>
                    <a:pt x="6386" y="1299"/>
                  </a:cubicBezTo>
                  <a:cubicBezTo>
                    <a:pt x="6386" y="1299"/>
                    <a:pt x="3600" y="0"/>
                    <a:pt x="16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26"/>
            <p:cNvSpPr/>
            <p:nvPr/>
          </p:nvSpPr>
          <p:spPr>
            <a:xfrm rot="1825215">
              <a:off x="7893580" y="-159284"/>
              <a:ext cx="420492" cy="473925"/>
            </a:xfrm>
            <a:custGeom>
              <a:avLst/>
              <a:gdLst/>
              <a:ahLst/>
              <a:cxnLst/>
              <a:rect l="l" t="t" r="r" b="b"/>
              <a:pathLst>
                <a:path w="13803" h="15557" extrusionOk="0">
                  <a:moveTo>
                    <a:pt x="11179" y="1150"/>
                  </a:moveTo>
                  <a:cubicBezTo>
                    <a:pt x="11685" y="1150"/>
                    <a:pt x="12177" y="1460"/>
                    <a:pt x="12339" y="1977"/>
                  </a:cubicBezTo>
                  <a:cubicBezTo>
                    <a:pt x="12344" y="1989"/>
                    <a:pt x="12348" y="2002"/>
                    <a:pt x="12352" y="2014"/>
                  </a:cubicBezTo>
                  <a:cubicBezTo>
                    <a:pt x="12531" y="2618"/>
                    <a:pt x="12201" y="3255"/>
                    <a:pt x="11619" y="3495"/>
                  </a:cubicBezTo>
                  <a:cubicBezTo>
                    <a:pt x="10444" y="3980"/>
                    <a:pt x="8360" y="5277"/>
                    <a:pt x="7739" y="8459"/>
                  </a:cubicBezTo>
                  <a:cubicBezTo>
                    <a:pt x="9840" y="9654"/>
                    <a:pt x="10471" y="10797"/>
                    <a:pt x="10592" y="11614"/>
                  </a:cubicBezTo>
                  <a:cubicBezTo>
                    <a:pt x="10715" y="12434"/>
                    <a:pt x="10083" y="13219"/>
                    <a:pt x="9256" y="13253"/>
                  </a:cubicBezTo>
                  <a:cubicBezTo>
                    <a:pt x="9237" y="13254"/>
                    <a:pt x="9215" y="13254"/>
                    <a:pt x="9195" y="13254"/>
                  </a:cubicBezTo>
                  <a:cubicBezTo>
                    <a:pt x="8042" y="13254"/>
                    <a:pt x="7562" y="11900"/>
                    <a:pt x="7562" y="11900"/>
                  </a:cubicBezTo>
                  <a:lnTo>
                    <a:pt x="7562" y="11900"/>
                  </a:lnTo>
                  <a:cubicBezTo>
                    <a:pt x="7738" y="12725"/>
                    <a:pt x="7615" y="13332"/>
                    <a:pt x="7405" y="13763"/>
                  </a:cubicBezTo>
                  <a:cubicBezTo>
                    <a:pt x="7200" y="14184"/>
                    <a:pt x="6801" y="14404"/>
                    <a:pt x="6398" y="14404"/>
                  </a:cubicBezTo>
                  <a:cubicBezTo>
                    <a:pt x="6062" y="14404"/>
                    <a:pt x="5723" y="14251"/>
                    <a:pt x="5496" y="13931"/>
                  </a:cubicBezTo>
                  <a:cubicBezTo>
                    <a:pt x="4731" y="12866"/>
                    <a:pt x="5457" y="11291"/>
                    <a:pt x="5457" y="11291"/>
                  </a:cubicBezTo>
                  <a:lnTo>
                    <a:pt x="5457" y="11291"/>
                  </a:lnTo>
                  <a:cubicBezTo>
                    <a:pt x="4805" y="12223"/>
                    <a:pt x="4211" y="12641"/>
                    <a:pt x="3724" y="12798"/>
                  </a:cubicBezTo>
                  <a:cubicBezTo>
                    <a:pt x="3602" y="12838"/>
                    <a:pt x="3478" y="12856"/>
                    <a:pt x="3356" y="12856"/>
                  </a:cubicBezTo>
                  <a:cubicBezTo>
                    <a:pt x="2734" y="12856"/>
                    <a:pt x="2173" y="12365"/>
                    <a:pt x="2077" y="11708"/>
                  </a:cubicBezTo>
                  <a:cubicBezTo>
                    <a:pt x="1828" y="10015"/>
                    <a:pt x="3986" y="9401"/>
                    <a:pt x="3986" y="9401"/>
                  </a:cubicBezTo>
                  <a:lnTo>
                    <a:pt x="3986" y="9401"/>
                  </a:lnTo>
                  <a:cubicBezTo>
                    <a:pt x="3858" y="9407"/>
                    <a:pt x="3735" y="9410"/>
                    <a:pt x="3617" y="9410"/>
                  </a:cubicBezTo>
                  <a:cubicBezTo>
                    <a:pt x="3005" y="9410"/>
                    <a:pt x="2523" y="9340"/>
                    <a:pt x="2142" y="9233"/>
                  </a:cubicBezTo>
                  <a:cubicBezTo>
                    <a:pt x="797" y="8856"/>
                    <a:pt x="1061" y="6869"/>
                    <a:pt x="2459" y="6856"/>
                  </a:cubicBezTo>
                  <a:lnTo>
                    <a:pt x="2494" y="6856"/>
                  </a:lnTo>
                  <a:cubicBezTo>
                    <a:pt x="3865" y="6856"/>
                    <a:pt x="5689" y="7528"/>
                    <a:pt x="6604" y="7904"/>
                  </a:cubicBezTo>
                  <a:cubicBezTo>
                    <a:pt x="6888" y="6290"/>
                    <a:pt x="7782" y="3111"/>
                    <a:pt x="10524" y="1340"/>
                  </a:cubicBezTo>
                  <a:cubicBezTo>
                    <a:pt x="10727" y="1213"/>
                    <a:pt x="10954" y="1150"/>
                    <a:pt x="11179" y="1150"/>
                  </a:cubicBezTo>
                  <a:close/>
                  <a:moveTo>
                    <a:pt x="11179" y="1"/>
                  </a:moveTo>
                  <a:cubicBezTo>
                    <a:pt x="10724" y="1"/>
                    <a:pt x="10280" y="130"/>
                    <a:pt x="9900" y="377"/>
                  </a:cubicBezTo>
                  <a:cubicBezTo>
                    <a:pt x="7456" y="1954"/>
                    <a:pt x="6311" y="4459"/>
                    <a:pt x="5776" y="6368"/>
                  </a:cubicBezTo>
                  <a:cubicBezTo>
                    <a:pt x="4720" y="6011"/>
                    <a:pt x="3527" y="5709"/>
                    <a:pt x="2494" y="5709"/>
                  </a:cubicBezTo>
                  <a:lnTo>
                    <a:pt x="2448" y="5709"/>
                  </a:lnTo>
                  <a:cubicBezTo>
                    <a:pt x="1243" y="5718"/>
                    <a:pt x="290" y="6562"/>
                    <a:pt x="131" y="7759"/>
                  </a:cubicBezTo>
                  <a:cubicBezTo>
                    <a:pt x="0" y="8740"/>
                    <a:pt x="447" y="9631"/>
                    <a:pt x="1251" y="10100"/>
                  </a:cubicBezTo>
                  <a:cubicBezTo>
                    <a:pt x="977" y="10591"/>
                    <a:pt x="836" y="11183"/>
                    <a:pt x="938" y="11878"/>
                  </a:cubicBezTo>
                  <a:cubicBezTo>
                    <a:pt x="1117" y="13093"/>
                    <a:pt x="2157" y="14009"/>
                    <a:pt x="3356" y="14009"/>
                  </a:cubicBezTo>
                  <a:cubicBezTo>
                    <a:pt x="3601" y="14009"/>
                    <a:pt x="3844" y="13972"/>
                    <a:pt x="4078" y="13896"/>
                  </a:cubicBezTo>
                  <a:cubicBezTo>
                    <a:pt x="4110" y="13885"/>
                    <a:pt x="4144" y="13874"/>
                    <a:pt x="4176" y="13863"/>
                  </a:cubicBezTo>
                  <a:cubicBezTo>
                    <a:pt x="4264" y="14115"/>
                    <a:pt x="4389" y="14365"/>
                    <a:pt x="4562" y="14603"/>
                  </a:cubicBezTo>
                  <a:cubicBezTo>
                    <a:pt x="4995" y="15210"/>
                    <a:pt x="5666" y="15557"/>
                    <a:pt x="6401" y="15557"/>
                  </a:cubicBezTo>
                  <a:cubicBezTo>
                    <a:pt x="7264" y="15557"/>
                    <a:pt x="8040" y="15073"/>
                    <a:pt x="8430" y="14291"/>
                  </a:cubicBezTo>
                  <a:cubicBezTo>
                    <a:pt x="8665" y="14365"/>
                    <a:pt x="8920" y="14407"/>
                    <a:pt x="9196" y="14407"/>
                  </a:cubicBezTo>
                  <a:cubicBezTo>
                    <a:pt x="9233" y="14407"/>
                    <a:pt x="9269" y="14405"/>
                    <a:pt x="9306" y="14404"/>
                  </a:cubicBezTo>
                  <a:cubicBezTo>
                    <a:pt x="10020" y="14375"/>
                    <a:pt x="10695" y="14035"/>
                    <a:pt x="11161" y="13472"/>
                  </a:cubicBezTo>
                  <a:cubicBezTo>
                    <a:pt x="11631" y="12903"/>
                    <a:pt x="11840" y="12164"/>
                    <a:pt x="11732" y="11445"/>
                  </a:cubicBezTo>
                  <a:cubicBezTo>
                    <a:pt x="11540" y="10159"/>
                    <a:pt x="10643" y="8977"/>
                    <a:pt x="9061" y="7922"/>
                  </a:cubicBezTo>
                  <a:cubicBezTo>
                    <a:pt x="9724" y="5815"/>
                    <a:pt x="11188" y="4919"/>
                    <a:pt x="12058" y="4559"/>
                  </a:cubicBezTo>
                  <a:cubicBezTo>
                    <a:pt x="13201" y="4088"/>
                    <a:pt x="13803" y="2853"/>
                    <a:pt x="13456" y="1687"/>
                  </a:cubicBezTo>
                  <a:lnTo>
                    <a:pt x="13438" y="1629"/>
                  </a:lnTo>
                  <a:cubicBezTo>
                    <a:pt x="13129" y="654"/>
                    <a:pt x="12221" y="1"/>
                    <a:pt x="11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1121B031-C4B2-9BC1-8702-CC1454B96926}"/>
              </a:ext>
            </a:extLst>
          </p:cNvPr>
          <p:cNvSpPr txBox="1"/>
          <p:nvPr/>
        </p:nvSpPr>
        <p:spPr>
          <a:xfrm>
            <a:off x="8648825" y="4699865"/>
            <a:ext cx="3265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BE599AE-8AFA-EA7C-6B15-6976AAA79FAE}"/>
              </a:ext>
            </a:extLst>
          </p:cNvPr>
          <p:cNvSpPr txBox="1"/>
          <p:nvPr/>
        </p:nvSpPr>
        <p:spPr>
          <a:xfrm>
            <a:off x="1407017" y="1204222"/>
            <a:ext cx="6105567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Flow Diagram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Works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v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v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/>
          </a:p>
        </p:txBody>
      </p:sp>
      <p:pic>
        <p:nvPicPr>
          <p:cNvPr id="3" name="Picture 2" descr="A pile of vegetables on a white background&#10;&#10;Description automatically generated">
            <a:extLst>
              <a:ext uri="{FF2B5EF4-FFF2-40B4-BE49-F238E27FC236}">
                <a16:creationId xmlns:a16="http://schemas.microsoft.com/office/drawing/2014/main" id="{0315A93E-571F-EE41-427E-A4624C8D2B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9998" y="1400819"/>
            <a:ext cx="4095491" cy="272550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7"/>
          <p:cNvSpPr txBox="1">
            <a:spLocks noGrp="1"/>
          </p:cNvSpPr>
          <p:nvPr>
            <p:ph type="subTitle" idx="1"/>
          </p:nvPr>
        </p:nvSpPr>
        <p:spPr>
          <a:xfrm>
            <a:off x="1148951" y="1183284"/>
            <a:ext cx="7120881" cy="41181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using Computer Vision technology</a:t>
            </a:r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identifies vegetables using a camera</a:t>
            </a:r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Analyzes the shape of vegetables</a:t>
            </a:r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Accurately displays the vegetable type </a:t>
            </a:r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people easily recognize different vegetables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6" name="Google Shape;336;p27"/>
          <p:cNvSpPr txBox="1">
            <a:spLocks noGrp="1"/>
          </p:cNvSpPr>
          <p:nvPr>
            <p:ph type="title"/>
          </p:nvPr>
        </p:nvSpPr>
        <p:spPr>
          <a:xfrm>
            <a:off x="2116744" y="287686"/>
            <a:ext cx="4546500" cy="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endParaRPr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43" name="Google Shape;343;p27"/>
          <p:cNvGrpSpPr/>
          <p:nvPr/>
        </p:nvGrpSpPr>
        <p:grpSpPr>
          <a:xfrm>
            <a:off x="117282" y="362700"/>
            <a:ext cx="877339" cy="968027"/>
            <a:chOff x="3106299" y="1017471"/>
            <a:chExt cx="1218280" cy="1297939"/>
          </a:xfrm>
        </p:grpSpPr>
        <p:sp>
          <p:nvSpPr>
            <p:cNvPr id="344" name="Google Shape;344;p27"/>
            <p:cNvSpPr/>
            <p:nvPr/>
          </p:nvSpPr>
          <p:spPr>
            <a:xfrm>
              <a:off x="3106299" y="1017471"/>
              <a:ext cx="1218280" cy="1297939"/>
            </a:xfrm>
            <a:custGeom>
              <a:avLst/>
              <a:gdLst/>
              <a:ahLst/>
              <a:cxnLst/>
              <a:rect l="l" t="t" r="r" b="b"/>
              <a:pathLst>
                <a:path w="33065" h="35227" extrusionOk="0">
                  <a:moveTo>
                    <a:pt x="26586" y="1906"/>
                  </a:moveTo>
                  <a:cubicBezTo>
                    <a:pt x="26886" y="1906"/>
                    <a:pt x="27183" y="1929"/>
                    <a:pt x="27476" y="1976"/>
                  </a:cubicBezTo>
                  <a:cubicBezTo>
                    <a:pt x="28032" y="2068"/>
                    <a:pt x="28595" y="2247"/>
                    <a:pt x="29143" y="2511"/>
                  </a:cubicBezTo>
                  <a:lnTo>
                    <a:pt x="29145" y="2512"/>
                  </a:lnTo>
                  <a:cubicBezTo>
                    <a:pt x="30358" y="3092"/>
                    <a:pt x="31040" y="4419"/>
                    <a:pt x="30802" y="5738"/>
                  </a:cubicBezTo>
                  <a:cubicBezTo>
                    <a:pt x="30639" y="6653"/>
                    <a:pt x="30318" y="7435"/>
                    <a:pt x="30080" y="7930"/>
                  </a:cubicBezTo>
                  <a:lnTo>
                    <a:pt x="29906" y="8290"/>
                  </a:lnTo>
                  <a:lnTo>
                    <a:pt x="30041" y="8665"/>
                  </a:lnTo>
                  <a:cubicBezTo>
                    <a:pt x="30807" y="10805"/>
                    <a:pt x="30979" y="13232"/>
                    <a:pt x="30552" y="15879"/>
                  </a:cubicBezTo>
                  <a:cubicBezTo>
                    <a:pt x="29577" y="21948"/>
                    <a:pt x="25789" y="27243"/>
                    <a:pt x="20157" y="30410"/>
                  </a:cubicBezTo>
                  <a:cubicBezTo>
                    <a:pt x="15877" y="32817"/>
                    <a:pt x="11925" y="33322"/>
                    <a:pt x="9363" y="33322"/>
                  </a:cubicBezTo>
                  <a:cubicBezTo>
                    <a:pt x="8743" y="33322"/>
                    <a:pt x="8133" y="33293"/>
                    <a:pt x="7561" y="33236"/>
                  </a:cubicBezTo>
                  <a:cubicBezTo>
                    <a:pt x="7413" y="33220"/>
                    <a:pt x="7288" y="33205"/>
                    <a:pt x="7162" y="33186"/>
                  </a:cubicBezTo>
                  <a:cubicBezTo>
                    <a:pt x="5846" y="32970"/>
                    <a:pt x="4636" y="32314"/>
                    <a:pt x="3750" y="31334"/>
                  </a:cubicBezTo>
                  <a:cubicBezTo>
                    <a:pt x="3716" y="31296"/>
                    <a:pt x="3677" y="31256"/>
                    <a:pt x="3640" y="31212"/>
                  </a:cubicBezTo>
                  <a:cubicBezTo>
                    <a:pt x="2451" y="29837"/>
                    <a:pt x="1986" y="28017"/>
                    <a:pt x="2368" y="26215"/>
                  </a:cubicBezTo>
                  <a:cubicBezTo>
                    <a:pt x="2747" y="24399"/>
                    <a:pt x="3919" y="22905"/>
                    <a:pt x="5579" y="22119"/>
                  </a:cubicBezTo>
                  <a:cubicBezTo>
                    <a:pt x="12291" y="18940"/>
                    <a:pt x="15363" y="11544"/>
                    <a:pt x="15390" y="11478"/>
                  </a:cubicBezTo>
                  <a:lnTo>
                    <a:pt x="15403" y="11445"/>
                  </a:lnTo>
                  <a:cubicBezTo>
                    <a:pt x="17403" y="6719"/>
                    <a:pt x="20397" y="5541"/>
                    <a:pt x="22556" y="5385"/>
                  </a:cubicBezTo>
                  <a:lnTo>
                    <a:pt x="23333" y="5328"/>
                  </a:lnTo>
                  <a:lnTo>
                    <a:pt x="23431" y="4555"/>
                  </a:lnTo>
                  <a:cubicBezTo>
                    <a:pt x="23613" y="3141"/>
                    <a:pt x="24768" y="2032"/>
                    <a:pt x="26175" y="1920"/>
                  </a:cubicBezTo>
                  <a:cubicBezTo>
                    <a:pt x="26311" y="1911"/>
                    <a:pt x="26449" y="1906"/>
                    <a:pt x="26586" y="1906"/>
                  </a:cubicBezTo>
                  <a:close/>
                  <a:moveTo>
                    <a:pt x="26585" y="1"/>
                  </a:moveTo>
                  <a:cubicBezTo>
                    <a:pt x="26400" y="1"/>
                    <a:pt x="26216" y="7"/>
                    <a:pt x="26030" y="21"/>
                  </a:cubicBezTo>
                  <a:cubicBezTo>
                    <a:pt x="23980" y="183"/>
                    <a:pt x="22261" y="1628"/>
                    <a:pt x="21700" y="3567"/>
                  </a:cubicBezTo>
                  <a:cubicBezTo>
                    <a:pt x="19413" y="3924"/>
                    <a:pt x="15900" y="5389"/>
                    <a:pt x="13651" y="10698"/>
                  </a:cubicBezTo>
                  <a:lnTo>
                    <a:pt x="13632" y="10749"/>
                  </a:lnTo>
                  <a:cubicBezTo>
                    <a:pt x="13603" y="10817"/>
                    <a:pt x="10761" y="17557"/>
                    <a:pt x="4765" y="20398"/>
                  </a:cubicBezTo>
                  <a:cubicBezTo>
                    <a:pt x="2562" y="21442"/>
                    <a:pt x="1009" y="23420"/>
                    <a:pt x="505" y="25822"/>
                  </a:cubicBezTo>
                  <a:cubicBezTo>
                    <a:pt x="1" y="28210"/>
                    <a:pt x="619" y="30628"/>
                    <a:pt x="2197" y="32452"/>
                  </a:cubicBezTo>
                  <a:cubicBezTo>
                    <a:pt x="2246" y="32508"/>
                    <a:pt x="2299" y="32567"/>
                    <a:pt x="2343" y="32615"/>
                  </a:cubicBezTo>
                  <a:cubicBezTo>
                    <a:pt x="3512" y="33909"/>
                    <a:pt x="5115" y="34778"/>
                    <a:pt x="6856" y="35064"/>
                  </a:cubicBezTo>
                  <a:cubicBezTo>
                    <a:pt x="7008" y="35090"/>
                    <a:pt x="7164" y="35107"/>
                    <a:pt x="7359" y="35130"/>
                  </a:cubicBezTo>
                  <a:cubicBezTo>
                    <a:pt x="8006" y="35195"/>
                    <a:pt x="8682" y="35227"/>
                    <a:pt x="9363" y="35227"/>
                  </a:cubicBezTo>
                  <a:cubicBezTo>
                    <a:pt x="12152" y="35227"/>
                    <a:pt x="16451" y="34679"/>
                    <a:pt x="21091" y="32067"/>
                  </a:cubicBezTo>
                  <a:cubicBezTo>
                    <a:pt x="27232" y="28615"/>
                    <a:pt x="31366" y="22824"/>
                    <a:pt x="32432" y="16181"/>
                  </a:cubicBezTo>
                  <a:cubicBezTo>
                    <a:pt x="32887" y="13362"/>
                    <a:pt x="32727" y="10746"/>
                    <a:pt x="31961" y="8395"/>
                  </a:cubicBezTo>
                  <a:cubicBezTo>
                    <a:pt x="32219" y="7803"/>
                    <a:pt x="32511" y="6998"/>
                    <a:pt x="32677" y="6075"/>
                  </a:cubicBezTo>
                  <a:cubicBezTo>
                    <a:pt x="33065" y="3914"/>
                    <a:pt x="31950" y="1742"/>
                    <a:pt x="29966" y="795"/>
                  </a:cubicBezTo>
                  <a:cubicBezTo>
                    <a:pt x="29253" y="452"/>
                    <a:pt x="28519" y="218"/>
                    <a:pt x="27783" y="97"/>
                  </a:cubicBezTo>
                  <a:cubicBezTo>
                    <a:pt x="27390" y="33"/>
                    <a:pt x="26989" y="1"/>
                    <a:pt x="265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27"/>
            <p:cNvSpPr/>
            <p:nvPr/>
          </p:nvSpPr>
          <p:spPr>
            <a:xfrm>
              <a:off x="3142849" y="1052658"/>
              <a:ext cx="1144406" cy="1227749"/>
            </a:xfrm>
            <a:custGeom>
              <a:avLst/>
              <a:gdLst/>
              <a:ahLst/>
              <a:cxnLst/>
              <a:rect l="l" t="t" r="r" b="b"/>
              <a:pathLst>
                <a:path w="31060" h="33322" extrusionOk="0">
                  <a:moveTo>
                    <a:pt x="25600" y="0"/>
                  </a:moveTo>
                  <a:cubicBezTo>
                    <a:pt x="25438" y="0"/>
                    <a:pt x="25275" y="6"/>
                    <a:pt x="25113" y="18"/>
                  </a:cubicBezTo>
                  <a:cubicBezTo>
                    <a:pt x="23229" y="166"/>
                    <a:pt x="21729" y="1644"/>
                    <a:pt x="21496" y="3482"/>
                  </a:cubicBezTo>
                  <a:cubicBezTo>
                    <a:pt x="19281" y="3643"/>
                    <a:pt x="15781" y="4815"/>
                    <a:pt x="13535" y="10120"/>
                  </a:cubicBezTo>
                  <a:cubicBezTo>
                    <a:pt x="13533" y="10124"/>
                    <a:pt x="13527" y="10135"/>
                    <a:pt x="13525" y="10144"/>
                  </a:cubicBezTo>
                  <a:cubicBezTo>
                    <a:pt x="13522" y="10150"/>
                    <a:pt x="13520" y="10156"/>
                    <a:pt x="13520" y="10157"/>
                  </a:cubicBezTo>
                  <a:cubicBezTo>
                    <a:pt x="13491" y="10229"/>
                    <a:pt x="10554" y="17286"/>
                    <a:pt x="4181" y="20305"/>
                  </a:cubicBezTo>
                  <a:cubicBezTo>
                    <a:pt x="2247" y="21221"/>
                    <a:pt x="886" y="22956"/>
                    <a:pt x="444" y="25067"/>
                  </a:cubicBezTo>
                  <a:cubicBezTo>
                    <a:pt x="1" y="27160"/>
                    <a:pt x="543" y="29281"/>
                    <a:pt x="1928" y="30882"/>
                  </a:cubicBezTo>
                  <a:cubicBezTo>
                    <a:pt x="1970" y="30931"/>
                    <a:pt x="2014" y="30980"/>
                    <a:pt x="2056" y="31025"/>
                  </a:cubicBezTo>
                  <a:cubicBezTo>
                    <a:pt x="3081" y="32160"/>
                    <a:pt x="4488" y="32922"/>
                    <a:pt x="6015" y="33172"/>
                  </a:cubicBezTo>
                  <a:cubicBezTo>
                    <a:pt x="6155" y="33196"/>
                    <a:pt x="6296" y="33212"/>
                    <a:pt x="6458" y="33230"/>
                  </a:cubicBezTo>
                  <a:cubicBezTo>
                    <a:pt x="6990" y="33283"/>
                    <a:pt x="7633" y="33322"/>
                    <a:pt x="8370" y="33322"/>
                  </a:cubicBezTo>
                  <a:cubicBezTo>
                    <a:pt x="11135" y="33322"/>
                    <a:pt x="15219" y="32768"/>
                    <a:pt x="19630" y="30286"/>
                  </a:cubicBezTo>
                  <a:cubicBezTo>
                    <a:pt x="25516" y="26976"/>
                    <a:pt x="29476" y="21433"/>
                    <a:pt x="30498" y="15078"/>
                  </a:cubicBezTo>
                  <a:cubicBezTo>
                    <a:pt x="30951" y="12269"/>
                    <a:pt x="30765" y="9684"/>
                    <a:pt x="29943" y="7391"/>
                  </a:cubicBezTo>
                  <a:cubicBezTo>
                    <a:pt x="30231" y="6796"/>
                    <a:pt x="30566" y="5946"/>
                    <a:pt x="30744" y="4954"/>
                  </a:cubicBezTo>
                  <a:cubicBezTo>
                    <a:pt x="31059" y="3212"/>
                    <a:pt x="30161" y="1463"/>
                    <a:pt x="28563" y="700"/>
                  </a:cubicBezTo>
                  <a:cubicBezTo>
                    <a:pt x="27932" y="397"/>
                    <a:pt x="27283" y="188"/>
                    <a:pt x="26638" y="84"/>
                  </a:cubicBezTo>
                  <a:cubicBezTo>
                    <a:pt x="26296" y="28"/>
                    <a:pt x="25949" y="0"/>
                    <a:pt x="256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27"/>
            <p:cNvSpPr/>
            <p:nvPr/>
          </p:nvSpPr>
          <p:spPr>
            <a:xfrm>
              <a:off x="3205707" y="1136297"/>
              <a:ext cx="992604" cy="1060399"/>
            </a:xfrm>
            <a:custGeom>
              <a:avLst/>
              <a:gdLst/>
              <a:ahLst/>
              <a:cxnLst/>
              <a:rect l="l" t="t" r="r" b="b"/>
              <a:pathLst>
                <a:path w="26940" h="28780" extrusionOk="0">
                  <a:moveTo>
                    <a:pt x="23897" y="0"/>
                  </a:moveTo>
                  <a:cubicBezTo>
                    <a:pt x="23794" y="0"/>
                    <a:pt x="23690" y="4"/>
                    <a:pt x="23584" y="13"/>
                  </a:cubicBezTo>
                  <a:cubicBezTo>
                    <a:pt x="22700" y="81"/>
                    <a:pt x="22021" y="843"/>
                    <a:pt x="22029" y="1729"/>
                  </a:cubicBezTo>
                  <a:cubicBezTo>
                    <a:pt x="22033" y="2291"/>
                    <a:pt x="22005" y="2990"/>
                    <a:pt x="21891" y="3690"/>
                  </a:cubicBezTo>
                  <a:cubicBezTo>
                    <a:pt x="21891" y="3690"/>
                    <a:pt x="21259" y="3451"/>
                    <a:pt x="20313" y="3451"/>
                  </a:cubicBezTo>
                  <a:cubicBezTo>
                    <a:pt x="18589" y="3451"/>
                    <a:pt x="15819" y="4246"/>
                    <a:pt x="13919" y="8734"/>
                  </a:cubicBezTo>
                  <a:cubicBezTo>
                    <a:pt x="13919" y="8734"/>
                    <a:pt x="10746" y="16628"/>
                    <a:pt x="3445" y="20088"/>
                  </a:cubicBezTo>
                  <a:cubicBezTo>
                    <a:pt x="770" y="21355"/>
                    <a:pt x="1" y="24888"/>
                    <a:pt x="1941" y="27124"/>
                  </a:cubicBezTo>
                  <a:cubicBezTo>
                    <a:pt x="1971" y="27159"/>
                    <a:pt x="2002" y="27194"/>
                    <a:pt x="2034" y="27230"/>
                  </a:cubicBezTo>
                  <a:cubicBezTo>
                    <a:pt x="2794" y="28073"/>
                    <a:pt x="3846" y="28587"/>
                    <a:pt x="4977" y="28699"/>
                  </a:cubicBezTo>
                  <a:cubicBezTo>
                    <a:pt x="5451" y="28745"/>
                    <a:pt x="6022" y="28780"/>
                    <a:pt x="6674" y="28780"/>
                  </a:cubicBezTo>
                  <a:cubicBezTo>
                    <a:pt x="9160" y="28780"/>
                    <a:pt x="12828" y="28279"/>
                    <a:pt x="16814" y="26036"/>
                  </a:cubicBezTo>
                  <a:cubicBezTo>
                    <a:pt x="21924" y="23162"/>
                    <a:pt x="25622" y="18234"/>
                    <a:pt x="26553" y="12447"/>
                  </a:cubicBezTo>
                  <a:cubicBezTo>
                    <a:pt x="26940" y="10043"/>
                    <a:pt x="26865" y="7402"/>
                    <a:pt x="25724" y="4968"/>
                  </a:cubicBezTo>
                  <a:cubicBezTo>
                    <a:pt x="25724" y="4968"/>
                    <a:pt x="26529" y="3825"/>
                    <a:pt x="26805" y="2283"/>
                  </a:cubicBezTo>
                  <a:cubicBezTo>
                    <a:pt x="26938" y="1544"/>
                    <a:pt x="26552" y="801"/>
                    <a:pt x="25875" y="477"/>
                  </a:cubicBezTo>
                  <a:cubicBezTo>
                    <a:pt x="25356" y="227"/>
                    <a:pt x="24672" y="0"/>
                    <a:pt x="2389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27"/>
            <p:cNvSpPr/>
            <p:nvPr/>
          </p:nvSpPr>
          <p:spPr>
            <a:xfrm>
              <a:off x="3787342" y="2032146"/>
              <a:ext cx="79622" cy="63447"/>
            </a:xfrm>
            <a:custGeom>
              <a:avLst/>
              <a:gdLst/>
              <a:ahLst/>
              <a:cxnLst/>
              <a:rect l="l" t="t" r="r" b="b"/>
              <a:pathLst>
                <a:path w="2161" h="1722" extrusionOk="0">
                  <a:moveTo>
                    <a:pt x="1470" y="0"/>
                  </a:moveTo>
                  <a:cubicBezTo>
                    <a:pt x="1347" y="0"/>
                    <a:pt x="1223" y="38"/>
                    <a:pt x="1115" y="115"/>
                  </a:cubicBezTo>
                  <a:cubicBezTo>
                    <a:pt x="892" y="277"/>
                    <a:pt x="646" y="435"/>
                    <a:pt x="387" y="587"/>
                  </a:cubicBezTo>
                  <a:cubicBezTo>
                    <a:pt x="98" y="757"/>
                    <a:pt x="1" y="1130"/>
                    <a:pt x="170" y="1420"/>
                  </a:cubicBezTo>
                  <a:cubicBezTo>
                    <a:pt x="283" y="1613"/>
                    <a:pt x="487" y="1721"/>
                    <a:pt x="696" y="1721"/>
                  </a:cubicBezTo>
                  <a:cubicBezTo>
                    <a:pt x="800" y="1721"/>
                    <a:pt x="906" y="1694"/>
                    <a:pt x="1004" y="1637"/>
                  </a:cubicBezTo>
                  <a:cubicBezTo>
                    <a:pt x="1295" y="1465"/>
                    <a:pt x="1571" y="1286"/>
                    <a:pt x="1825" y="1103"/>
                  </a:cubicBezTo>
                  <a:cubicBezTo>
                    <a:pt x="2098" y="908"/>
                    <a:pt x="2161" y="527"/>
                    <a:pt x="1965" y="254"/>
                  </a:cubicBezTo>
                  <a:cubicBezTo>
                    <a:pt x="1846" y="89"/>
                    <a:pt x="1660" y="0"/>
                    <a:pt x="14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27"/>
            <p:cNvSpPr/>
            <p:nvPr/>
          </p:nvSpPr>
          <p:spPr>
            <a:xfrm>
              <a:off x="3591326" y="2081371"/>
              <a:ext cx="184704" cy="86549"/>
            </a:xfrm>
            <a:custGeom>
              <a:avLst/>
              <a:gdLst/>
              <a:ahLst/>
              <a:cxnLst/>
              <a:rect l="l" t="t" r="r" b="b"/>
              <a:pathLst>
                <a:path w="5013" h="2349" extrusionOk="0">
                  <a:moveTo>
                    <a:pt x="4321" y="1"/>
                  </a:moveTo>
                  <a:cubicBezTo>
                    <a:pt x="4243" y="1"/>
                    <a:pt x="4164" y="16"/>
                    <a:pt x="4088" y="48"/>
                  </a:cubicBezTo>
                  <a:cubicBezTo>
                    <a:pt x="2771" y="593"/>
                    <a:pt x="1430" y="945"/>
                    <a:pt x="536" y="1144"/>
                  </a:cubicBezTo>
                  <a:cubicBezTo>
                    <a:pt x="207" y="1218"/>
                    <a:pt x="1" y="1543"/>
                    <a:pt x="74" y="1871"/>
                  </a:cubicBezTo>
                  <a:cubicBezTo>
                    <a:pt x="136" y="2156"/>
                    <a:pt x="388" y="2349"/>
                    <a:pt x="667" y="2349"/>
                  </a:cubicBezTo>
                  <a:cubicBezTo>
                    <a:pt x="711" y="2349"/>
                    <a:pt x="755" y="2343"/>
                    <a:pt x="800" y="2334"/>
                  </a:cubicBezTo>
                  <a:cubicBezTo>
                    <a:pt x="1741" y="2123"/>
                    <a:pt x="3156" y="1753"/>
                    <a:pt x="4554" y="1171"/>
                  </a:cubicBezTo>
                  <a:cubicBezTo>
                    <a:pt x="4865" y="1044"/>
                    <a:pt x="5012" y="686"/>
                    <a:pt x="4883" y="376"/>
                  </a:cubicBezTo>
                  <a:cubicBezTo>
                    <a:pt x="4787" y="142"/>
                    <a:pt x="4560" y="1"/>
                    <a:pt x="43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27"/>
            <p:cNvSpPr/>
            <p:nvPr/>
          </p:nvSpPr>
          <p:spPr>
            <a:xfrm>
              <a:off x="4042935" y="1143666"/>
              <a:ext cx="136916" cy="67647"/>
            </a:xfrm>
            <a:custGeom>
              <a:avLst/>
              <a:gdLst/>
              <a:ahLst/>
              <a:cxnLst/>
              <a:rect l="l" t="t" r="r" b="b"/>
              <a:pathLst>
                <a:path w="3716" h="1836" extrusionOk="0">
                  <a:moveTo>
                    <a:pt x="1430" y="1"/>
                  </a:moveTo>
                  <a:cubicBezTo>
                    <a:pt x="705" y="1"/>
                    <a:pt x="141" y="243"/>
                    <a:pt x="79" y="627"/>
                  </a:cubicBezTo>
                  <a:cubicBezTo>
                    <a:pt x="0" y="1107"/>
                    <a:pt x="732" y="1627"/>
                    <a:pt x="1715" y="1787"/>
                  </a:cubicBezTo>
                  <a:cubicBezTo>
                    <a:pt x="1912" y="1820"/>
                    <a:pt x="2105" y="1835"/>
                    <a:pt x="2287" y="1835"/>
                  </a:cubicBezTo>
                  <a:cubicBezTo>
                    <a:pt x="3011" y="1835"/>
                    <a:pt x="3573" y="1593"/>
                    <a:pt x="3635" y="1209"/>
                  </a:cubicBezTo>
                  <a:cubicBezTo>
                    <a:pt x="3715" y="727"/>
                    <a:pt x="2982" y="209"/>
                    <a:pt x="2000" y="48"/>
                  </a:cubicBezTo>
                  <a:cubicBezTo>
                    <a:pt x="1803" y="16"/>
                    <a:pt x="1611" y="1"/>
                    <a:pt x="143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27"/>
            <p:cNvSpPr/>
            <p:nvPr/>
          </p:nvSpPr>
          <p:spPr>
            <a:xfrm>
              <a:off x="3142886" y="1052585"/>
              <a:ext cx="1144443" cy="1227786"/>
            </a:xfrm>
            <a:custGeom>
              <a:avLst/>
              <a:gdLst/>
              <a:ahLst/>
              <a:cxnLst/>
              <a:rect l="l" t="t" r="r" b="b"/>
              <a:pathLst>
                <a:path w="31061" h="33323" extrusionOk="0">
                  <a:moveTo>
                    <a:pt x="25593" y="1217"/>
                  </a:moveTo>
                  <a:cubicBezTo>
                    <a:pt x="25878" y="1217"/>
                    <a:pt x="26162" y="1240"/>
                    <a:pt x="26440" y="1285"/>
                  </a:cubicBezTo>
                  <a:cubicBezTo>
                    <a:pt x="26973" y="1374"/>
                    <a:pt x="27509" y="1546"/>
                    <a:pt x="28037" y="1799"/>
                  </a:cubicBezTo>
                  <a:cubicBezTo>
                    <a:pt x="29143" y="2328"/>
                    <a:pt x="29765" y="3536"/>
                    <a:pt x="29550" y="4738"/>
                  </a:cubicBezTo>
                  <a:cubicBezTo>
                    <a:pt x="29372" y="5725"/>
                    <a:pt x="29011" y="6553"/>
                    <a:pt x="28742" y="7075"/>
                  </a:cubicBezTo>
                  <a:cubicBezTo>
                    <a:pt x="28662" y="7229"/>
                    <a:pt x="28651" y="7411"/>
                    <a:pt x="28714" y="7572"/>
                  </a:cubicBezTo>
                  <a:cubicBezTo>
                    <a:pt x="29536" y="9726"/>
                    <a:pt x="29733" y="12186"/>
                    <a:pt x="29297" y="14884"/>
                  </a:cubicBezTo>
                  <a:cubicBezTo>
                    <a:pt x="28334" y="20872"/>
                    <a:pt x="24595" y="26098"/>
                    <a:pt x="19035" y="29225"/>
                  </a:cubicBezTo>
                  <a:cubicBezTo>
                    <a:pt x="14849" y="31580"/>
                    <a:pt x="10987" y="32105"/>
                    <a:pt x="8375" y="32105"/>
                  </a:cubicBezTo>
                  <a:cubicBezTo>
                    <a:pt x="7681" y="32105"/>
                    <a:pt x="7075" y="32067"/>
                    <a:pt x="6575" y="32018"/>
                  </a:cubicBezTo>
                  <a:cubicBezTo>
                    <a:pt x="6453" y="32004"/>
                    <a:pt x="6332" y="31991"/>
                    <a:pt x="6213" y="31970"/>
                  </a:cubicBezTo>
                  <a:cubicBezTo>
                    <a:pt x="4954" y="31764"/>
                    <a:pt x="3799" y="31139"/>
                    <a:pt x="2956" y="30205"/>
                  </a:cubicBezTo>
                  <a:cubicBezTo>
                    <a:pt x="2920" y="30167"/>
                    <a:pt x="2886" y="30127"/>
                    <a:pt x="2850" y="30088"/>
                  </a:cubicBezTo>
                  <a:cubicBezTo>
                    <a:pt x="1712" y="28774"/>
                    <a:pt x="1269" y="27036"/>
                    <a:pt x="1634" y="25317"/>
                  </a:cubicBezTo>
                  <a:cubicBezTo>
                    <a:pt x="1997" y="23581"/>
                    <a:pt x="3114" y="22157"/>
                    <a:pt x="4700" y="21406"/>
                  </a:cubicBezTo>
                  <a:cubicBezTo>
                    <a:pt x="11508" y="18183"/>
                    <a:pt x="14620" y="10684"/>
                    <a:pt x="14647" y="10617"/>
                  </a:cubicBezTo>
                  <a:cubicBezTo>
                    <a:pt x="14649" y="10610"/>
                    <a:pt x="14655" y="10596"/>
                    <a:pt x="14659" y="10585"/>
                  </a:cubicBezTo>
                  <a:cubicBezTo>
                    <a:pt x="16839" y="5447"/>
                    <a:pt x="20237" y="4679"/>
                    <a:pt x="22074" y="4677"/>
                  </a:cubicBezTo>
                  <a:lnTo>
                    <a:pt x="22076" y="4677"/>
                  </a:lnTo>
                  <a:cubicBezTo>
                    <a:pt x="22236" y="4677"/>
                    <a:pt x="22391" y="4614"/>
                    <a:pt x="22505" y="4499"/>
                  </a:cubicBezTo>
                  <a:cubicBezTo>
                    <a:pt x="22619" y="4386"/>
                    <a:pt x="22683" y="4231"/>
                    <a:pt x="22683" y="4070"/>
                  </a:cubicBezTo>
                  <a:lnTo>
                    <a:pt x="22682" y="4007"/>
                  </a:lnTo>
                  <a:cubicBezTo>
                    <a:pt x="22670" y="2563"/>
                    <a:pt x="23780" y="1344"/>
                    <a:pt x="25206" y="1231"/>
                  </a:cubicBezTo>
                  <a:cubicBezTo>
                    <a:pt x="25335" y="1222"/>
                    <a:pt x="25464" y="1217"/>
                    <a:pt x="25593" y="1217"/>
                  </a:cubicBezTo>
                  <a:close/>
                  <a:moveTo>
                    <a:pt x="25595" y="0"/>
                  </a:moveTo>
                  <a:cubicBezTo>
                    <a:pt x="25434" y="0"/>
                    <a:pt x="25274" y="6"/>
                    <a:pt x="25113" y="18"/>
                  </a:cubicBezTo>
                  <a:cubicBezTo>
                    <a:pt x="23230" y="168"/>
                    <a:pt x="21730" y="1645"/>
                    <a:pt x="21496" y="3483"/>
                  </a:cubicBezTo>
                  <a:cubicBezTo>
                    <a:pt x="19282" y="3643"/>
                    <a:pt x="15780" y="4816"/>
                    <a:pt x="13535" y="10121"/>
                  </a:cubicBezTo>
                  <a:cubicBezTo>
                    <a:pt x="13534" y="10124"/>
                    <a:pt x="13530" y="10136"/>
                    <a:pt x="13525" y="10144"/>
                  </a:cubicBezTo>
                  <a:cubicBezTo>
                    <a:pt x="13523" y="10150"/>
                    <a:pt x="13521" y="10155"/>
                    <a:pt x="13520" y="10158"/>
                  </a:cubicBezTo>
                  <a:cubicBezTo>
                    <a:pt x="13492" y="10230"/>
                    <a:pt x="10555" y="17287"/>
                    <a:pt x="4181" y="20306"/>
                  </a:cubicBezTo>
                  <a:cubicBezTo>
                    <a:pt x="2247" y="21221"/>
                    <a:pt x="886" y="22957"/>
                    <a:pt x="444" y="25067"/>
                  </a:cubicBezTo>
                  <a:cubicBezTo>
                    <a:pt x="1" y="27161"/>
                    <a:pt x="542" y="29282"/>
                    <a:pt x="1928" y="30882"/>
                  </a:cubicBezTo>
                  <a:cubicBezTo>
                    <a:pt x="1970" y="30931"/>
                    <a:pt x="2014" y="30979"/>
                    <a:pt x="2056" y="31026"/>
                  </a:cubicBezTo>
                  <a:cubicBezTo>
                    <a:pt x="3081" y="32159"/>
                    <a:pt x="4487" y="32922"/>
                    <a:pt x="6015" y="33173"/>
                  </a:cubicBezTo>
                  <a:cubicBezTo>
                    <a:pt x="6154" y="33196"/>
                    <a:pt x="6295" y="33212"/>
                    <a:pt x="6460" y="33231"/>
                  </a:cubicBezTo>
                  <a:cubicBezTo>
                    <a:pt x="6990" y="33284"/>
                    <a:pt x="7633" y="33323"/>
                    <a:pt x="8370" y="33323"/>
                  </a:cubicBezTo>
                  <a:cubicBezTo>
                    <a:pt x="11134" y="33323"/>
                    <a:pt x="15218" y="32768"/>
                    <a:pt x="19633" y="30285"/>
                  </a:cubicBezTo>
                  <a:cubicBezTo>
                    <a:pt x="25518" y="26977"/>
                    <a:pt x="29481" y="21433"/>
                    <a:pt x="30501" y="15077"/>
                  </a:cubicBezTo>
                  <a:cubicBezTo>
                    <a:pt x="30954" y="12268"/>
                    <a:pt x="30768" y="9684"/>
                    <a:pt x="29945" y="7390"/>
                  </a:cubicBezTo>
                  <a:cubicBezTo>
                    <a:pt x="30233" y="6795"/>
                    <a:pt x="30569" y="5945"/>
                    <a:pt x="30748" y="4953"/>
                  </a:cubicBezTo>
                  <a:cubicBezTo>
                    <a:pt x="31060" y="3213"/>
                    <a:pt x="30161" y="1464"/>
                    <a:pt x="28563" y="701"/>
                  </a:cubicBezTo>
                  <a:cubicBezTo>
                    <a:pt x="27932" y="399"/>
                    <a:pt x="27285" y="190"/>
                    <a:pt x="26638" y="84"/>
                  </a:cubicBezTo>
                  <a:cubicBezTo>
                    <a:pt x="26294" y="28"/>
                    <a:pt x="25945" y="0"/>
                    <a:pt x="255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27"/>
            <p:cNvSpPr/>
            <p:nvPr/>
          </p:nvSpPr>
          <p:spPr>
            <a:xfrm>
              <a:off x="3311378" y="1377005"/>
              <a:ext cx="787378" cy="665421"/>
            </a:xfrm>
            <a:custGeom>
              <a:avLst/>
              <a:gdLst/>
              <a:ahLst/>
              <a:cxnLst/>
              <a:rect l="l" t="t" r="r" b="b"/>
              <a:pathLst>
                <a:path w="21370" h="18060" extrusionOk="0">
                  <a:moveTo>
                    <a:pt x="20720" y="1"/>
                  </a:moveTo>
                  <a:cubicBezTo>
                    <a:pt x="20417" y="1"/>
                    <a:pt x="20157" y="231"/>
                    <a:pt x="20120" y="540"/>
                  </a:cubicBezTo>
                  <a:cubicBezTo>
                    <a:pt x="20115" y="580"/>
                    <a:pt x="19623" y="4628"/>
                    <a:pt x="16970" y="8638"/>
                  </a:cubicBezTo>
                  <a:cubicBezTo>
                    <a:pt x="13439" y="13977"/>
                    <a:pt x="7932" y="16737"/>
                    <a:pt x="605" y="16842"/>
                  </a:cubicBezTo>
                  <a:cubicBezTo>
                    <a:pt x="270" y="16846"/>
                    <a:pt x="0" y="17122"/>
                    <a:pt x="6" y="17460"/>
                  </a:cubicBezTo>
                  <a:cubicBezTo>
                    <a:pt x="10" y="17793"/>
                    <a:pt x="282" y="18059"/>
                    <a:pt x="613" y="18059"/>
                  </a:cubicBezTo>
                  <a:lnTo>
                    <a:pt x="622" y="18059"/>
                  </a:lnTo>
                  <a:cubicBezTo>
                    <a:pt x="10306" y="17922"/>
                    <a:pt x="15424" y="13202"/>
                    <a:pt x="18014" y="9268"/>
                  </a:cubicBezTo>
                  <a:cubicBezTo>
                    <a:pt x="20811" y="5017"/>
                    <a:pt x="21310" y="854"/>
                    <a:pt x="21330" y="679"/>
                  </a:cubicBezTo>
                  <a:cubicBezTo>
                    <a:pt x="21369" y="345"/>
                    <a:pt x="21129" y="43"/>
                    <a:pt x="20794" y="5"/>
                  </a:cubicBezTo>
                  <a:cubicBezTo>
                    <a:pt x="20770" y="2"/>
                    <a:pt x="20745" y="1"/>
                    <a:pt x="207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2" name="Google Shape;352;p27"/>
          <p:cNvGrpSpPr/>
          <p:nvPr/>
        </p:nvGrpSpPr>
        <p:grpSpPr>
          <a:xfrm>
            <a:off x="158017" y="3880165"/>
            <a:ext cx="1039429" cy="1096403"/>
            <a:chOff x="2836810" y="2577400"/>
            <a:chExt cx="1218271" cy="1285048"/>
          </a:xfrm>
        </p:grpSpPr>
        <p:sp>
          <p:nvSpPr>
            <p:cNvPr id="353" name="Google Shape;353;p27"/>
            <p:cNvSpPr/>
            <p:nvPr/>
          </p:nvSpPr>
          <p:spPr>
            <a:xfrm>
              <a:off x="2836810" y="2577400"/>
              <a:ext cx="1218271" cy="1285048"/>
            </a:xfrm>
            <a:custGeom>
              <a:avLst/>
              <a:gdLst/>
              <a:ahLst/>
              <a:cxnLst/>
              <a:rect l="l" t="t" r="r" b="b"/>
              <a:pathLst>
                <a:path w="33277" h="35101" extrusionOk="0">
                  <a:moveTo>
                    <a:pt x="10683" y="1783"/>
                  </a:moveTo>
                  <a:cubicBezTo>
                    <a:pt x="10747" y="1783"/>
                    <a:pt x="10812" y="1793"/>
                    <a:pt x="10876" y="1813"/>
                  </a:cubicBezTo>
                  <a:lnTo>
                    <a:pt x="10899" y="1822"/>
                  </a:lnTo>
                  <a:cubicBezTo>
                    <a:pt x="11071" y="1885"/>
                    <a:pt x="11203" y="2026"/>
                    <a:pt x="11260" y="2209"/>
                  </a:cubicBezTo>
                  <a:cubicBezTo>
                    <a:pt x="11324" y="2408"/>
                    <a:pt x="11296" y="2609"/>
                    <a:pt x="11182" y="2776"/>
                  </a:cubicBezTo>
                  <a:cubicBezTo>
                    <a:pt x="10607" y="3615"/>
                    <a:pt x="9917" y="4985"/>
                    <a:pt x="9893" y="6743"/>
                  </a:cubicBezTo>
                  <a:lnTo>
                    <a:pt x="9862" y="8987"/>
                  </a:lnTo>
                  <a:lnTo>
                    <a:pt x="11421" y="7374"/>
                  </a:lnTo>
                  <a:cubicBezTo>
                    <a:pt x="12770" y="5978"/>
                    <a:pt x="14325" y="5584"/>
                    <a:pt x="15653" y="5584"/>
                  </a:cubicBezTo>
                  <a:cubicBezTo>
                    <a:pt x="17175" y="5584"/>
                    <a:pt x="18398" y="6103"/>
                    <a:pt x="18666" y="6225"/>
                  </a:cubicBezTo>
                  <a:lnTo>
                    <a:pt x="18959" y="6495"/>
                  </a:lnTo>
                  <a:lnTo>
                    <a:pt x="19488" y="6392"/>
                  </a:lnTo>
                  <a:cubicBezTo>
                    <a:pt x="19512" y="6387"/>
                    <a:pt x="19537" y="6382"/>
                    <a:pt x="19563" y="6377"/>
                  </a:cubicBezTo>
                  <a:cubicBezTo>
                    <a:pt x="19924" y="6318"/>
                    <a:pt x="20287" y="6290"/>
                    <a:pt x="20648" y="6290"/>
                  </a:cubicBezTo>
                  <a:cubicBezTo>
                    <a:pt x="23135" y="6290"/>
                    <a:pt x="25536" y="7654"/>
                    <a:pt x="26854" y="9904"/>
                  </a:cubicBezTo>
                  <a:cubicBezTo>
                    <a:pt x="28691" y="13038"/>
                    <a:pt x="31350" y="19419"/>
                    <a:pt x="28529" y="26952"/>
                  </a:cubicBezTo>
                  <a:cubicBezTo>
                    <a:pt x="28311" y="27536"/>
                    <a:pt x="27744" y="27926"/>
                    <a:pt x="27142" y="27926"/>
                  </a:cubicBezTo>
                  <a:cubicBezTo>
                    <a:pt x="26992" y="27926"/>
                    <a:pt x="26839" y="27901"/>
                    <a:pt x="26689" y="27850"/>
                  </a:cubicBezTo>
                  <a:lnTo>
                    <a:pt x="25757" y="27526"/>
                  </a:lnTo>
                  <a:lnTo>
                    <a:pt x="25531" y="28485"/>
                  </a:lnTo>
                  <a:cubicBezTo>
                    <a:pt x="25418" y="28959"/>
                    <a:pt x="25239" y="29391"/>
                    <a:pt x="24994" y="29771"/>
                  </a:cubicBezTo>
                  <a:cubicBezTo>
                    <a:pt x="24651" y="30306"/>
                    <a:pt x="24203" y="30745"/>
                    <a:pt x="23662" y="31076"/>
                  </a:cubicBezTo>
                  <a:cubicBezTo>
                    <a:pt x="23014" y="31472"/>
                    <a:pt x="22228" y="31682"/>
                    <a:pt x="21391" y="31682"/>
                  </a:cubicBezTo>
                  <a:cubicBezTo>
                    <a:pt x="21207" y="31682"/>
                    <a:pt x="21004" y="31669"/>
                    <a:pt x="20772" y="31640"/>
                  </a:cubicBezTo>
                  <a:lnTo>
                    <a:pt x="19216" y="31452"/>
                  </a:lnTo>
                  <a:lnTo>
                    <a:pt x="19725" y="32598"/>
                  </a:lnTo>
                  <a:cubicBezTo>
                    <a:pt x="19561" y="32699"/>
                    <a:pt x="19408" y="32780"/>
                    <a:pt x="19282" y="32834"/>
                  </a:cubicBezTo>
                  <a:cubicBezTo>
                    <a:pt x="18523" y="33159"/>
                    <a:pt x="17686" y="33323"/>
                    <a:pt x="16790" y="33323"/>
                  </a:cubicBezTo>
                  <a:cubicBezTo>
                    <a:pt x="16446" y="33323"/>
                    <a:pt x="16095" y="33298"/>
                    <a:pt x="15743" y="33247"/>
                  </a:cubicBezTo>
                  <a:cubicBezTo>
                    <a:pt x="5588" y="31813"/>
                    <a:pt x="2870" y="25930"/>
                    <a:pt x="2155" y="22551"/>
                  </a:cubicBezTo>
                  <a:cubicBezTo>
                    <a:pt x="1834" y="21036"/>
                    <a:pt x="2056" y="19533"/>
                    <a:pt x="2781" y="18319"/>
                  </a:cubicBezTo>
                  <a:cubicBezTo>
                    <a:pt x="2838" y="18223"/>
                    <a:pt x="2896" y="18131"/>
                    <a:pt x="2956" y="18041"/>
                  </a:cubicBezTo>
                  <a:lnTo>
                    <a:pt x="3144" y="17764"/>
                  </a:lnTo>
                  <a:lnTo>
                    <a:pt x="3102" y="17431"/>
                  </a:lnTo>
                  <a:cubicBezTo>
                    <a:pt x="2289" y="11017"/>
                    <a:pt x="7331" y="9781"/>
                    <a:pt x="8020" y="9644"/>
                  </a:cubicBezTo>
                  <a:lnTo>
                    <a:pt x="9216" y="9945"/>
                  </a:lnTo>
                  <a:lnTo>
                    <a:pt x="9038" y="8642"/>
                  </a:lnTo>
                  <a:cubicBezTo>
                    <a:pt x="8670" y="5957"/>
                    <a:pt x="9043" y="3750"/>
                    <a:pt x="10146" y="2080"/>
                  </a:cubicBezTo>
                  <a:cubicBezTo>
                    <a:pt x="10269" y="1892"/>
                    <a:pt x="10470" y="1783"/>
                    <a:pt x="10683" y="1783"/>
                  </a:cubicBezTo>
                  <a:close/>
                  <a:moveTo>
                    <a:pt x="10684" y="0"/>
                  </a:moveTo>
                  <a:cubicBezTo>
                    <a:pt x="9891" y="0"/>
                    <a:pt x="9124" y="399"/>
                    <a:pt x="8661" y="1099"/>
                  </a:cubicBezTo>
                  <a:cubicBezTo>
                    <a:pt x="7442" y="2947"/>
                    <a:pt x="6944" y="5268"/>
                    <a:pt x="7179" y="8011"/>
                  </a:cubicBezTo>
                  <a:cubicBezTo>
                    <a:pt x="4851" y="8646"/>
                    <a:pt x="665" y="11120"/>
                    <a:pt x="1300" y="17329"/>
                  </a:cubicBezTo>
                  <a:cubicBezTo>
                    <a:pt x="1284" y="17355"/>
                    <a:pt x="1269" y="17380"/>
                    <a:pt x="1253" y="17407"/>
                  </a:cubicBezTo>
                  <a:cubicBezTo>
                    <a:pt x="298" y="19007"/>
                    <a:pt x="1" y="20964"/>
                    <a:pt x="415" y="22919"/>
                  </a:cubicBezTo>
                  <a:cubicBezTo>
                    <a:pt x="1228" y="26754"/>
                    <a:pt x="4267" y="33423"/>
                    <a:pt x="15495" y="35009"/>
                  </a:cubicBezTo>
                  <a:cubicBezTo>
                    <a:pt x="15929" y="35070"/>
                    <a:pt x="16364" y="35101"/>
                    <a:pt x="16792" y="35101"/>
                  </a:cubicBezTo>
                  <a:cubicBezTo>
                    <a:pt x="17929" y="35101"/>
                    <a:pt x="19003" y="34889"/>
                    <a:pt x="19983" y="34470"/>
                  </a:cubicBezTo>
                  <a:cubicBezTo>
                    <a:pt x="20357" y="34309"/>
                    <a:pt x="20734" y="34072"/>
                    <a:pt x="20984" y="33903"/>
                  </a:cubicBezTo>
                  <a:cubicBezTo>
                    <a:pt x="21158" y="33785"/>
                    <a:pt x="21298" y="33634"/>
                    <a:pt x="21401" y="33463"/>
                  </a:cubicBezTo>
                  <a:cubicBezTo>
                    <a:pt x="22562" y="33462"/>
                    <a:pt x="23666" y="33161"/>
                    <a:pt x="24593" y="32595"/>
                  </a:cubicBezTo>
                  <a:cubicBezTo>
                    <a:pt x="25364" y="32123"/>
                    <a:pt x="26003" y="31498"/>
                    <a:pt x="26493" y="30733"/>
                  </a:cubicBezTo>
                  <a:cubicBezTo>
                    <a:pt x="26700" y="30413"/>
                    <a:pt x="26874" y="30069"/>
                    <a:pt x="27014" y="29705"/>
                  </a:cubicBezTo>
                  <a:cubicBezTo>
                    <a:pt x="27061" y="29707"/>
                    <a:pt x="27108" y="29708"/>
                    <a:pt x="27154" y="29708"/>
                  </a:cubicBezTo>
                  <a:cubicBezTo>
                    <a:pt x="28494" y="29708"/>
                    <a:pt x="29720" y="28848"/>
                    <a:pt x="30196" y="27577"/>
                  </a:cubicBezTo>
                  <a:cubicBezTo>
                    <a:pt x="33276" y="19354"/>
                    <a:pt x="30388" y="12411"/>
                    <a:pt x="28391" y="9004"/>
                  </a:cubicBezTo>
                  <a:cubicBezTo>
                    <a:pt x="26753" y="6208"/>
                    <a:pt x="23756" y="4510"/>
                    <a:pt x="20647" y="4510"/>
                  </a:cubicBezTo>
                  <a:cubicBezTo>
                    <a:pt x="20230" y="4510"/>
                    <a:pt x="19812" y="4541"/>
                    <a:pt x="19394" y="4603"/>
                  </a:cubicBezTo>
                  <a:cubicBezTo>
                    <a:pt x="18972" y="4418"/>
                    <a:pt x="17472" y="3825"/>
                    <a:pt x="15619" y="3825"/>
                  </a:cubicBezTo>
                  <a:cubicBezTo>
                    <a:pt x="14542" y="3825"/>
                    <a:pt x="13346" y="4025"/>
                    <a:pt x="12172" y="4623"/>
                  </a:cubicBezTo>
                  <a:cubicBezTo>
                    <a:pt x="12325" y="4295"/>
                    <a:pt x="12493" y="4013"/>
                    <a:pt x="12650" y="3783"/>
                  </a:cubicBezTo>
                  <a:cubicBezTo>
                    <a:pt x="13075" y="3161"/>
                    <a:pt x="13187" y="2390"/>
                    <a:pt x="12957" y="1669"/>
                  </a:cubicBezTo>
                  <a:cubicBezTo>
                    <a:pt x="12730" y="959"/>
                    <a:pt x="12206" y="408"/>
                    <a:pt x="11518" y="154"/>
                  </a:cubicBezTo>
                  <a:cubicBezTo>
                    <a:pt x="11494" y="144"/>
                    <a:pt x="11468" y="133"/>
                    <a:pt x="11465" y="133"/>
                  </a:cubicBezTo>
                  <a:cubicBezTo>
                    <a:pt x="11209" y="44"/>
                    <a:pt x="10945" y="0"/>
                    <a:pt x="106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27"/>
            <p:cNvSpPr/>
            <p:nvPr/>
          </p:nvSpPr>
          <p:spPr>
            <a:xfrm>
              <a:off x="2870491" y="2609873"/>
              <a:ext cx="1149408" cy="1220028"/>
            </a:xfrm>
            <a:custGeom>
              <a:avLst/>
              <a:gdLst/>
              <a:ahLst/>
              <a:cxnLst/>
              <a:rect l="l" t="t" r="r" b="b"/>
              <a:pathLst>
                <a:path w="31396" h="33325" extrusionOk="0">
                  <a:moveTo>
                    <a:pt x="9767" y="0"/>
                  </a:moveTo>
                  <a:cubicBezTo>
                    <a:pt x="9267" y="0"/>
                    <a:pt x="8781" y="254"/>
                    <a:pt x="8488" y="701"/>
                  </a:cubicBezTo>
                  <a:cubicBezTo>
                    <a:pt x="7051" y="2873"/>
                    <a:pt x="6920" y="5532"/>
                    <a:pt x="7240" y="7874"/>
                  </a:cubicBezTo>
                  <a:cubicBezTo>
                    <a:pt x="7199" y="7863"/>
                    <a:pt x="7156" y="7858"/>
                    <a:pt x="7113" y="7858"/>
                  </a:cubicBezTo>
                  <a:cubicBezTo>
                    <a:pt x="7087" y="7858"/>
                    <a:pt x="7061" y="7860"/>
                    <a:pt x="7035" y="7864"/>
                  </a:cubicBezTo>
                  <a:cubicBezTo>
                    <a:pt x="6968" y="7875"/>
                    <a:pt x="332" y="8988"/>
                    <a:pt x="1303" y="16656"/>
                  </a:cubicBezTo>
                  <a:cubicBezTo>
                    <a:pt x="1235" y="16759"/>
                    <a:pt x="1166" y="16865"/>
                    <a:pt x="1100" y="16975"/>
                  </a:cubicBezTo>
                  <a:cubicBezTo>
                    <a:pt x="260" y="18383"/>
                    <a:pt x="0" y="20113"/>
                    <a:pt x="368" y="21848"/>
                  </a:cubicBezTo>
                  <a:cubicBezTo>
                    <a:pt x="1133" y="25455"/>
                    <a:pt x="4010" y="31729"/>
                    <a:pt x="14701" y="33241"/>
                  </a:cubicBezTo>
                  <a:cubicBezTo>
                    <a:pt x="15096" y="33296"/>
                    <a:pt x="15489" y="33324"/>
                    <a:pt x="15875" y="33324"/>
                  </a:cubicBezTo>
                  <a:cubicBezTo>
                    <a:pt x="16883" y="33324"/>
                    <a:pt x="17849" y="33134"/>
                    <a:pt x="18716" y="32764"/>
                  </a:cubicBezTo>
                  <a:cubicBezTo>
                    <a:pt x="19025" y="32632"/>
                    <a:pt x="19349" y="32427"/>
                    <a:pt x="19568" y="32278"/>
                  </a:cubicBezTo>
                  <a:cubicBezTo>
                    <a:pt x="19780" y="32134"/>
                    <a:pt x="19851" y="31862"/>
                    <a:pt x="19752" y="31637"/>
                  </a:cubicBezTo>
                  <a:lnTo>
                    <a:pt x="19752" y="31637"/>
                  </a:lnTo>
                  <a:cubicBezTo>
                    <a:pt x="19995" y="31666"/>
                    <a:pt x="20238" y="31685"/>
                    <a:pt x="20477" y="31685"/>
                  </a:cubicBezTo>
                  <a:cubicBezTo>
                    <a:pt x="21473" y="31685"/>
                    <a:pt x="22422" y="31433"/>
                    <a:pt x="23214" y="30947"/>
                  </a:cubicBezTo>
                  <a:cubicBezTo>
                    <a:pt x="23869" y="30547"/>
                    <a:pt x="24414" y="30014"/>
                    <a:pt x="24831" y="29364"/>
                  </a:cubicBezTo>
                  <a:cubicBezTo>
                    <a:pt x="25130" y="28897"/>
                    <a:pt x="25350" y="28368"/>
                    <a:pt x="25483" y="27802"/>
                  </a:cubicBezTo>
                  <a:cubicBezTo>
                    <a:pt x="25729" y="27888"/>
                    <a:pt x="25982" y="27930"/>
                    <a:pt x="26231" y="27930"/>
                  </a:cubicBezTo>
                  <a:cubicBezTo>
                    <a:pt x="27184" y="27930"/>
                    <a:pt x="28090" y="27334"/>
                    <a:pt x="28448" y="26377"/>
                  </a:cubicBezTo>
                  <a:cubicBezTo>
                    <a:pt x="31395" y="18497"/>
                    <a:pt x="28622" y="11836"/>
                    <a:pt x="26705" y="8565"/>
                  </a:cubicBezTo>
                  <a:cubicBezTo>
                    <a:pt x="25228" y="6043"/>
                    <a:pt x="22530" y="4511"/>
                    <a:pt x="19732" y="4511"/>
                  </a:cubicBezTo>
                  <a:cubicBezTo>
                    <a:pt x="19323" y="4511"/>
                    <a:pt x="18912" y="4543"/>
                    <a:pt x="18503" y="4610"/>
                  </a:cubicBezTo>
                  <a:cubicBezTo>
                    <a:pt x="18438" y="4621"/>
                    <a:pt x="18378" y="4636"/>
                    <a:pt x="18314" y="4648"/>
                  </a:cubicBezTo>
                  <a:cubicBezTo>
                    <a:pt x="18280" y="4616"/>
                    <a:pt x="18242" y="4588"/>
                    <a:pt x="18199" y="4564"/>
                  </a:cubicBezTo>
                  <a:cubicBezTo>
                    <a:pt x="18172" y="4551"/>
                    <a:pt x="16662" y="3813"/>
                    <a:pt x="14719" y="3813"/>
                  </a:cubicBezTo>
                  <a:cubicBezTo>
                    <a:pt x="13199" y="3813"/>
                    <a:pt x="11414" y="4264"/>
                    <a:pt x="9865" y="5867"/>
                  </a:cubicBezTo>
                  <a:cubicBezTo>
                    <a:pt x="9885" y="4347"/>
                    <a:pt x="10477" y="3151"/>
                    <a:pt x="10998" y="2390"/>
                  </a:cubicBezTo>
                  <a:cubicBezTo>
                    <a:pt x="11268" y="1996"/>
                    <a:pt x="11338" y="1507"/>
                    <a:pt x="11191" y="1048"/>
                  </a:cubicBezTo>
                  <a:cubicBezTo>
                    <a:pt x="11049" y="603"/>
                    <a:pt x="10718" y="255"/>
                    <a:pt x="10291" y="97"/>
                  </a:cubicBezTo>
                  <a:cubicBezTo>
                    <a:pt x="10283" y="94"/>
                    <a:pt x="10263" y="86"/>
                    <a:pt x="10254" y="83"/>
                  </a:cubicBezTo>
                  <a:cubicBezTo>
                    <a:pt x="10094" y="27"/>
                    <a:pt x="9930" y="0"/>
                    <a:pt x="97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27"/>
            <p:cNvSpPr/>
            <p:nvPr/>
          </p:nvSpPr>
          <p:spPr>
            <a:xfrm>
              <a:off x="2934670" y="2822028"/>
              <a:ext cx="959439" cy="935715"/>
            </a:xfrm>
            <a:custGeom>
              <a:avLst/>
              <a:gdLst/>
              <a:ahLst/>
              <a:cxnLst/>
              <a:rect l="l" t="t" r="r" b="b"/>
              <a:pathLst>
                <a:path w="26207" h="25559" extrusionOk="0">
                  <a:moveTo>
                    <a:pt x="17359" y="0"/>
                  </a:moveTo>
                  <a:cubicBezTo>
                    <a:pt x="16448" y="0"/>
                    <a:pt x="15683" y="195"/>
                    <a:pt x="15044" y="501"/>
                  </a:cubicBezTo>
                  <a:cubicBezTo>
                    <a:pt x="14302" y="261"/>
                    <a:pt x="13583" y="170"/>
                    <a:pt x="12985" y="149"/>
                  </a:cubicBezTo>
                  <a:cubicBezTo>
                    <a:pt x="12911" y="147"/>
                    <a:pt x="12836" y="146"/>
                    <a:pt x="12762" y="146"/>
                  </a:cubicBezTo>
                  <a:cubicBezTo>
                    <a:pt x="11785" y="146"/>
                    <a:pt x="10814" y="356"/>
                    <a:pt x="9929" y="770"/>
                  </a:cubicBezTo>
                  <a:cubicBezTo>
                    <a:pt x="8027" y="1664"/>
                    <a:pt x="7482" y="3073"/>
                    <a:pt x="7487" y="4403"/>
                  </a:cubicBezTo>
                  <a:cubicBezTo>
                    <a:pt x="7450" y="4389"/>
                    <a:pt x="7414" y="4376"/>
                    <a:pt x="7376" y="4364"/>
                  </a:cubicBezTo>
                  <a:cubicBezTo>
                    <a:pt x="6961" y="4233"/>
                    <a:pt x="6540" y="4171"/>
                    <a:pt x="6126" y="4171"/>
                  </a:cubicBezTo>
                  <a:cubicBezTo>
                    <a:pt x="4339" y="4171"/>
                    <a:pt x="2667" y="5325"/>
                    <a:pt x="1984" y="7076"/>
                  </a:cubicBezTo>
                  <a:cubicBezTo>
                    <a:pt x="1475" y="8378"/>
                    <a:pt x="1408" y="9697"/>
                    <a:pt x="1436" y="10554"/>
                  </a:cubicBezTo>
                  <a:cubicBezTo>
                    <a:pt x="809" y="11341"/>
                    <a:pt x="326" y="12399"/>
                    <a:pt x="131" y="13825"/>
                  </a:cubicBezTo>
                  <a:cubicBezTo>
                    <a:pt x="1" y="14783"/>
                    <a:pt x="184" y="15757"/>
                    <a:pt x="629" y="16616"/>
                  </a:cubicBezTo>
                  <a:cubicBezTo>
                    <a:pt x="1729" y="18737"/>
                    <a:pt x="4564" y="22854"/>
                    <a:pt x="10723" y="25046"/>
                  </a:cubicBezTo>
                  <a:cubicBezTo>
                    <a:pt x="11649" y="25375"/>
                    <a:pt x="12623" y="25558"/>
                    <a:pt x="13595" y="25558"/>
                  </a:cubicBezTo>
                  <a:cubicBezTo>
                    <a:pt x="14219" y="25558"/>
                    <a:pt x="14843" y="25483"/>
                    <a:pt x="15454" y="25323"/>
                  </a:cubicBezTo>
                  <a:cubicBezTo>
                    <a:pt x="16388" y="25077"/>
                    <a:pt x="17335" y="24637"/>
                    <a:pt x="17937" y="23859"/>
                  </a:cubicBezTo>
                  <a:cubicBezTo>
                    <a:pt x="18955" y="23798"/>
                    <a:pt x="19946" y="23417"/>
                    <a:pt x="20745" y="22720"/>
                  </a:cubicBezTo>
                  <a:cubicBezTo>
                    <a:pt x="20766" y="22702"/>
                    <a:pt x="20786" y="22684"/>
                    <a:pt x="20806" y="22666"/>
                  </a:cubicBezTo>
                  <a:cubicBezTo>
                    <a:pt x="21424" y="22111"/>
                    <a:pt x="21857" y="21403"/>
                    <a:pt x="22105" y="20628"/>
                  </a:cubicBezTo>
                  <a:cubicBezTo>
                    <a:pt x="23673" y="20580"/>
                    <a:pt x="24591" y="19797"/>
                    <a:pt x="25117" y="19027"/>
                  </a:cubicBezTo>
                  <a:cubicBezTo>
                    <a:pt x="25534" y="18418"/>
                    <a:pt x="25767" y="17696"/>
                    <a:pt x="25819" y="16961"/>
                  </a:cubicBezTo>
                  <a:cubicBezTo>
                    <a:pt x="26207" y="11513"/>
                    <a:pt x="24757" y="6933"/>
                    <a:pt x="23558" y="4173"/>
                  </a:cubicBezTo>
                  <a:cubicBezTo>
                    <a:pt x="22508" y="1760"/>
                    <a:pt x="20193" y="87"/>
                    <a:pt x="17563" y="4"/>
                  </a:cubicBezTo>
                  <a:cubicBezTo>
                    <a:pt x="17494" y="2"/>
                    <a:pt x="17426" y="0"/>
                    <a:pt x="1735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6" name="Google Shape;356;p27"/>
            <p:cNvSpPr/>
            <p:nvPr/>
          </p:nvSpPr>
          <p:spPr>
            <a:xfrm>
              <a:off x="3060863" y="2957338"/>
              <a:ext cx="753873" cy="812559"/>
            </a:xfrm>
            <a:custGeom>
              <a:avLst/>
              <a:gdLst/>
              <a:ahLst/>
              <a:cxnLst/>
              <a:rect l="l" t="t" r="r" b="b"/>
              <a:pathLst>
                <a:path w="20592" h="22195" extrusionOk="0">
                  <a:moveTo>
                    <a:pt x="9270" y="1043"/>
                  </a:moveTo>
                  <a:cubicBezTo>
                    <a:pt x="10180" y="1043"/>
                    <a:pt x="11120" y="1215"/>
                    <a:pt x="12043" y="1552"/>
                  </a:cubicBezTo>
                  <a:cubicBezTo>
                    <a:pt x="19478" y="4270"/>
                    <a:pt x="19538" y="14256"/>
                    <a:pt x="19381" y="17251"/>
                  </a:cubicBezTo>
                  <a:cubicBezTo>
                    <a:pt x="19341" y="18015"/>
                    <a:pt x="19122" y="18727"/>
                    <a:pt x="18749" y="19309"/>
                  </a:cubicBezTo>
                  <a:cubicBezTo>
                    <a:pt x="18418" y="19825"/>
                    <a:pt x="17986" y="20248"/>
                    <a:pt x="17466" y="20566"/>
                  </a:cubicBezTo>
                  <a:cubicBezTo>
                    <a:pt x="16838" y="20950"/>
                    <a:pt x="16079" y="21150"/>
                    <a:pt x="15277" y="21150"/>
                  </a:cubicBezTo>
                  <a:cubicBezTo>
                    <a:pt x="15035" y="21150"/>
                    <a:pt x="14789" y="21132"/>
                    <a:pt x="14541" y="21095"/>
                  </a:cubicBezTo>
                  <a:cubicBezTo>
                    <a:pt x="9178" y="20299"/>
                    <a:pt x="5214" y="15377"/>
                    <a:pt x="3758" y="13297"/>
                  </a:cubicBezTo>
                  <a:cubicBezTo>
                    <a:pt x="3010" y="12233"/>
                    <a:pt x="2511" y="11107"/>
                    <a:pt x="2270" y="9954"/>
                  </a:cubicBezTo>
                  <a:cubicBezTo>
                    <a:pt x="1142" y="4566"/>
                    <a:pt x="5700" y="2074"/>
                    <a:pt x="5894" y="1969"/>
                  </a:cubicBezTo>
                  <a:cubicBezTo>
                    <a:pt x="5908" y="1963"/>
                    <a:pt x="5919" y="1956"/>
                    <a:pt x="5929" y="1948"/>
                  </a:cubicBezTo>
                  <a:cubicBezTo>
                    <a:pt x="6520" y="1574"/>
                    <a:pt x="7217" y="1308"/>
                    <a:pt x="8002" y="1160"/>
                  </a:cubicBezTo>
                  <a:cubicBezTo>
                    <a:pt x="8415" y="1082"/>
                    <a:pt x="8839" y="1043"/>
                    <a:pt x="9270" y="1043"/>
                  </a:cubicBezTo>
                  <a:close/>
                  <a:moveTo>
                    <a:pt x="9275" y="1"/>
                  </a:moveTo>
                  <a:cubicBezTo>
                    <a:pt x="8778" y="1"/>
                    <a:pt x="8289" y="45"/>
                    <a:pt x="7812" y="135"/>
                  </a:cubicBezTo>
                  <a:cubicBezTo>
                    <a:pt x="6901" y="306"/>
                    <a:pt x="6084" y="617"/>
                    <a:pt x="5385" y="1059"/>
                  </a:cubicBezTo>
                  <a:cubicBezTo>
                    <a:pt x="4995" y="1277"/>
                    <a:pt x="1" y="4206"/>
                    <a:pt x="1249" y="10168"/>
                  </a:cubicBezTo>
                  <a:cubicBezTo>
                    <a:pt x="1520" y="11458"/>
                    <a:pt x="2077" y="12714"/>
                    <a:pt x="2905" y="13896"/>
                  </a:cubicBezTo>
                  <a:cubicBezTo>
                    <a:pt x="4808" y="16617"/>
                    <a:pt x="8833" y="21303"/>
                    <a:pt x="14388" y="22128"/>
                  </a:cubicBezTo>
                  <a:cubicBezTo>
                    <a:pt x="14686" y="22173"/>
                    <a:pt x="14983" y="22194"/>
                    <a:pt x="15275" y="22194"/>
                  </a:cubicBezTo>
                  <a:cubicBezTo>
                    <a:pt x="16270" y="22194"/>
                    <a:pt x="17218" y="21941"/>
                    <a:pt x="18011" y="21456"/>
                  </a:cubicBezTo>
                  <a:cubicBezTo>
                    <a:pt x="18667" y="21055"/>
                    <a:pt x="19212" y="20523"/>
                    <a:pt x="19628" y="19872"/>
                  </a:cubicBezTo>
                  <a:cubicBezTo>
                    <a:pt x="20100" y="19139"/>
                    <a:pt x="20375" y="18251"/>
                    <a:pt x="20425" y="17306"/>
                  </a:cubicBezTo>
                  <a:cubicBezTo>
                    <a:pt x="20592" y="14130"/>
                    <a:pt x="20510" y="3536"/>
                    <a:pt x="12403" y="572"/>
                  </a:cubicBezTo>
                  <a:cubicBezTo>
                    <a:pt x="11366" y="193"/>
                    <a:pt x="10306" y="1"/>
                    <a:pt x="92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7"/>
            <p:cNvSpPr/>
            <p:nvPr/>
          </p:nvSpPr>
          <p:spPr>
            <a:xfrm>
              <a:off x="2870382" y="3123731"/>
              <a:ext cx="727404" cy="706170"/>
            </a:xfrm>
            <a:custGeom>
              <a:avLst/>
              <a:gdLst/>
              <a:ahLst/>
              <a:cxnLst/>
              <a:rect l="l" t="t" r="r" b="b"/>
              <a:pathLst>
                <a:path w="19869" h="19289" extrusionOk="0">
                  <a:moveTo>
                    <a:pt x="6281" y="0"/>
                  </a:moveTo>
                  <a:cubicBezTo>
                    <a:pt x="5283" y="0"/>
                    <a:pt x="2691" y="274"/>
                    <a:pt x="1100" y="2939"/>
                  </a:cubicBezTo>
                  <a:cubicBezTo>
                    <a:pt x="260" y="4347"/>
                    <a:pt x="0" y="6077"/>
                    <a:pt x="368" y="7812"/>
                  </a:cubicBezTo>
                  <a:cubicBezTo>
                    <a:pt x="1133" y="11419"/>
                    <a:pt x="4011" y="17693"/>
                    <a:pt x="14702" y="19205"/>
                  </a:cubicBezTo>
                  <a:cubicBezTo>
                    <a:pt x="15097" y="19260"/>
                    <a:pt x="15490" y="19288"/>
                    <a:pt x="15875" y="19288"/>
                  </a:cubicBezTo>
                  <a:cubicBezTo>
                    <a:pt x="16883" y="19288"/>
                    <a:pt x="17849" y="19098"/>
                    <a:pt x="18717" y="18726"/>
                  </a:cubicBezTo>
                  <a:cubicBezTo>
                    <a:pt x="19028" y="18594"/>
                    <a:pt x="19351" y="18389"/>
                    <a:pt x="19569" y="18241"/>
                  </a:cubicBezTo>
                  <a:cubicBezTo>
                    <a:pt x="19806" y="18079"/>
                    <a:pt x="19869" y="17756"/>
                    <a:pt x="19707" y="17518"/>
                  </a:cubicBezTo>
                  <a:cubicBezTo>
                    <a:pt x="19606" y="17370"/>
                    <a:pt x="19442" y="17290"/>
                    <a:pt x="19276" y="17290"/>
                  </a:cubicBezTo>
                  <a:cubicBezTo>
                    <a:pt x="19175" y="17290"/>
                    <a:pt x="19073" y="17319"/>
                    <a:pt x="18984" y="17379"/>
                  </a:cubicBezTo>
                  <a:cubicBezTo>
                    <a:pt x="18730" y="17552"/>
                    <a:pt x="18490" y="17690"/>
                    <a:pt x="18307" y="17768"/>
                  </a:cubicBezTo>
                  <a:cubicBezTo>
                    <a:pt x="17569" y="18083"/>
                    <a:pt x="16742" y="18244"/>
                    <a:pt x="15875" y="18244"/>
                  </a:cubicBezTo>
                  <a:cubicBezTo>
                    <a:pt x="15538" y="18244"/>
                    <a:pt x="15196" y="18220"/>
                    <a:pt x="14850" y="18171"/>
                  </a:cubicBezTo>
                  <a:cubicBezTo>
                    <a:pt x="4787" y="16750"/>
                    <a:pt x="2098" y="10935"/>
                    <a:pt x="1390" y="7594"/>
                  </a:cubicBezTo>
                  <a:cubicBezTo>
                    <a:pt x="1075" y="6119"/>
                    <a:pt x="1291" y="4654"/>
                    <a:pt x="1996" y="3473"/>
                  </a:cubicBezTo>
                  <a:cubicBezTo>
                    <a:pt x="3317" y="1261"/>
                    <a:pt x="5471" y="1043"/>
                    <a:pt x="6268" y="1043"/>
                  </a:cubicBezTo>
                  <a:cubicBezTo>
                    <a:pt x="6442" y="1043"/>
                    <a:pt x="6552" y="1053"/>
                    <a:pt x="6573" y="1055"/>
                  </a:cubicBezTo>
                  <a:cubicBezTo>
                    <a:pt x="6591" y="1057"/>
                    <a:pt x="6609" y="1058"/>
                    <a:pt x="6627" y="1058"/>
                  </a:cubicBezTo>
                  <a:cubicBezTo>
                    <a:pt x="6891" y="1058"/>
                    <a:pt x="7118" y="862"/>
                    <a:pt x="7148" y="594"/>
                  </a:cubicBezTo>
                  <a:cubicBezTo>
                    <a:pt x="7178" y="308"/>
                    <a:pt x="6972" y="50"/>
                    <a:pt x="6686" y="18"/>
                  </a:cubicBezTo>
                  <a:cubicBezTo>
                    <a:pt x="6659" y="15"/>
                    <a:pt x="6513" y="0"/>
                    <a:pt x="62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27"/>
            <p:cNvSpPr/>
            <p:nvPr/>
          </p:nvSpPr>
          <p:spPr>
            <a:xfrm>
              <a:off x="3382226" y="2775021"/>
              <a:ext cx="637710" cy="857406"/>
            </a:xfrm>
            <a:custGeom>
              <a:avLst/>
              <a:gdLst/>
              <a:ahLst/>
              <a:cxnLst/>
              <a:rect l="l" t="t" r="r" b="b"/>
              <a:pathLst>
                <a:path w="17419" h="23420" extrusionOk="0">
                  <a:moveTo>
                    <a:pt x="5752" y="1"/>
                  </a:moveTo>
                  <a:cubicBezTo>
                    <a:pt x="5344" y="1"/>
                    <a:pt x="4934" y="34"/>
                    <a:pt x="4525" y="100"/>
                  </a:cubicBezTo>
                  <a:cubicBezTo>
                    <a:pt x="1802" y="546"/>
                    <a:pt x="599" y="2285"/>
                    <a:pt x="125" y="3283"/>
                  </a:cubicBezTo>
                  <a:cubicBezTo>
                    <a:pt x="1" y="3544"/>
                    <a:pt x="112" y="3853"/>
                    <a:pt x="372" y="3977"/>
                  </a:cubicBezTo>
                  <a:cubicBezTo>
                    <a:pt x="444" y="4012"/>
                    <a:pt x="521" y="4029"/>
                    <a:pt x="596" y="4029"/>
                  </a:cubicBezTo>
                  <a:cubicBezTo>
                    <a:pt x="791" y="4029"/>
                    <a:pt x="977" y="3918"/>
                    <a:pt x="1066" y="3730"/>
                  </a:cubicBezTo>
                  <a:cubicBezTo>
                    <a:pt x="1538" y="2737"/>
                    <a:pt x="2550" y="1479"/>
                    <a:pt x="4692" y="1129"/>
                  </a:cubicBezTo>
                  <a:cubicBezTo>
                    <a:pt x="5044" y="1072"/>
                    <a:pt x="5398" y="1044"/>
                    <a:pt x="5749" y="1044"/>
                  </a:cubicBezTo>
                  <a:cubicBezTo>
                    <a:pt x="8184" y="1044"/>
                    <a:pt x="10536" y="2380"/>
                    <a:pt x="11827" y="4582"/>
                  </a:cubicBezTo>
                  <a:cubicBezTo>
                    <a:pt x="14054" y="8382"/>
                    <a:pt x="16149" y="14399"/>
                    <a:pt x="13491" y="21499"/>
                  </a:cubicBezTo>
                  <a:cubicBezTo>
                    <a:pt x="13289" y="22039"/>
                    <a:pt x="12782" y="22376"/>
                    <a:pt x="12253" y="22376"/>
                  </a:cubicBezTo>
                  <a:cubicBezTo>
                    <a:pt x="12110" y="22376"/>
                    <a:pt x="11966" y="22351"/>
                    <a:pt x="11826" y="22300"/>
                  </a:cubicBezTo>
                  <a:lnTo>
                    <a:pt x="11797" y="22289"/>
                  </a:lnTo>
                  <a:cubicBezTo>
                    <a:pt x="11734" y="22265"/>
                    <a:pt x="11670" y="22253"/>
                    <a:pt x="11607" y="22253"/>
                  </a:cubicBezTo>
                  <a:cubicBezTo>
                    <a:pt x="11399" y="22253"/>
                    <a:pt x="11202" y="22379"/>
                    <a:pt x="11120" y="22585"/>
                  </a:cubicBezTo>
                  <a:cubicBezTo>
                    <a:pt x="11016" y="22854"/>
                    <a:pt x="11150" y="23156"/>
                    <a:pt x="11417" y="23261"/>
                  </a:cubicBezTo>
                  <a:lnTo>
                    <a:pt x="11463" y="23279"/>
                  </a:lnTo>
                  <a:cubicBezTo>
                    <a:pt x="11722" y="23374"/>
                    <a:pt x="11988" y="23419"/>
                    <a:pt x="12250" y="23419"/>
                  </a:cubicBezTo>
                  <a:cubicBezTo>
                    <a:pt x="13202" y="23419"/>
                    <a:pt x="14109" y="22822"/>
                    <a:pt x="14468" y="21866"/>
                  </a:cubicBezTo>
                  <a:cubicBezTo>
                    <a:pt x="17418" y="13986"/>
                    <a:pt x="14645" y="7326"/>
                    <a:pt x="12727" y="4056"/>
                  </a:cubicBezTo>
                  <a:cubicBezTo>
                    <a:pt x="11250" y="1534"/>
                    <a:pt x="8550" y="1"/>
                    <a:pt x="57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27"/>
            <p:cNvSpPr/>
            <p:nvPr/>
          </p:nvSpPr>
          <p:spPr>
            <a:xfrm>
              <a:off x="3215211" y="2749430"/>
              <a:ext cx="334652" cy="117042"/>
            </a:xfrm>
            <a:custGeom>
              <a:avLst/>
              <a:gdLst/>
              <a:ahLst/>
              <a:cxnLst/>
              <a:rect l="l" t="t" r="r" b="b"/>
              <a:pathLst>
                <a:path w="9141" h="3197" extrusionOk="0">
                  <a:moveTo>
                    <a:pt x="5296" y="1"/>
                  </a:moveTo>
                  <a:cubicBezTo>
                    <a:pt x="3692" y="1"/>
                    <a:pt x="1794" y="504"/>
                    <a:pt x="190" y="2331"/>
                  </a:cubicBezTo>
                  <a:cubicBezTo>
                    <a:pt x="0" y="2547"/>
                    <a:pt x="22" y="2876"/>
                    <a:pt x="238" y="3067"/>
                  </a:cubicBezTo>
                  <a:cubicBezTo>
                    <a:pt x="337" y="3154"/>
                    <a:pt x="460" y="3197"/>
                    <a:pt x="582" y="3197"/>
                  </a:cubicBezTo>
                  <a:cubicBezTo>
                    <a:pt x="728" y="3197"/>
                    <a:pt x="873" y="3135"/>
                    <a:pt x="973" y="3018"/>
                  </a:cubicBezTo>
                  <a:cubicBezTo>
                    <a:pt x="2346" y="1454"/>
                    <a:pt x="3956" y="1021"/>
                    <a:pt x="5319" y="1021"/>
                  </a:cubicBezTo>
                  <a:cubicBezTo>
                    <a:pt x="6944" y="1021"/>
                    <a:pt x="8216" y="1637"/>
                    <a:pt x="8311" y="1685"/>
                  </a:cubicBezTo>
                  <a:cubicBezTo>
                    <a:pt x="8387" y="1723"/>
                    <a:pt x="8467" y="1740"/>
                    <a:pt x="8546" y="1740"/>
                  </a:cubicBezTo>
                  <a:cubicBezTo>
                    <a:pt x="8736" y="1740"/>
                    <a:pt x="8920" y="1635"/>
                    <a:pt x="9011" y="1453"/>
                  </a:cubicBezTo>
                  <a:cubicBezTo>
                    <a:pt x="9141" y="1197"/>
                    <a:pt x="9037" y="883"/>
                    <a:pt x="8780" y="754"/>
                  </a:cubicBezTo>
                  <a:cubicBezTo>
                    <a:pt x="8752" y="740"/>
                    <a:pt x="7241" y="1"/>
                    <a:pt x="52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27"/>
            <p:cNvSpPr/>
            <p:nvPr/>
          </p:nvSpPr>
          <p:spPr>
            <a:xfrm>
              <a:off x="2877850" y="2897518"/>
              <a:ext cx="273513" cy="346331"/>
            </a:xfrm>
            <a:custGeom>
              <a:avLst/>
              <a:gdLst/>
              <a:ahLst/>
              <a:cxnLst/>
              <a:rect l="l" t="t" r="r" b="b"/>
              <a:pathLst>
                <a:path w="7471" h="9460" extrusionOk="0">
                  <a:moveTo>
                    <a:pt x="6913" y="1"/>
                  </a:moveTo>
                  <a:cubicBezTo>
                    <a:pt x="6886" y="1"/>
                    <a:pt x="6860" y="3"/>
                    <a:pt x="6833" y="7"/>
                  </a:cubicBezTo>
                  <a:cubicBezTo>
                    <a:pt x="6764" y="18"/>
                    <a:pt x="0" y="1148"/>
                    <a:pt x="1126" y="9012"/>
                  </a:cubicBezTo>
                  <a:cubicBezTo>
                    <a:pt x="1161" y="9273"/>
                    <a:pt x="1386" y="9459"/>
                    <a:pt x="1640" y="9459"/>
                  </a:cubicBezTo>
                  <a:cubicBezTo>
                    <a:pt x="1665" y="9459"/>
                    <a:pt x="1690" y="9458"/>
                    <a:pt x="1716" y="9456"/>
                  </a:cubicBezTo>
                  <a:cubicBezTo>
                    <a:pt x="2000" y="9415"/>
                    <a:pt x="2199" y="9150"/>
                    <a:pt x="2158" y="8865"/>
                  </a:cubicBezTo>
                  <a:cubicBezTo>
                    <a:pt x="1182" y="2040"/>
                    <a:pt x="6751" y="1077"/>
                    <a:pt x="6992" y="1039"/>
                  </a:cubicBezTo>
                  <a:cubicBezTo>
                    <a:pt x="7276" y="994"/>
                    <a:pt x="7470" y="728"/>
                    <a:pt x="7427" y="444"/>
                  </a:cubicBezTo>
                  <a:cubicBezTo>
                    <a:pt x="7388" y="187"/>
                    <a:pt x="7166" y="1"/>
                    <a:pt x="69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27"/>
            <p:cNvSpPr/>
            <p:nvPr/>
          </p:nvSpPr>
          <p:spPr>
            <a:xfrm>
              <a:off x="3102672" y="2629020"/>
              <a:ext cx="175289" cy="436684"/>
            </a:xfrm>
            <a:custGeom>
              <a:avLst/>
              <a:gdLst/>
              <a:ahLst/>
              <a:cxnLst/>
              <a:rect l="l" t="t" r="r" b="b"/>
              <a:pathLst>
                <a:path w="4788" h="11928" extrusionOk="0">
                  <a:moveTo>
                    <a:pt x="3428" y="1"/>
                  </a:moveTo>
                  <a:cubicBezTo>
                    <a:pt x="3094" y="1"/>
                    <a:pt x="2769" y="175"/>
                    <a:pt x="2578" y="465"/>
                  </a:cubicBezTo>
                  <a:cubicBezTo>
                    <a:pt x="1" y="4364"/>
                    <a:pt x="1944" y="10125"/>
                    <a:pt x="2658" y="11927"/>
                  </a:cubicBezTo>
                  <a:cubicBezTo>
                    <a:pt x="3612" y="10947"/>
                    <a:pt x="4511" y="10476"/>
                    <a:pt x="4511" y="10476"/>
                  </a:cubicBezTo>
                  <a:cubicBezTo>
                    <a:pt x="4601" y="10418"/>
                    <a:pt x="4696" y="10360"/>
                    <a:pt x="4788" y="10311"/>
                  </a:cubicBezTo>
                  <a:cubicBezTo>
                    <a:pt x="1760" y="6185"/>
                    <a:pt x="3318" y="2900"/>
                    <a:pt x="4224" y="1572"/>
                  </a:cubicBezTo>
                  <a:cubicBezTo>
                    <a:pt x="4586" y="1043"/>
                    <a:pt x="4368" y="286"/>
                    <a:pt x="3761" y="62"/>
                  </a:cubicBezTo>
                  <a:cubicBezTo>
                    <a:pt x="3754" y="58"/>
                    <a:pt x="3748" y="55"/>
                    <a:pt x="3738" y="53"/>
                  </a:cubicBezTo>
                  <a:cubicBezTo>
                    <a:pt x="3636" y="17"/>
                    <a:pt x="3532" y="1"/>
                    <a:pt x="34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27"/>
            <p:cNvSpPr/>
            <p:nvPr/>
          </p:nvSpPr>
          <p:spPr>
            <a:xfrm>
              <a:off x="3084074" y="2609873"/>
              <a:ext cx="213656" cy="474978"/>
            </a:xfrm>
            <a:custGeom>
              <a:avLst/>
              <a:gdLst/>
              <a:ahLst/>
              <a:cxnLst/>
              <a:rect l="l" t="t" r="r" b="b"/>
              <a:pathLst>
                <a:path w="5836" h="12974" extrusionOk="0">
                  <a:moveTo>
                    <a:pt x="3935" y="1048"/>
                  </a:moveTo>
                  <a:cubicBezTo>
                    <a:pt x="3982" y="1048"/>
                    <a:pt x="4029" y="1056"/>
                    <a:pt x="4074" y="1068"/>
                  </a:cubicBezTo>
                  <a:cubicBezTo>
                    <a:pt x="4080" y="1070"/>
                    <a:pt x="4088" y="1073"/>
                    <a:pt x="4090" y="1074"/>
                  </a:cubicBezTo>
                  <a:cubicBezTo>
                    <a:pt x="4267" y="1139"/>
                    <a:pt x="4337" y="1286"/>
                    <a:pt x="4363" y="1366"/>
                  </a:cubicBezTo>
                  <a:cubicBezTo>
                    <a:pt x="4409" y="1517"/>
                    <a:pt x="4388" y="1676"/>
                    <a:pt x="4301" y="1802"/>
                  </a:cubicBezTo>
                  <a:cubicBezTo>
                    <a:pt x="3423" y="3086"/>
                    <a:pt x="1746" y="6457"/>
                    <a:pt x="4544" y="10671"/>
                  </a:cubicBezTo>
                  <a:cubicBezTo>
                    <a:pt x="4295" y="10824"/>
                    <a:pt x="3868" y="11109"/>
                    <a:pt x="3379" y="11532"/>
                  </a:cubicBezTo>
                  <a:cubicBezTo>
                    <a:pt x="2612" y="9331"/>
                    <a:pt x="1361" y="4547"/>
                    <a:pt x="3522" y="1277"/>
                  </a:cubicBezTo>
                  <a:cubicBezTo>
                    <a:pt x="3616" y="1133"/>
                    <a:pt x="3773" y="1048"/>
                    <a:pt x="3935" y="1048"/>
                  </a:cubicBezTo>
                  <a:close/>
                  <a:moveTo>
                    <a:pt x="3931" y="0"/>
                  </a:moveTo>
                  <a:cubicBezTo>
                    <a:pt x="3431" y="0"/>
                    <a:pt x="2944" y="255"/>
                    <a:pt x="2650" y="701"/>
                  </a:cubicBezTo>
                  <a:cubicBezTo>
                    <a:pt x="1" y="4712"/>
                    <a:pt x="1789" y="10387"/>
                    <a:pt x="2681" y="12643"/>
                  </a:cubicBezTo>
                  <a:cubicBezTo>
                    <a:pt x="2745" y="12807"/>
                    <a:pt x="2889" y="12927"/>
                    <a:pt x="3063" y="12963"/>
                  </a:cubicBezTo>
                  <a:cubicBezTo>
                    <a:pt x="3097" y="12970"/>
                    <a:pt x="3131" y="12973"/>
                    <a:pt x="3166" y="12973"/>
                  </a:cubicBezTo>
                  <a:cubicBezTo>
                    <a:pt x="3304" y="12973"/>
                    <a:pt x="3441" y="12916"/>
                    <a:pt x="3538" y="12813"/>
                  </a:cubicBezTo>
                  <a:cubicBezTo>
                    <a:pt x="4415" y="11909"/>
                    <a:pt x="5250" y="11463"/>
                    <a:pt x="5259" y="11458"/>
                  </a:cubicBezTo>
                  <a:cubicBezTo>
                    <a:pt x="5272" y="11451"/>
                    <a:pt x="5286" y="11443"/>
                    <a:pt x="5299" y="11436"/>
                  </a:cubicBezTo>
                  <a:cubicBezTo>
                    <a:pt x="5380" y="11384"/>
                    <a:pt x="5464" y="11334"/>
                    <a:pt x="5545" y="11289"/>
                  </a:cubicBezTo>
                  <a:cubicBezTo>
                    <a:pt x="5676" y="11218"/>
                    <a:pt x="5771" y="11093"/>
                    <a:pt x="5804" y="10946"/>
                  </a:cubicBezTo>
                  <a:cubicBezTo>
                    <a:pt x="5836" y="10798"/>
                    <a:pt x="5804" y="10645"/>
                    <a:pt x="5714" y="10523"/>
                  </a:cubicBezTo>
                  <a:cubicBezTo>
                    <a:pt x="2959" y="6769"/>
                    <a:pt x="4186" y="3817"/>
                    <a:pt x="5162" y="2390"/>
                  </a:cubicBezTo>
                  <a:cubicBezTo>
                    <a:pt x="5431" y="1996"/>
                    <a:pt x="5502" y="1507"/>
                    <a:pt x="5355" y="1048"/>
                  </a:cubicBezTo>
                  <a:cubicBezTo>
                    <a:pt x="5213" y="603"/>
                    <a:pt x="4883" y="255"/>
                    <a:pt x="4455" y="97"/>
                  </a:cubicBezTo>
                  <a:cubicBezTo>
                    <a:pt x="4446" y="94"/>
                    <a:pt x="4425" y="86"/>
                    <a:pt x="4418" y="83"/>
                  </a:cubicBezTo>
                  <a:cubicBezTo>
                    <a:pt x="4258" y="27"/>
                    <a:pt x="4094" y="0"/>
                    <a:pt x="39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27"/>
            <p:cNvSpPr/>
            <p:nvPr/>
          </p:nvSpPr>
          <p:spPr>
            <a:xfrm>
              <a:off x="3456178" y="3629022"/>
              <a:ext cx="172470" cy="78711"/>
            </a:xfrm>
            <a:custGeom>
              <a:avLst/>
              <a:gdLst/>
              <a:ahLst/>
              <a:cxnLst/>
              <a:rect l="l" t="t" r="r" b="b"/>
              <a:pathLst>
                <a:path w="4711" h="2150" extrusionOk="0">
                  <a:moveTo>
                    <a:pt x="597" y="0"/>
                  </a:moveTo>
                  <a:cubicBezTo>
                    <a:pt x="414" y="0"/>
                    <a:pt x="236" y="96"/>
                    <a:pt x="141" y="267"/>
                  </a:cubicBezTo>
                  <a:cubicBezTo>
                    <a:pt x="1" y="519"/>
                    <a:pt x="89" y="837"/>
                    <a:pt x="342" y="977"/>
                  </a:cubicBezTo>
                  <a:cubicBezTo>
                    <a:pt x="1554" y="1655"/>
                    <a:pt x="2828" y="2050"/>
                    <a:pt x="4129" y="2149"/>
                  </a:cubicBezTo>
                  <a:cubicBezTo>
                    <a:pt x="4143" y="2150"/>
                    <a:pt x="4156" y="2150"/>
                    <a:pt x="4170" y="2150"/>
                  </a:cubicBezTo>
                  <a:cubicBezTo>
                    <a:pt x="4441" y="2150"/>
                    <a:pt x="4668" y="1942"/>
                    <a:pt x="4688" y="1667"/>
                  </a:cubicBezTo>
                  <a:cubicBezTo>
                    <a:pt x="4710" y="1379"/>
                    <a:pt x="4495" y="1128"/>
                    <a:pt x="4208" y="1107"/>
                  </a:cubicBezTo>
                  <a:cubicBezTo>
                    <a:pt x="3059" y="1021"/>
                    <a:pt x="1929" y="670"/>
                    <a:pt x="849" y="66"/>
                  </a:cubicBezTo>
                  <a:cubicBezTo>
                    <a:pt x="770" y="21"/>
                    <a:pt x="683" y="0"/>
                    <a:pt x="5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27"/>
            <p:cNvSpPr/>
            <p:nvPr/>
          </p:nvSpPr>
          <p:spPr>
            <a:xfrm>
              <a:off x="3379919" y="3570885"/>
              <a:ext cx="64873" cy="58796"/>
            </a:xfrm>
            <a:custGeom>
              <a:avLst/>
              <a:gdLst/>
              <a:ahLst/>
              <a:cxnLst/>
              <a:rect l="l" t="t" r="r" b="b"/>
              <a:pathLst>
                <a:path w="1772" h="1606" extrusionOk="0">
                  <a:moveTo>
                    <a:pt x="580" y="1"/>
                  </a:moveTo>
                  <a:cubicBezTo>
                    <a:pt x="455" y="1"/>
                    <a:pt x="330" y="46"/>
                    <a:pt x="230" y="136"/>
                  </a:cubicBezTo>
                  <a:cubicBezTo>
                    <a:pt x="15" y="329"/>
                    <a:pt x="0" y="659"/>
                    <a:pt x="193" y="872"/>
                  </a:cubicBezTo>
                  <a:cubicBezTo>
                    <a:pt x="203" y="882"/>
                    <a:pt x="434" y="1135"/>
                    <a:pt x="851" y="1484"/>
                  </a:cubicBezTo>
                  <a:cubicBezTo>
                    <a:pt x="949" y="1567"/>
                    <a:pt x="1068" y="1606"/>
                    <a:pt x="1185" y="1606"/>
                  </a:cubicBezTo>
                  <a:cubicBezTo>
                    <a:pt x="1335" y="1606"/>
                    <a:pt x="1483" y="1542"/>
                    <a:pt x="1586" y="1418"/>
                  </a:cubicBezTo>
                  <a:cubicBezTo>
                    <a:pt x="1771" y="1197"/>
                    <a:pt x="1741" y="868"/>
                    <a:pt x="1520" y="684"/>
                  </a:cubicBezTo>
                  <a:cubicBezTo>
                    <a:pt x="1166" y="389"/>
                    <a:pt x="973" y="178"/>
                    <a:pt x="965" y="171"/>
                  </a:cubicBezTo>
                  <a:cubicBezTo>
                    <a:pt x="862" y="58"/>
                    <a:pt x="722" y="1"/>
                    <a:pt x="5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5" name="Google Shape;365;p27"/>
          <p:cNvGrpSpPr/>
          <p:nvPr/>
        </p:nvGrpSpPr>
        <p:grpSpPr>
          <a:xfrm>
            <a:off x="7480182" y="88290"/>
            <a:ext cx="1072547" cy="837962"/>
            <a:chOff x="5647901" y="1606758"/>
            <a:chExt cx="1303279" cy="915452"/>
          </a:xfrm>
        </p:grpSpPr>
        <p:sp>
          <p:nvSpPr>
            <p:cNvPr id="366" name="Google Shape;366;p27"/>
            <p:cNvSpPr/>
            <p:nvPr/>
          </p:nvSpPr>
          <p:spPr>
            <a:xfrm>
              <a:off x="5647901" y="1606758"/>
              <a:ext cx="1303279" cy="915452"/>
            </a:xfrm>
            <a:custGeom>
              <a:avLst/>
              <a:gdLst/>
              <a:ahLst/>
              <a:cxnLst/>
              <a:rect l="l" t="t" r="r" b="b"/>
              <a:pathLst>
                <a:path w="43639" h="30653" extrusionOk="0">
                  <a:moveTo>
                    <a:pt x="40791" y="2827"/>
                  </a:moveTo>
                  <a:cubicBezTo>
                    <a:pt x="40810" y="2827"/>
                    <a:pt x="40832" y="2829"/>
                    <a:pt x="40853" y="2832"/>
                  </a:cubicBezTo>
                  <a:cubicBezTo>
                    <a:pt x="41058" y="2851"/>
                    <a:pt x="41227" y="2962"/>
                    <a:pt x="41316" y="3134"/>
                  </a:cubicBezTo>
                  <a:cubicBezTo>
                    <a:pt x="41328" y="3160"/>
                    <a:pt x="41342" y="3186"/>
                    <a:pt x="41354" y="3213"/>
                  </a:cubicBezTo>
                  <a:lnTo>
                    <a:pt x="41355" y="3217"/>
                  </a:lnTo>
                  <a:cubicBezTo>
                    <a:pt x="41478" y="3485"/>
                    <a:pt x="41405" y="3802"/>
                    <a:pt x="41176" y="3989"/>
                  </a:cubicBezTo>
                  <a:cubicBezTo>
                    <a:pt x="40886" y="4223"/>
                    <a:pt x="38279" y="6305"/>
                    <a:pt x="35855" y="7045"/>
                  </a:cubicBezTo>
                  <a:lnTo>
                    <a:pt x="35063" y="7287"/>
                  </a:lnTo>
                  <a:cubicBezTo>
                    <a:pt x="35984" y="6772"/>
                    <a:pt x="38642" y="5177"/>
                    <a:pt x="40252" y="3095"/>
                  </a:cubicBezTo>
                  <a:cubicBezTo>
                    <a:pt x="40383" y="2924"/>
                    <a:pt x="40581" y="2827"/>
                    <a:pt x="40791" y="2827"/>
                  </a:cubicBezTo>
                  <a:close/>
                  <a:moveTo>
                    <a:pt x="23153" y="1970"/>
                  </a:moveTo>
                  <a:cubicBezTo>
                    <a:pt x="25694" y="1970"/>
                    <a:pt x="28270" y="3040"/>
                    <a:pt x="30741" y="5173"/>
                  </a:cubicBezTo>
                  <a:cubicBezTo>
                    <a:pt x="31540" y="5859"/>
                    <a:pt x="32257" y="6643"/>
                    <a:pt x="32871" y="7500"/>
                  </a:cubicBezTo>
                  <a:lnTo>
                    <a:pt x="33572" y="8509"/>
                  </a:lnTo>
                  <a:lnTo>
                    <a:pt x="34400" y="7764"/>
                  </a:lnTo>
                  <a:cubicBezTo>
                    <a:pt x="34465" y="7706"/>
                    <a:pt x="34523" y="7656"/>
                    <a:pt x="34573" y="7613"/>
                  </a:cubicBezTo>
                  <a:lnTo>
                    <a:pt x="35378" y="8607"/>
                  </a:lnTo>
                  <a:cubicBezTo>
                    <a:pt x="37234" y="10899"/>
                    <a:pt x="37203" y="12945"/>
                    <a:pt x="36848" y="14256"/>
                  </a:cubicBezTo>
                  <a:cubicBezTo>
                    <a:pt x="36567" y="15305"/>
                    <a:pt x="35919" y="16311"/>
                    <a:pt x="34966" y="17171"/>
                  </a:cubicBezTo>
                  <a:lnTo>
                    <a:pt x="34751" y="17386"/>
                  </a:lnTo>
                  <a:lnTo>
                    <a:pt x="34681" y="17630"/>
                  </a:lnTo>
                  <a:cubicBezTo>
                    <a:pt x="34138" y="19517"/>
                    <a:pt x="33097" y="21325"/>
                    <a:pt x="31586" y="23003"/>
                  </a:cubicBezTo>
                  <a:cubicBezTo>
                    <a:pt x="28341" y="26615"/>
                    <a:pt x="23601" y="28687"/>
                    <a:pt x="18581" y="28687"/>
                  </a:cubicBezTo>
                  <a:cubicBezTo>
                    <a:pt x="17013" y="28687"/>
                    <a:pt x="15455" y="28482"/>
                    <a:pt x="13949" y="28075"/>
                  </a:cubicBezTo>
                  <a:cubicBezTo>
                    <a:pt x="10054" y="27025"/>
                    <a:pt x="6883" y="24821"/>
                    <a:pt x="4526" y="21525"/>
                  </a:cubicBezTo>
                  <a:cubicBezTo>
                    <a:pt x="4090" y="20915"/>
                    <a:pt x="3677" y="20257"/>
                    <a:pt x="3301" y="19570"/>
                  </a:cubicBezTo>
                  <a:cubicBezTo>
                    <a:pt x="2132" y="17428"/>
                    <a:pt x="2050" y="14927"/>
                    <a:pt x="3074" y="12710"/>
                  </a:cubicBezTo>
                  <a:cubicBezTo>
                    <a:pt x="4109" y="10479"/>
                    <a:pt x="6072" y="8918"/>
                    <a:pt x="8457" y="8428"/>
                  </a:cubicBezTo>
                  <a:lnTo>
                    <a:pt x="8639" y="8391"/>
                  </a:lnTo>
                  <a:cubicBezTo>
                    <a:pt x="11388" y="7846"/>
                    <a:pt x="14031" y="6558"/>
                    <a:pt x="16494" y="4558"/>
                  </a:cubicBezTo>
                  <a:cubicBezTo>
                    <a:pt x="18620" y="2832"/>
                    <a:pt x="20873" y="1970"/>
                    <a:pt x="23153" y="1970"/>
                  </a:cubicBezTo>
                  <a:close/>
                  <a:moveTo>
                    <a:pt x="23148" y="1"/>
                  </a:moveTo>
                  <a:cubicBezTo>
                    <a:pt x="20432" y="1"/>
                    <a:pt x="17744" y="1009"/>
                    <a:pt x="15253" y="3031"/>
                  </a:cubicBezTo>
                  <a:cubicBezTo>
                    <a:pt x="13042" y="4826"/>
                    <a:pt x="10688" y="5979"/>
                    <a:pt x="8257" y="6460"/>
                  </a:cubicBezTo>
                  <a:lnTo>
                    <a:pt x="8068" y="6498"/>
                  </a:lnTo>
                  <a:cubicBezTo>
                    <a:pt x="5060" y="7117"/>
                    <a:pt x="2589" y="9080"/>
                    <a:pt x="1290" y="11884"/>
                  </a:cubicBezTo>
                  <a:cubicBezTo>
                    <a:pt x="1" y="14673"/>
                    <a:pt x="104" y="17817"/>
                    <a:pt x="1575" y="20513"/>
                  </a:cubicBezTo>
                  <a:cubicBezTo>
                    <a:pt x="1991" y="21270"/>
                    <a:pt x="2446" y="21995"/>
                    <a:pt x="2927" y="22668"/>
                  </a:cubicBezTo>
                  <a:cubicBezTo>
                    <a:pt x="5557" y="26342"/>
                    <a:pt x="9093" y="28800"/>
                    <a:pt x="13438" y="29971"/>
                  </a:cubicBezTo>
                  <a:cubicBezTo>
                    <a:pt x="15109" y="30423"/>
                    <a:pt x="16840" y="30653"/>
                    <a:pt x="18582" y="30653"/>
                  </a:cubicBezTo>
                  <a:cubicBezTo>
                    <a:pt x="24160" y="30653"/>
                    <a:pt x="29433" y="28343"/>
                    <a:pt x="33050" y="24320"/>
                  </a:cubicBezTo>
                  <a:cubicBezTo>
                    <a:pt x="34690" y="22497"/>
                    <a:pt x="35849" y="20521"/>
                    <a:pt x="36493" y="18442"/>
                  </a:cubicBezTo>
                  <a:cubicBezTo>
                    <a:pt x="37612" y="17373"/>
                    <a:pt x="38389" y="16108"/>
                    <a:pt x="38749" y="14771"/>
                  </a:cubicBezTo>
                  <a:cubicBezTo>
                    <a:pt x="39164" y="13236"/>
                    <a:pt x="39265" y="10971"/>
                    <a:pt x="37688" y="8460"/>
                  </a:cubicBezTo>
                  <a:cubicBezTo>
                    <a:pt x="39948" y="7472"/>
                    <a:pt x="41975" y="5876"/>
                    <a:pt x="42416" y="5517"/>
                  </a:cubicBezTo>
                  <a:cubicBezTo>
                    <a:pt x="43340" y="4765"/>
                    <a:pt x="43639" y="3484"/>
                    <a:pt x="43143" y="2400"/>
                  </a:cubicBezTo>
                  <a:cubicBezTo>
                    <a:pt x="43118" y="2346"/>
                    <a:pt x="43094" y="2296"/>
                    <a:pt x="43064" y="2238"/>
                  </a:cubicBezTo>
                  <a:cubicBezTo>
                    <a:pt x="42665" y="1463"/>
                    <a:pt x="41905" y="954"/>
                    <a:pt x="41034" y="874"/>
                  </a:cubicBezTo>
                  <a:cubicBezTo>
                    <a:pt x="40948" y="866"/>
                    <a:pt x="40863" y="862"/>
                    <a:pt x="40779" y="862"/>
                  </a:cubicBezTo>
                  <a:cubicBezTo>
                    <a:pt x="39964" y="862"/>
                    <a:pt x="39200" y="1239"/>
                    <a:pt x="38694" y="1893"/>
                  </a:cubicBezTo>
                  <a:cubicBezTo>
                    <a:pt x="37198" y="3829"/>
                    <a:pt x="34497" y="5358"/>
                    <a:pt x="33943" y="5660"/>
                  </a:cubicBezTo>
                  <a:cubicBezTo>
                    <a:pt x="33364" y="4943"/>
                    <a:pt x="32721" y="4280"/>
                    <a:pt x="32024" y="3681"/>
                  </a:cubicBezTo>
                  <a:cubicBezTo>
                    <a:pt x="29182" y="1231"/>
                    <a:pt x="26148" y="1"/>
                    <a:pt x="231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27"/>
            <p:cNvSpPr/>
            <p:nvPr/>
          </p:nvSpPr>
          <p:spPr>
            <a:xfrm>
              <a:off x="5678513" y="1636802"/>
              <a:ext cx="1240413" cy="856050"/>
            </a:xfrm>
            <a:custGeom>
              <a:avLst/>
              <a:gdLst/>
              <a:ahLst/>
              <a:cxnLst/>
              <a:rect l="l" t="t" r="r" b="b"/>
              <a:pathLst>
                <a:path w="41534" h="28664" extrusionOk="0">
                  <a:moveTo>
                    <a:pt x="22121" y="1"/>
                  </a:moveTo>
                  <a:cubicBezTo>
                    <a:pt x="19616" y="1"/>
                    <a:pt x="17140" y="928"/>
                    <a:pt x="14848" y="2790"/>
                  </a:cubicBezTo>
                  <a:cubicBezTo>
                    <a:pt x="12511" y="4687"/>
                    <a:pt x="10013" y="5907"/>
                    <a:pt x="7422" y="6421"/>
                  </a:cubicBezTo>
                  <a:lnTo>
                    <a:pt x="7242" y="6456"/>
                  </a:lnTo>
                  <a:cubicBezTo>
                    <a:pt x="4540" y="7012"/>
                    <a:pt x="2322" y="8773"/>
                    <a:pt x="1156" y="11290"/>
                  </a:cubicBezTo>
                  <a:cubicBezTo>
                    <a:pt x="0" y="13794"/>
                    <a:pt x="92" y="16616"/>
                    <a:pt x="1413" y="19035"/>
                  </a:cubicBezTo>
                  <a:cubicBezTo>
                    <a:pt x="1809" y="19758"/>
                    <a:pt x="2243" y="20449"/>
                    <a:pt x="2702" y="21090"/>
                  </a:cubicBezTo>
                  <a:cubicBezTo>
                    <a:pt x="5195" y="24576"/>
                    <a:pt x="8549" y="26907"/>
                    <a:pt x="12668" y="28018"/>
                  </a:cubicBezTo>
                  <a:cubicBezTo>
                    <a:pt x="14281" y="28453"/>
                    <a:pt x="15925" y="28663"/>
                    <a:pt x="17557" y="28663"/>
                  </a:cubicBezTo>
                  <a:cubicBezTo>
                    <a:pt x="22755" y="28663"/>
                    <a:pt x="27820" y="26520"/>
                    <a:pt x="31293" y="22654"/>
                  </a:cubicBezTo>
                  <a:cubicBezTo>
                    <a:pt x="32915" y="20853"/>
                    <a:pt x="34017" y="18925"/>
                    <a:pt x="34601" y="16895"/>
                  </a:cubicBezTo>
                  <a:lnTo>
                    <a:pt x="34609" y="16887"/>
                  </a:lnTo>
                  <a:cubicBezTo>
                    <a:pt x="35693" y="15905"/>
                    <a:pt x="36441" y="14736"/>
                    <a:pt x="36772" y="13506"/>
                  </a:cubicBezTo>
                  <a:cubicBezTo>
                    <a:pt x="37197" y="11933"/>
                    <a:pt x="37217" y="9575"/>
                    <a:pt x="35116" y="6982"/>
                  </a:cubicBezTo>
                  <a:cubicBezTo>
                    <a:pt x="37709" y="6190"/>
                    <a:pt x="40433" y="4019"/>
                    <a:pt x="40770" y="3746"/>
                  </a:cubicBezTo>
                  <a:cubicBezTo>
                    <a:pt x="41348" y="3276"/>
                    <a:pt x="41533" y="2477"/>
                    <a:pt x="41224" y="1800"/>
                  </a:cubicBezTo>
                  <a:cubicBezTo>
                    <a:pt x="41206" y="1760"/>
                    <a:pt x="41186" y="1721"/>
                    <a:pt x="41166" y="1680"/>
                  </a:cubicBezTo>
                  <a:cubicBezTo>
                    <a:pt x="40922" y="1205"/>
                    <a:pt x="40454" y="894"/>
                    <a:pt x="39918" y="845"/>
                  </a:cubicBezTo>
                  <a:cubicBezTo>
                    <a:pt x="39867" y="841"/>
                    <a:pt x="39816" y="838"/>
                    <a:pt x="39765" y="838"/>
                  </a:cubicBezTo>
                  <a:cubicBezTo>
                    <a:pt x="39251" y="838"/>
                    <a:pt x="38767" y="1074"/>
                    <a:pt x="38448" y="1487"/>
                  </a:cubicBezTo>
                  <a:cubicBezTo>
                    <a:pt x="36629" y="3842"/>
                    <a:pt x="33300" y="5566"/>
                    <a:pt x="33266" y="5583"/>
                  </a:cubicBezTo>
                  <a:cubicBezTo>
                    <a:pt x="33238" y="5598"/>
                    <a:pt x="33210" y="5615"/>
                    <a:pt x="33184" y="5633"/>
                  </a:cubicBezTo>
                  <a:cubicBezTo>
                    <a:pt x="33153" y="5657"/>
                    <a:pt x="32979" y="5792"/>
                    <a:pt x="32720" y="6026"/>
                  </a:cubicBezTo>
                  <a:cubicBezTo>
                    <a:pt x="32695" y="5990"/>
                    <a:pt x="32672" y="5956"/>
                    <a:pt x="32647" y="5922"/>
                  </a:cubicBezTo>
                  <a:cubicBezTo>
                    <a:pt x="31987" y="4998"/>
                    <a:pt x="31216" y="4157"/>
                    <a:pt x="30358" y="3421"/>
                  </a:cubicBezTo>
                  <a:cubicBezTo>
                    <a:pt x="27717" y="1143"/>
                    <a:pt x="24901" y="1"/>
                    <a:pt x="221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27"/>
            <p:cNvSpPr/>
            <p:nvPr/>
          </p:nvSpPr>
          <p:spPr>
            <a:xfrm>
              <a:off x="5709901" y="1699011"/>
              <a:ext cx="960010" cy="730050"/>
            </a:xfrm>
            <a:custGeom>
              <a:avLst/>
              <a:gdLst/>
              <a:ahLst/>
              <a:cxnLst/>
              <a:rect l="l" t="t" r="r" b="b"/>
              <a:pathLst>
                <a:path w="32145" h="24445" extrusionOk="0">
                  <a:moveTo>
                    <a:pt x="21151" y="0"/>
                  </a:moveTo>
                  <a:cubicBezTo>
                    <a:pt x="19333" y="0"/>
                    <a:pt x="17350" y="630"/>
                    <a:pt x="15288" y="2305"/>
                  </a:cubicBezTo>
                  <a:cubicBezTo>
                    <a:pt x="12710" y="4399"/>
                    <a:pt x="9719" y="5954"/>
                    <a:pt x="6461" y="6597"/>
                  </a:cubicBezTo>
                  <a:lnTo>
                    <a:pt x="6299" y="6629"/>
                  </a:lnTo>
                  <a:cubicBezTo>
                    <a:pt x="2158" y="7489"/>
                    <a:pt x="1" y="12122"/>
                    <a:pt x="2029" y="15834"/>
                  </a:cubicBezTo>
                  <a:cubicBezTo>
                    <a:pt x="3667" y="18831"/>
                    <a:pt x="6683" y="22407"/>
                    <a:pt x="12061" y="23857"/>
                  </a:cubicBezTo>
                  <a:cubicBezTo>
                    <a:pt x="13523" y="24251"/>
                    <a:pt x="15014" y="24444"/>
                    <a:pt x="16494" y="24444"/>
                  </a:cubicBezTo>
                  <a:cubicBezTo>
                    <a:pt x="21088" y="24444"/>
                    <a:pt x="25569" y="22582"/>
                    <a:pt x="28713" y="19085"/>
                  </a:cubicBezTo>
                  <a:cubicBezTo>
                    <a:pt x="30633" y="16950"/>
                    <a:pt x="32144" y="14144"/>
                    <a:pt x="31961" y="10676"/>
                  </a:cubicBezTo>
                  <a:cubicBezTo>
                    <a:pt x="31800" y="7656"/>
                    <a:pt x="30274" y="4886"/>
                    <a:pt x="27982" y="2911"/>
                  </a:cubicBezTo>
                  <a:cubicBezTo>
                    <a:pt x="26293" y="1455"/>
                    <a:pt x="23913" y="0"/>
                    <a:pt x="2115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27"/>
            <p:cNvSpPr/>
            <p:nvPr/>
          </p:nvSpPr>
          <p:spPr>
            <a:xfrm>
              <a:off x="5678513" y="1643313"/>
              <a:ext cx="1053249" cy="855961"/>
            </a:xfrm>
            <a:custGeom>
              <a:avLst/>
              <a:gdLst/>
              <a:ahLst/>
              <a:cxnLst/>
              <a:rect l="l" t="t" r="r" b="b"/>
              <a:pathLst>
                <a:path w="35267" h="28661" extrusionOk="0">
                  <a:moveTo>
                    <a:pt x="22119" y="1120"/>
                  </a:moveTo>
                  <a:cubicBezTo>
                    <a:pt x="24653" y="1120"/>
                    <a:pt x="27227" y="2166"/>
                    <a:pt x="29643" y="4249"/>
                  </a:cubicBezTo>
                  <a:cubicBezTo>
                    <a:pt x="30435" y="4929"/>
                    <a:pt x="31147" y="5706"/>
                    <a:pt x="31756" y="6558"/>
                  </a:cubicBezTo>
                  <a:cubicBezTo>
                    <a:pt x="33094" y="8428"/>
                    <a:pt x="33864" y="10574"/>
                    <a:pt x="33982" y="12763"/>
                  </a:cubicBezTo>
                  <a:cubicBezTo>
                    <a:pt x="34158" y="16062"/>
                    <a:pt x="32979" y="19143"/>
                    <a:pt x="30479" y="21920"/>
                  </a:cubicBezTo>
                  <a:cubicBezTo>
                    <a:pt x="27215" y="25552"/>
                    <a:pt x="22453" y="27567"/>
                    <a:pt x="17563" y="27567"/>
                  </a:cubicBezTo>
                  <a:cubicBezTo>
                    <a:pt x="16025" y="27567"/>
                    <a:pt x="14475" y="27368"/>
                    <a:pt x="12954" y="26957"/>
                  </a:cubicBezTo>
                  <a:cubicBezTo>
                    <a:pt x="9084" y="25914"/>
                    <a:pt x="5936" y="23725"/>
                    <a:pt x="3593" y="20451"/>
                  </a:cubicBezTo>
                  <a:cubicBezTo>
                    <a:pt x="3160" y="19845"/>
                    <a:pt x="2748" y="19190"/>
                    <a:pt x="2374" y="18506"/>
                  </a:cubicBezTo>
                  <a:cubicBezTo>
                    <a:pt x="1222" y="16397"/>
                    <a:pt x="1141" y="13934"/>
                    <a:pt x="2152" y="11749"/>
                  </a:cubicBezTo>
                  <a:cubicBezTo>
                    <a:pt x="3171" y="9550"/>
                    <a:pt x="5107" y="8012"/>
                    <a:pt x="7459" y="7528"/>
                  </a:cubicBezTo>
                  <a:lnTo>
                    <a:pt x="7636" y="7493"/>
                  </a:lnTo>
                  <a:cubicBezTo>
                    <a:pt x="10404" y="6945"/>
                    <a:pt x="13062" y="5647"/>
                    <a:pt x="15540" y="3637"/>
                  </a:cubicBezTo>
                  <a:cubicBezTo>
                    <a:pt x="17611" y="1957"/>
                    <a:pt x="19850" y="1120"/>
                    <a:pt x="22119" y="1120"/>
                  </a:cubicBezTo>
                  <a:close/>
                  <a:moveTo>
                    <a:pt x="22121" y="1"/>
                  </a:moveTo>
                  <a:cubicBezTo>
                    <a:pt x="19617" y="1"/>
                    <a:pt x="17141" y="928"/>
                    <a:pt x="14849" y="2788"/>
                  </a:cubicBezTo>
                  <a:cubicBezTo>
                    <a:pt x="12511" y="4684"/>
                    <a:pt x="10012" y="5906"/>
                    <a:pt x="7422" y="6418"/>
                  </a:cubicBezTo>
                  <a:lnTo>
                    <a:pt x="7242" y="6455"/>
                  </a:lnTo>
                  <a:cubicBezTo>
                    <a:pt x="4540" y="7010"/>
                    <a:pt x="2322" y="8773"/>
                    <a:pt x="1156" y="11290"/>
                  </a:cubicBezTo>
                  <a:cubicBezTo>
                    <a:pt x="0" y="13793"/>
                    <a:pt x="93" y="16615"/>
                    <a:pt x="1413" y="19034"/>
                  </a:cubicBezTo>
                  <a:cubicBezTo>
                    <a:pt x="1809" y="19756"/>
                    <a:pt x="2243" y="20448"/>
                    <a:pt x="2702" y="21089"/>
                  </a:cubicBezTo>
                  <a:cubicBezTo>
                    <a:pt x="5195" y="24574"/>
                    <a:pt x="8549" y="26905"/>
                    <a:pt x="12668" y="28016"/>
                  </a:cubicBezTo>
                  <a:cubicBezTo>
                    <a:pt x="14281" y="28449"/>
                    <a:pt x="15925" y="28661"/>
                    <a:pt x="17557" y="28661"/>
                  </a:cubicBezTo>
                  <a:cubicBezTo>
                    <a:pt x="22755" y="28661"/>
                    <a:pt x="27819" y="26518"/>
                    <a:pt x="31293" y="22653"/>
                  </a:cubicBezTo>
                  <a:cubicBezTo>
                    <a:pt x="33994" y="19651"/>
                    <a:pt x="35267" y="16305"/>
                    <a:pt x="35076" y="12705"/>
                  </a:cubicBezTo>
                  <a:cubicBezTo>
                    <a:pt x="34946" y="10305"/>
                    <a:pt x="34106" y="7959"/>
                    <a:pt x="32648" y="5921"/>
                  </a:cubicBezTo>
                  <a:cubicBezTo>
                    <a:pt x="31987" y="4998"/>
                    <a:pt x="31216" y="4157"/>
                    <a:pt x="30358" y="3419"/>
                  </a:cubicBezTo>
                  <a:cubicBezTo>
                    <a:pt x="27717" y="1143"/>
                    <a:pt x="24901" y="1"/>
                    <a:pt x="221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7"/>
            <p:cNvSpPr/>
            <p:nvPr/>
          </p:nvSpPr>
          <p:spPr>
            <a:xfrm>
              <a:off x="6442967" y="1824593"/>
              <a:ext cx="332756" cy="409897"/>
            </a:xfrm>
            <a:custGeom>
              <a:avLst/>
              <a:gdLst/>
              <a:ahLst/>
              <a:cxnLst/>
              <a:rect l="l" t="t" r="r" b="b"/>
              <a:pathLst>
                <a:path w="11142" h="13725" extrusionOk="0">
                  <a:moveTo>
                    <a:pt x="7919" y="0"/>
                  </a:moveTo>
                  <a:cubicBezTo>
                    <a:pt x="7919" y="0"/>
                    <a:pt x="1" y="6018"/>
                    <a:pt x="6427" y="13724"/>
                  </a:cubicBezTo>
                  <a:cubicBezTo>
                    <a:pt x="6427" y="13724"/>
                    <a:pt x="6442" y="12405"/>
                    <a:pt x="8647" y="10410"/>
                  </a:cubicBezTo>
                  <a:cubicBezTo>
                    <a:pt x="9581" y="9566"/>
                    <a:pt x="10322" y="8509"/>
                    <a:pt x="10650" y="7292"/>
                  </a:cubicBezTo>
                  <a:cubicBezTo>
                    <a:pt x="11142" y="5464"/>
                    <a:pt x="10964" y="2838"/>
                    <a:pt x="7919" y="0"/>
                  </a:cubicBezTo>
                  <a:close/>
                </a:path>
              </a:pathLst>
            </a:custGeom>
            <a:solidFill>
              <a:srgbClr val="00BB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7"/>
            <p:cNvSpPr/>
            <p:nvPr/>
          </p:nvSpPr>
          <p:spPr>
            <a:xfrm>
              <a:off x="6679468" y="1684676"/>
              <a:ext cx="221539" cy="155597"/>
            </a:xfrm>
            <a:custGeom>
              <a:avLst/>
              <a:gdLst/>
              <a:ahLst/>
              <a:cxnLst/>
              <a:rect l="l" t="t" r="r" b="b"/>
              <a:pathLst>
                <a:path w="7418" h="5210" extrusionOk="0">
                  <a:moveTo>
                    <a:pt x="6253" y="1"/>
                  </a:moveTo>
                  <a:cubicBezTo>
                    <a:pt x="5925" y="1"/>
                    <a:pt x="5591" y="147"/>
                    <a:pt x="5367" y="437"/>
                  </a:cubicBezTo>
                  <a:cubicBezTo>
                    <a:pt x="3447" y="2922"/>
                    <a:pt x="0" y="4685"/>
                    <a:pt x="0" y="4685"/>
                  </a:cubicBezTo>
                  <a:lnTo>
                    <a:pt x="533" y="5209"/>
                  </a:lnTo>
                  <a:cubicBezTo>
                    <a:pt x="2882" y="5014"/>
                    <a:pt x="5737" y="2887"/>
                    <a:pt x="6911" y="1935"/>
                  </a:cubicBezTo>
                  <a:cubicBezTo>
                    <a:pt x="7295" y="1623"/>
                    <a:pt x="7418" y="1091"/>
                    <a:pt x="7212" y="642"/>
                  </a:cubicBezTo>
                  <a:cubicBezTo>
                    <a:pt x="7196" y="610"/>
                    <a:pt x="7181" y="577"/>
                    <a:pt x="7164" y="546"/>
                  </a:cubicBezTo>
                  <a:cubicBezTo>
                    <a:pt x="6977" y="182"/>
                    <a:pt x="6619" y="1"/>
                    <a:pt x="6253" y="1"/>
                  </a:cubicBezTo>
                  <a:close/>
                </a:path>
              </a:pathLst>
            </a:custGeom>
            <a:solidFill>
              <a:srgbClr val="00BB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27"/>
            <p:cNvSpPr/>
            <p:nvPr/>
          </p:nvSpPr>
          <p:spPr>
            <a:xfrm>
              <a:off x="6536415" y="1668310"/>
              <a:ext cx="382541" cy="582666"/>
            </a:xfrm>
            <a:custGeom>
              <a:avLst/>
              <a:gdLst/>
              <a:ahLst/>
              <a:cxnLst/>
              <a:rect l="l" t="t" r="r" b="b"/>
              <a:pathLst>
                <a:path w="12809" h="19510" extrusionOk="0">
                  <a:moveTo>
                    <a:pt x="11040" y="1095"/>
                  </a:moveTo>
                  <a:cubicBezTo>
                    <a:pt x="11057" y="1095"/>
                    <a:pt x="11074" y="1097"/>
                    <a:pt x="11092" y="1097"/>
                  </a:cubicBezTo>
                  <a:cubicBezTo>
                    <a:pt x="11189" y="1106"/>
                    <a:pt x="11367" y="1149"/>
                    <a:pt x="11468" y="1346"/>
                  </a:cubicBezTo>
                  <a:cubicBezTo>
                    <a:pt x="11480" y="1369"/>
                    <a:pt x="11491" y="1394"/>
                    <a:pt x="11501" y="1417"/>
                  </a:cubicBezTo>
                  <a:cubicBezTo>
                    <a:pt x="11604" y="1639"/>
                    <a:pt x="11544" y="1902"/>
                    <a:pt x="11355" y="2055"/>
                  </a:cubicBezTo>
                  <a:cubicBezTo>
                    <a:pt x="10256" y="2948"/>
                    <a:pt x="8098" y="4436"/>
                    <a:pt x="6199" y="5053"/>
                  </a:cubicBezTo>
                  <a:cubicBezTo>
                    <a:pt x="7411" y="4303"/>
                    <a:pt x="9307" y="2975"/>
                    <a:pt x="10588" y="1317"/>
                  </a:cubicBezTo>
                  <a:cubicBezTo>
                    <a:pt x="10698" y="1176"/>
                    <a:pt x="10864" y="1095"/>
                    <a:pt x="11040" y="1095"/>
                  </a:cubicBezTo>
                  <a:close/>
                  <a:moveTo>
                    <a:pt x="4840" y="5904"/>
                  </a:moveTo>
                  <a:cubicBezTo>
                    <a:pt x="4856" y="6012"/>
                    <a:pt x="4906" y="6115"/>
                    <a:pt x="4985" y="6200"/>
                  </a:cubicBezTo>
                  <a:cubicBezTo>
                    <a:pt x="6883" y="8203"/>
                    <a:pt x="7558" y="10284"/>
                    <a:pt x="6992" y="12384"/>
                  </a:cubicBezTo>
                  <a:cubicBezTo>
                    <a:pt x="6713" y="13411"/>
                    <a:pt x="6077" y="14400"/>
                    <a:pt x="5150" y="15238"/>
                  </a:cubicBezTo>
                  <a:cubicBezTo>
                    <a:pt x="4005" y="16273"/>
                    <a:pt x="3407" y="17153"/>
                    <a:pt x="3093" y="17798"/>
                  </a:cubicBezTo>
                  <a:cubicBezTo>
                    <a:pt x="1734" y="15891"/>
                    <a:pt x="1157" y="13949"/>
                    <a:pt x="1375" y="12008"/>
                  </a:cubicBezTo>
                  <a:cubicBezTo>
                    <a:pt x="1723" y="8901"/>
                    <a:pt x="4030" y="6619"/>
                    <a:pt x="4840" y="5904"/>
                  </a:cubicBezTo>
                  <a:close/>
                  <a:moveTo>
                    <a:pt x="11035" y="1"/>
                  </a:moveTo>
                  <a:cubicBezTo>
                    <a:pt x="10524" y="1"/>
                    <a:pt x="10040" y="237"/>
                    <a:pt x="9722" y="650"/>
                  </a:cubicBezTo>
                  <a:cubicBezTo>
                    <a:pt x="7903" y="3004"/>
                    <a:pt x="4575" y="4727"/>
                    <a:pt x="4540" y="4745"/>
                  </a:cubicBezTo>
                  <a:cubicBezTo>
                    <a:pt x="4511" y="4760"/>
                    <a:pt x="4484" y="4777"/>
                    <a:pt x="4458" y="4795"/>
                  </a:cubicBezTo>
                  <a:cubicBezTo>
                    <a:pt x="4307" y="4911"/>
                    <a:pt x="768" y="7646"/>
                    <a:pt x="288" y="11876"/>
                  </a:cubicBezTo>
                  <a:cubicBezTo>
                    <a:pt x="0" y="14403"/>
                    <a:pt x="871" y="16904"/>
                    <a:pt x="2876" y="19308"/>
                  </a:cubicBezTo>
                  <a:cubicBezTo>
                    <a:pt x="2984" y="19436"/>
                    <a:pt x="3142" y="19509"/>
                    <a:pt x="3303" y="19509"/>
                  </a:cubicBezTo>
                  <a:cubicBezTo>
                    <a:pt x="3363" y="19509"/>
                    <a:pt x="3422" y="19501"/>
                    <a:pt x="3478" y="19477"/>
                  </a:cubicBezTo>
                  <a:cubicBezTo>
                    <a:pt x="3694" y="19400"/>
                    <a:pt x="3839" y="19204"/>
                    <a:pt x="3843" y="18974"/>
                  </a:cubicBezTo>
                  <a:cubicBezTo>
                    <a:pt x="3844" y="18964"/>
                    <a:pt x="3935" y="17810"/>
                    <a:pt x="5883" y="16047"/>
                  </a:cubicBezTo>
                  <a:cubicBezTo>
                    <a:pt x="6967" y="15066"/>
                    <a:pt x="7715" y="13898"/>
                    <a:pt x="8048" y="12666"/>
                  </a:cubicBezTo>
                  <a:cubicBezTo>
                    <a:pt x="8473" y="11092"/>
                    <a:pt x="8492" y="8735"/>
                    <a:pt x="6392" y="6141"/>
                  </a:cubicBezTo>
                  <a:cubicBezTo>
                    <a:pt x="8986" y="5350"/>
                    <a:pt x="11711" y="3179"/>
                    <a:pt x="12045" y="2906"/>
                  </a:cubicBezTo>
                  <a:cubicBezTo>
                    <a:pt x="12622" y="2437"/>
                    <a:pt x="12809" y="1638"/>
                    <a:pt x="12497" y="958"/>
                  </a:cubicBezTo>
                  <a:cubicBezTo>
                    <a:pt x="12477" y="917"/>
                    <a:pt x="12459" y="877"/>
                    <a:pt x="12440" y="842"/>
                  </a:cubicBezTo>
                  <a:cubicBezTo>
                    <a:pt x="12196" y="369"/>
                    <a:pt x="11730" y="57"/>
                    <a:pt x="11192" y="8"/>
                  </a:cubicBezTo>
                  <a:cubicBezTo>
                    <a:pt x="11139" y="3"/>
                    <a:pt x="11087" y="1"/>
                    <a:pt x="110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27"/>
            <p:cNvSpPr/>
            <p:nvPr/>
          </p:nvSpPr>
          <p:spPr>
            <a:xfrm>
              <a:off x="6133566" y="2369540"/>
              <a:ext cx="57908" cy="33897"/>
            </a:xfrm>
            <a:custGeom>
              <a:avLst/>
              <a:gdLst/>
              <a:ahLst/>
              <a:cxnLst/>
              <a:rect l="l" t="t" r="r" b="b"/>
              <a:pathLst>
                <a:path w="1939" h="1135" extrusionOk="0">
                  <a:moveTo>
                    <a:pt x="1364" y="0"/>
                  </a:moveTo>
                  <a:cubicBezTo>
                    <a:pt x="1346" y="0"/>
                    <a:pt x="1328" y="1"/>
                    <a:pt x="1309" y="3"/>
                  </a:cubicBezTo>
                  <a:cubicBezTo>
                    <a:pt x="1075" y="27"/>
                    <a:pt x="832" y="39"/>
                    <a:pt x="585" y="39"/>
                  </a:cubicBezTo>
                  <a:cubicBezTo>
                    <a:pt x="577" y="39"/>
                    <a:pt x="569" y="38"/>
                    <a:pt x="561" y="38"/>
                  </a:cubicBezTo>
                  <a:cubicBezTo>
                    <a:pt x="557" y="38"/>
                    <a:pt x="553" y="38"/>
                    <a:pt x="548" y="39"/>
                  </a:cubicBezTo>
                  <a:cubicBezTo>
                    <a:pt x="248" y="39"/>
                    <a:pt x="2" y="282"/>
                    <a:pt x="1" y="584"/>
                  </a:cubicBezTo>
                  <a:cubicBezTo>
                    <a:pt x="0" y="886"/>
                    <a:pt x="245" y="1133"/>
                    <a:pt x="547" y="1134"/>
                  </a:cubicBezTo>
                  <a:lnTo>
                    <a:pt x="586" y="1134"/>
                  </a:lnTo>
                  <a:cubicBezTo>
                    <a:pt x="868" y="1134"/>
                    <a:pt x="1149" y="1122"/>
                    <a:pt x="1417" y="1092"/>
                  </a:cubicBezTo>
                  <a:cubicBezTo>
                    <a:pt x="1718" y="1063"/>
                    <a:pt x="1938" y="795"/>
                    <a:pt x="1908" y="494"/>
                  </a:cubicBezTo>
                  <a:cubicBezTo>
                    <a:pt x="1881" y="212"/>
                    <a:pt x="1641" y="0"/>
                    <a:pt x="13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27"/>
            <p:cNvSpPr/>
            <p:nvPr/>
          </p:nvSpPr>
          <p:spPr>
            <a:xfrm>
              <a:off x="5978536" y="2318560"/>
              <a:ext cx="139022" cy="74244"/>
            </a:xfrm>
            <a:custGeom>
              <a:avLst/>
              <a:gdLst/>
              <a:ahLst/>
              <a:cxnLst/>
              <a:rect l="l" t="t" r="r" b="b"/>
              <a:pathLst>
                <a:path w="4655" h="2486" extrusionOk="0">
                  <a:moveTo>
                    <a:pt x="627" y="1"/>
                  </a:moveTo>
                  <a:cubicBezTo>
                    <a:pt x="441" y="1"/>
                    <a:pt x="259" y="96"/>
                    <a:pt x="156" y="267"/>
                  </a:cubicBezTo>
                  <a:cubicBezTo>
                    <a:pt x="1" y="526"/>
                    <a:pt x="86" y="863"/>
                    <a:pt x="345" y="1018"/>
                  </a:cubicBezTo>
                  <a:cubicBezTo>
                    <a:pt x="406" y="1055"/>
                    <a:pt x="1892" y="1937"/>
                    <a:pt x="3909" y="2467"/>
                  </a:cubicBezTo>
                  <a:cubicBezTo>
                    <a:pt x="3956" y="2480"/>
                    <a:pt x="4003" y="2486"/>
                    <a:pt x="4049" y="2486"/>
                  </a:cubicBezTo>
                  <a:cubicBezTo>
                    <a:pt x="4292" y="2486"/>
                    <a:pt x="4513" y="2323"/>
                    <a:pt x="4578" y="2077"/>
                  </a:cubicBezTo>
                  <a:cubicBezTo>
                    <a:pt x="4654" y="1785"/>
                    <a:pt x="4478" y="1486"/>
                    <a:pt x="4186" y="1408"/>
                  </a:cubicBezTo>
                  <a:cubicBezTo>
                    <a:pt x="2328" y="920"/>
                    <a:pt x="921" y="86"/>
                    <a:pt x="907" y="79"/>
                  </a:cubicBezTo>
                  <a:cubicBezTo>
                    <a:pt x="819" y="26"/>
                    <a:pt x="722" y="1"/>
                    <a:pt x="6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5" name="Google Shape;375;p27"/>
          <p:cNvGrpSpPr/>
          <p:nvPr/>
        </p:nvGrpSpPr>
        <p:grpSpPr>
          <a:xfrm>
            <a:off x="7715203" y="3380967"/>
            <a:ext cx="1262615" cy="1107091"/>
            <a:chOff x="6841358" y="2997754"/>
            <a:chExt cx="1766963" cy="1606237"/>
          </a:xfrm>
        </p:grpSpPr>
        <p:sp>
          <p:nvSpPr>
            <p:cNvPr id="376" name="Google Shape;376;p27"/>
            <p:cNvSpPr/>
            <p:nvPr/>
          </p:nvSpPr>
          <p:spPr>
            <a:xfrm rot="-508132">
              <a:off x="6935006" y="3106503"/>
              <a:ext cx="1579666" cy="1388739"/>
            </a:xfrm>
            <a:custGeom>
              <a:avLst/>
              <a:gdLst/>
              <a:ahLst/>
              <a:cxnLst/>
              <a:rect l="l" t="t" r="r" b="b"/>
              <a:pathLst>
                <a:path w="39904" h="35081" extrusionOk="0">
                  <a:moveTo>
                    <a:pt x="2926" y="8856"/>
                  </a:moveTo>
                  <a:cubicBezTo>
                    <a:pt x="3370" y="8856"/>
                    <a:pt x="3780" y="9133"/>
                    <a:pt x="3936" y="9571"/>
                  </a:cubicBezTo>
                  <a:cubicBezTo>
                    <a:pt x="4973" y="12509"/>
                    <a:pt x="7911" y="18889"/>
                    <a:pt x="13875" y="18889"/>
                  </a:cubicBezTo>
                  <a:cubicBezTo>
                    <a:pt x="13876" y="18889"/>
                    <a:pt x="13876" y="18889"/>
                    <a:pt x="13877" y="18889"/>
                  </a:cubicBezTo>
                  <a:cubicBezTo>
                    <a:pt x="14428" y="18889"/>
                    <a:pt x="15008" y="18835"/>
                    <a:pt x="15612" y="18718"/>
                  </a:cubicBezTo>
                  <a:lnTo>
                    <a:pt x="15634" y="18715"/>
                  </a:lnTo>
                  <a:lnTo>
                    <a:pt x="15634" y="18715"/>
                  </a:lnTo>
                  <a:lnTo>
                    <a:pt x="15547" y="18738"/>
                  </a:lnTo>
                  <a:cubicBezTo>
                    <a:pt x="14956" y="18901"/>
                    <a:pt x="14008" y="19095"/>
                    <a:pt x="12853" y="19095"/>
                  </a:cubicBezTo>
                  <a:cubicBezTo>
                    <a:pt x="9619" y="19095"/>
                    <a:pt x="5100" y="17574"/>
                    <a:pt x="1944" y="10326"/>
                  </a:cubicBezTo>
                  <a:cubicBezTo>
                    <a:pt x="1825" y="10053"/>
                    <a:pt x="1826" y="9739"/>
                    <a:pt x="1947" y="9465"/>
                  </a:cubicBezTo>
                  <a:cubicBezTo>
                    <a:pt x="2064" y="9204"/>
                    <a:pt x="2263" y="9020"/>
                    <a:pt x="2525" y="8931"/>
                  </a:cubicBezTo>
                  <a:cubicBezTo>
                    <a:pt x="2559" y="8919"/>
                    <a:pt x="2593" y="8909"/>
                    <a:pt x="2628" y="8899"/>
                  </a:cubicBezTo>
                  <a:cubicBezTo>
                    <a:pt x="2727" y="8870"/>
                    <a:pt x="2827" y="8856"/>
                    <a:pt x="2926" y="8856"/>
                  </a:cubicBezTo>
                  <a:close/>
                  <a:moveTo>
                    <a:pt x="20505" y="1773"/>
                  </a:moveTo>
                  <a:cubicBezTo>
                    <a:pt x="20882" y="1773"/>
                    <a:pt x="21258" y="1892"/>
                    <a:pt x="21572" y="2116"/>
                  </a:cubicBezTo>
                  <a:cubicBezTo>
                    <a:pt x="21971" y="2399"/>
                    <a:pt x="22240" y="2838"/>
                    <a:pt x="22307" y="3323"/>
                  </a:cubicBezTo>
                  <a:cubicBezTo>
                    <a:pt x="22368" y="3755"/>
                    <a:pt x="22428" y="4428"/>
                    <a:pt x="22370" y="5183"/>
                  </a:cubicBezTo>
                  <a:lnTo>
                    <a:pt x="22320" y="5849"/>
                  </a:lnTo>
                  <a:lnTo>
                    <a:pt x="22945" y="6082"/>
                  </a:lnTo>
                  <a:cubicBezTo>
                    <a:pt x="23221" y="6186"/>
                    <a:pt x="23465" y="6348"/>
                    <a:pt x="23669" y="6572"/>
                  </a:cubicBezTo>
                  <a:cubicBezTo>
                    <a:pt x="23932" y="6855"/>
                    <a:pt x="24099" y="7208"/>
                    <a:pt x="24153" y="7588"/>
                  </a:cubicBezTo>
                  <a:lnTo>
                    <a:pt x="24306" y="8683"/>
                  </a:lnTo>
                  <a:lnTo>
                    <a:pt x="25291" y="8314"/>
                  </a:lnTo>
                  <a:cubicBezTo>
                    <a:pt x="25436" y="8306"/>
                    <a:pt x="25580" y="8301"/>
                    <a:pt x="25724" y="8301"/>
                  </a:cubicBezTo>
                  <a:cubicBezTo>
                    <a:pt x="28617" y="8301"/>
                    <a:pt x="31210" y="10050"/>
                    <a:pt x="32273" y="12776"/>
                  </a:cubicBezTo>
                  <a:cubicBezTo>
                    <a:pt x="32907" y="14406"/>
                    <a:pt x="32912" y="16204"/>
                    <a:pt x="32284" y="17838"/>
                  </a:cubicBezTo>
                  <a:lnTo>
                    <a:pt x="31898" y="18842"/>
                  </a:lnTo>
                  <a:lnTo>
                    <a:pt x="32956" y="19030"/>
                  </a:lnTo>
                  <a:cubicBezTo>
                    <a:pt x="33121" y="19060"/>
                    <a:pt x="33261" y="19087"/>
                    <a:pt x="33374" y="19110"/>
                  </a:cubicBezTo>
                  <a:lnTo>
                    <a:pt x="33943" y="19230"/>
                  </a:lnTo>
                  <a:lnTo>
                    <a:pt x="34072" y="19049"/>
                  </a:lnTo>
                  <a:cubicBezTo>
                    <a:pt x="35595" y="19843"/>
                    <a:pt x="36767" y="21148"/>
                    <a:pt x="37394" y="22756"/>
                  </a:cubicBezTo>
                  <a:cubicBezTo>
                    <a:pt x="38084" y="24523"/>
                    <a:pt x="38043" y="26456"/>
                    <a:pt x="37278" y="28197"/>
                  </a:cubicBezTo>
                  <a:cubicBezTo>
                    <a:pt x="36514" y="29939"/>
                    <a:pt x="35121" y="31278"/>
                    <a:pt x="33354" y="31966"/>
                  </a:cubicBezTo>
                  <a:cubicBezTo>
                    <a:pt x="32730" y="32209"/>
                    <a:pt x="31950" y="32337"/>
                    <a:pt x="31094" y="32337"/>
                  </a:cubicBezTo>
                  <a:lnTo>
                    <a:pt x="31092" y="32337"/>
                  </a:lnTo>
                  <a:cubicBezTo>
                    <a:pt x="29170" y="32337"/>
                    <a:pt x="27272" y="31699"/>
                    <a:pt x="26139" y="30670"/>
                  </a:cubicBezTo>
                  <a:lnTo>
                    <a:pt x="25444" y="30039"/>
                  </a:lnTo>
                  <a:lnTo>
                    <a:pt x="24854" y="30768"/>
                  </a:lnTo>
                  <a:cubicBezTo>
                    <a:pt x="24839" y="30788"/>
                    <a:pt x="24824" y="30806"/>
                    <a:pt x="24807" y="30828"/>
                  </a:cubicBezTo>
                  <a:cubicBezTo>
                    <a:pt x="24067" y="31717"/>
                    <a:pt x="23102" y="32412"/>
                    <a:pt x="22021" y="32833"/>
                  </a:cubicBezTo>
                  <a:cubicBezTo>
                    <a:pt x="21220" y="33146"/>
                    <a:pt x="20381" y="33306"/>
                    <a:pt x="19528" y="33306"/>
                  </a:cubicBezTo>
                  <a:cubicBezTo>
                    <a:pt x="16704" y="33306"/>
                    <a:pt x="14120" y="31543"/>
                    <a:pt x="13096" y="28917"/>
                  </a:cubicBezTo>
                  <a:cubicBezTo>
                    <a:pt x="11841" y="25700"/>
                    <a:pt x="13180" y="22025"/>
                    <a:pt x="16208" y="20370"/>
                  </a:cubicBezTo>
                  <a:lnTo>
                    <a:pt x="22927" y="16699"/>
                  </a:lnTo>
                  <a:lnTo>
                    <a:pt x="17278" y="18260"/>
                  </a:lnTo>
                  <a:lnTo>
                    <a:pt x="16023" y="17176"/>
                  </a:lnTo>
                  <a:cubicBezTo>
                    <a:pt x="14140" y="15550"/>
                    <a:pt x="12854" y="13481"/>
                    <a:pt x="12205" y="11027"/>
                  </a:cubicBezTo>
                  <a:cubicBezTo>
                    <a:pt x="12001" y="10271"/>
                    <a:pt x="12356" y="9491"/>
                    <a:pt x="13081" y="9124"/>
                  </a:cubicBezTo>
                  <a:lnTo>
                    <a:pt x="13622" y="8865"/>
                  </a:lnTo>
                  <a:lnTo>
                    <a:pt x="13582" y="8267"/>
                  </a:lnTo>
                  <a:cubicBezTo>
                    <a:pt x="13500" y="7025"/>
                    <a:pt x="13709" y="5915"/>
                    <a:pt x="14204" y="4966"/>
                  </a:cubicBezTo>
                  <a:cubicBezTo>
                    <a:pt x="14380" y="4628"/>
                    <a:pt x="14654" y="4358"/>
                    <a:pt x="14995" y="4184"/>
                  </a:cubicBezTo>
                  <a:cubicBezTo>
                    <a:pt x="15261" y="4049"/>
                    <a:pt x="15548" y="3980"/>
                    <a:pt x="15834" y="3980"/>
                  </a:cubicBezTo>
                  <a:cubicBezTo>
                    <a:pt x="16004" y="3980"/>
                    <a:pt x="16173" y="4005"/>
                    <a:pt x="16338" y="4054"/>
                  </a:cubicBezTo>
                  <a:lnTo>
                    <a:pt x="16929" y="4227"/>
                  </a:lnTo>
                  <a:lnTo>
                    <a:pt x="17297" y="3735"/>
                  </a:lnTo>
                  <a:cubicBezTo>
                    <a:pt x="17826" y="3032"/>
                    <a:pt x="18429" y="2507"/>
                    <a:pt x="19095" y="2172"/>
                  </a:cubicBezTo>
                  <a:cubicBezTo>
                    <a:pt x="19429" y="2001"/>
                    <a:pt x="19786" y="1878"/>
                    <a:pt x="20159" y="1807"/>
                  </a:cubicBezTo>
                  <a:cubicBezTo>
                    <a:pt x="20274" y="1784"/>
                    <a:pt x="20390" y="1773"/>
                    <a:pt x="20505" y="1773"/>
                  </a:cubicBezTo>
                  <a:close/>
                  <a:moveTo>
                    <a:pt x="20500" y="0"/>
                  </a:moveTo>
                  <a:cubicBezTo>
                    <a:pt x="20271" y="0"/>
                    <a:pt x="20042" y="22"/>
                    <a:pt x="19817" y="67"/>
                  </a:cubicBezTo>
                  <a:cubicBezTo>
                    <a:pt x="19285" y="169"/>
                    <a:pt x="18769" y="346"/>
                    <a:pt x="18289" y="590"/>
                  </a:cubicBezTo>
                  <a:cubicBezTo>
                    <a:pt x="17532" y="973"/>
                    <a:pt x="16842" y="1523"/>
                    <a:pt x="16233" y="2229"/>
                  </a:cubicBezTo>
                  <a:cubicBezTo>
                    <a:pt x="16101" y="2214"/>
                    <a:pt x="15968" y="2207"/>
                    <a:pt x="15835" y="2207"/>
                  </a:cubicBezTo>
                  <a:cubicBezTo>
                    <a:pt x="15272" y="2207"/>
                    <a:pt x="14710" y="2340"/>
                    <a:pt x="14190" y="2603"/>
                  </a:cubicBezTo>
                  <a:cubicBezTo>
                    <a:pt x="13516" y="2946"/>
                    <a:pt x="12976" y="3482"/>
                    <a:pt x="12629" y="4148"/>
                  </a:cubicBezTo>
                  <a:cubicBezTo>
                    <a:pt x="12059" y="5243"/>
                    <a:pt x="11779" y="6481"/>
                    <a:pt x="11791" y="7837"/>
                  </a:cubicBezTo>
                  <a:cubicBezTo>
                    <a:pt x="10647" y="8660"/>
                    <a:pt x="10116" y="10089"/>
                    <a:pt x="10490" y="11484"/>
                  </a:cubicBezTo>
                  <a:cubicBezTo>
                    <a:pt x="11046" y="13581"/>
                    <a:pt x="12050" y="15487"/>
                    <a:pt x="13431" y="17087"/>
                  </a:cubicBezTo>
                  <a:cubicBezTo>
                    <a:pt x="8863" y="16715"/>
                    <a:pt x="6477" y="11446"/>
                    <a:pt x="5607" y="8980"/>
                  </a:cubicBezTo>
                  <a:cubicBezTo>
                    <a:pt x="5198" y="7819"/>
                    <a:pt x="4103" y="7083"/>
                    <a:pt x="2925" y="7083"/>
                  </a:cubicBezTo>
                  <a:cubicBezTo>
                    <a:pt x="2662" y="7083"/>
                    <a:pt x="2394" y="7120"/>
                    <a:pt x="2128" y="7197"/>
                  </a:cubicBezTo>
                  <a:cubicBezTo>
                    <a:pt x="2071" y="7213"/>
                    <a:pt x="2016" y="7231"/>
                    <a:pt x="1961" y="7249"/>
                  </a:cubicBezTo>
                  <a:cubicBezTo>
                    <a:pt x="1227" y="7496"/>
                    <a:pt x="646" y="8028"/>
                    <a:pt x="327" y="8745"/>
                  </a:cubicBezTo>
                  <a:cubicBezTo>
                    <a:pt x="4" y="9473"/>
                    <a:pt x="1" y="10305"/>
                    <a:pt x="318" y="11033"/>
                  </a:cubicBezTo>
                  <a:cubicBezTo>
                    <a:pt x="3859" y="19162"/>
                    <a:pt x="9090" y="20868"/>
                    <a:pt x="12854" y="20868"/>
                  </a:cubicBezTo>
                  <a:lnTo>
                    <a:pt x="12863" y="20868"/>
                  </a:lnTo>
                  <a:cubicBezTo>
                    <a:pt x="10900" y="23231"/>
                    <a:pt x="10271" y="26556"/>
                    <a:pt x="11445" y="29561"/>
                  </a:cubicBezTo>
                  <a:cubicBezTo>
                    <a:pt x="12732" y="32864"/>
                    <a:pt x="15981" y="35081"/>
                    <a:pt x="19528" y="35081"/>
                  </a:cubicBezTo>
                  <a:cubicBezTo>
                    <a:pt x="20602" y="35081"/>
                    <a:pt x="21657" y="34881"/>
                    <a:pt x="22661" y="34490"/>
                  </a:cubicBezTo>
                  <a:cubicBezTo>
                    <a:pt x="23781" y="34053"/>
                    <a:pt x="24798" y="33386"/>
                    <a:pt x="25643" y="32540"/>
                  </a:cubicBezTo>
                  <a:cubicBezTo>
                    <a:pt x="27088" y="33535"/>
                    <a:pt x="29056" y="34113"/>
                    <a:pt x="31087" y="34113"/>
                  </a:cubicBezTo>
                  <a:lnTo>
                    <a:pt x="31088" y="34113"/>
                  </a:lnTo>
                  <a:cubicBezTo>
                    <a:pt x="32162" y="34113"/>
                    <a:pt x="33166" y="33944"/>
                    <a:pt x="33993" y="33622"/>
                  </a:cubicBezTo>
                  <a:cubicBezTo>
                    <a:pt x="36201" y="32761"/>
                    <a:pt x="37943" y="31087"/>
                    <a:pt x="38897" y="28912"/>
                  </a:cubicBezTo>
                  <a:cubicBezTo>
                    <a:pt x="39851" y="26736"/>
                    <a:pt x="39903" y="24320"/>
                    <a:pt x="39041" y="22113"/>
                  </a:cubicBezTo>
                  <a:cubicBezTo>
                    <a:pt x="38206" y="19967"/>
                    <a:pt x="36590" y="18252"/>
                    <a:pt x="34498" y="17287"/>
                  </a:cubicBezTo>
                  <a:cubicBezTo>
                    <a:pt x="34438" y="17259"/>
                    <a:pt x="34376" y="17235"/>
                    <a:pt x="34313" y="17217"/>
                  </a:cubicBezTo>
                  <a:cubicBezTo>
                    <a:pt x="34686" y="15529"/>
                    <a:pt x="34555" y="13765"/>
                    <a:pt x="33919" y="12133"/>
                  </a:cubicBezTo>
                  <a:cubicBezTo>
                    <a:pt x="32587" y="8720"/>
                    <a:pt x="29343" y="6529"/>
                    <a:pt x="25720" y="6529"/>
                  </a:cubicBezTo>
                  <a:lnTo>
                    <a:pt x="25692" y="6529"/>
                  </a:lnTo>
                  <a:cubicBezTo>
                    <a:pt x="25528" y="6103"/>
                    <a:pt x="25282" y="5710"/>
                    <a:pt x="24967" y="5369"/>
                  </a:cubicBezTo>
                  <a:cubicBezTo>
                    <a:pt x="24727" y="5107"/>
                    <a:pt x="24457" y="4887"/>
                    <a:pt x="24160" y="4709"/>
                  </a:cubicBezTo>
                  <a:cubicBezTo>
                    <a:pt x="24170" y="4049"/>
                    <a:pt x="24114" y="3477"/>
                    <a:pt x="24058" y="3078"/>
                  </a:cubicBezTo>
                  <a:cubicBezTo>
                    <a:pt x="23923" y="2112"/>
                    <a:pt x="23389" y="1235"/>
                    <a:pt x="22596" y="671"/>
                  </a:cubicBezTo>
                  <a:cubicBezTo>
                    <a:pt x="21980" y="232"/>
                    <a:pt x="21242" y="0"/>
                    <a:pt x="20500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27"/>
            <p:cNvSpPr/>
            <p:nvPr/>
          </p:nvSpPr>
          <p:spPr>
            <a:xfrm rot="-508132">
              <a:off x="6970996" y="3141616"/>
              <a:ext cx="1507697" cy="1318592"/>
            </a:xfrm>
            <a:custGeom>
              <a:avLst/>
              <a:gdLst/>
              <a:ahLst/>
              <a:cxnLst/>
              <a:rect l="l" t="t" r="r" b="b"/>
              <a:pathLst>
                <a:path w="38086" h="33309" extrusionOk="0">
                  <a:moveTo>
                    <a:pt x="19594" y="1"/>
                  </a:moveTo>
                  <a:cubicBezTo>
                    <a:pt x="19421" y="1"/>
                    <a:pt x="19248" y="17"/>
                    <a:pt x="19077" y="51"/>
                  </a:cubicBezTo>
                  <a:cubicBezTo>
                    <a:pt x="18626" y="137"/>
                    <a:pt x="18189" y="287"/>
                    <a:pt x="17782" y="494"/>
                  </a:cubicBezTo>
                  <a:cubicBezTo>
                    <a:pt x="16996" y="892"/>
                    <a:pt x="16289" y="1503"/>
                    <a:pt x="15679" y="2315"/>
                  </a:cubicBezTo>
                  <a:cubicBezTo>
                    <a:pt x="15432" y="2242"/>
                    <a:pt x="15178" y="2205"/>
                    <a:pt x="14923" y="2205"/>
                  </a:cubicBezTo>
                  <a:cubicBezTo>
                    <a:pt x="14501" y="2205"/>
                    <a:pt x="14077" y="2305"/>
                    <a:pt x="13684" y="2504"/>
                  </a:cubicBezTo>
                  <a:cubicBezTo>
                    <a:pt x="13175" y="2763"/>
                    <a:pt x="12768" y="3167"/>
                    <a:pt x="12506" y="3669"/>
                  </a:cubicBezTo>
                  <a:cubicBezTo>
                    <a:pt x="11936" y="4764"/>
                    <a:pt x="11695" y="6031"/>
                    <a:pt x="11787" y="7437"/>
                  </a:cubicBezTo>
                  <a:lnTo>
                    <a:pt x="11754" y="7453"/>
                  </a:lnTo>
                  <a:cubicBezTo>
                    <a:pt x="10666" y="8003"/>
                    <a:pt x="10126" y="9201"/>
                    <a:pt x="10438" y="10367"/>
                  </a:cubicBezTo>
                  <a:cubicBezTo>
                    <a:pt x="11274" y="13530"/>
                    <a:pt x="13000" y="15635"/>
                    <a:pt x="14531" y="16960"/>
                  </a:cubicBezTo>
                  <a:cubicBezTo>
                    <a:pt x="13999" y="17063"/>
                    <a:pt x="13489" y="17111"/>
                    <a:pt x="13000" y="17111"/>
                  </a:cubicBezTo>
                  <a:cubicBezTo>
                    <a:pt x="7565" y="17111"/>
                    <a:pt x="4830" y="11135"/>
                    <a:pt x="3860" y="8388"/>
                  </a:cubicBezTo>
                  <a:cubicBezTo>
                    <a:pt x="3578" y="7588"/>
                    <a:pt x="2824" y="7082"/>
                    <a:pt x="2013" y="7082"/>
                  </a:cubicBezTo>
                  <a:cubicBezTo>
                    <a:pt x="1832" y="7082"/>
                    <a:pt x="1649" y="7107"/>
                    <a:pt x="1467" y="7160"/>
                  </a:cubicBezTo>
                  <a:cubicBezTo>
                    <a:pt x="1422" y="7174"/>
                    <a:pt x="1376" y="7189"/>
                    <a:pt x="1331" y="7203"/>
                  </a:cubicBezTo>
                  <a:cubicBezTo>
                    <a:pt x="835" y="7370"/>
                    <a:pt x="442" y="7730"/>
                    <a:pt x="226" y="8219"/>
                  </a:cubicBezTo>
                  <a:cubicBezTo>
                    <a:pt x="3" y="8718"/>
                    <a:pt x="1" y="9293"/>
                    <a:pt x="219" y="9793"/>
                  </a:cubicBezTo>
                  <a:cubicBezTo>
                    <a:pt x="3608" y="17572"/>
                    <a:pt x="8575" y="19096"/>
                    <a:pt x="11942" y="19096"/>
                  </a:cubicBezTo>
                  <a:cubicBezTo>
                    <a:pt x="13198" y="19096"/>
                    <a:pt x="14226" y="18885"/>
                    <a:pt x="14871" y="18707"/>
                  </a:cubicBezTo>
                  <a:lnTo>
                    <a:pt x="14871" y="18707"/>
                  </a:lnTo>
                  <a:cubicBezTo>
                    <a:pt x="11492" y="20552"/>
                    <a:pt x="9922" y="24674"/>
                    <a:pt x="11358" y="28354"/>
                  </a:cubicBezTo>
                  <a:cubicBezTo>
                    <a:pt x="12556" y="31424"/>
                    <a:pt x="15502" y="33308"/>
                    <a:pt x="18615" y="33308"/>
                  </a:cubicBezTo>
                  <a:cubicBezTo>
                    <a:pt x="19554" y="33308"/>
                    <a:pt x="20507" y="33137"/>
                    <a:pt x="21431" y="32777"/>
                  </a:cubicBezTo>
                  <a:cubicBezTo>
                    <a:pt x="22653" y="32301"/>
                    <a:pt x="23741" y="31518"/>
                    <a:pt x="24578" y="30512"/>
                  </a:cubicBezTo>
                  <a:cubicBezTo>
                    <a:pt x="24596" y="30489"/>
                    <a:pt x="24612" y="30467"/>
                    <a:pt x="24632" y="30443"/>
                  </a:cubicBezTo>
                  <a:cubicBezTo>
                    <a:pt x="26028" y="31712"/>
                    <a:pt x="28208" y="32340"/>
                    <a:pt x="30176" y="32340"/>
                  </a:cubicBezTo>
                  <a:cubicBezTo>
                    <a:pt x="30178" y="32340"/>
                    <a:pt x="30180" y="32340"/>
                    <a:pt x="30181" y="32340"/>
                  </a:cubicBezTo>
                  <a:cubicBezTo>
                    <a:pt x="31129" y="32340"/>
                    <a:pt x="32026" y="32195"/>
                    <a:pt x="32764" y="31909"/>
                  </a:cubicBezTo>
                  <a:cubicBezTo>
                    <a:pt x="34752" y="31133"/>
                    <a:pt x="36319" y="29628"/>
                    <a:pt x="37179" y="27669"/>
                  </a:cubicBezTo>
                  <a:cubicBezTo>
                    <a:pt x="38040" y="25707"/>
                    <a:pt x="38085" y="23534"/>
                    <a:pt x="37310" y="21545"/>
                  </a:cubicBezTo>
                  <a:cubicBezTo>
                    <a:pt x="36557" y="19614"/>
                    <a:pt x="35104" y="18071"/>
                    <a:pt x="33220" y="17202"/>
                  </a:cubicBezTo>
                  <a:cubicBezTo>
                    <a:pt x="33157" y="17173"/>
                    <a:pt x="33091" y="17159"/>
                    <a:pt x="33026" y="17159"/>
                  </a:cubicBezTo>
                  <a:cubicBezTo>
                    <a:pt x="32878" y="17159"/>
                    <a:pt x="32735" y="17231"/>
                    <a:pt x="32648" y="17354"/>
                  </a:cubicBezTo>
                  <a:cubicBezTo>
                    <a:pt x="32527" y="17328"/>
                    <a:pt x="32376" y="17299"/>
                    <a:pt x="32200" y="17268"/>
                  </a:cubicBezTo>
                  <a:cubicBezTo>
                    <a:pt x="32908" y="15426"/>
                    <a:pt x="32904" y="13406"/>
                    <a:pt x="32187" y="11565"/>
                  </a:cubicBezTo>
                  <a:cubicBezTo>
                    <a:pt x="30989" y="8495"/>
                    <a:pt x="28073" y="6525"/>
                    <a:pt x="24816" y="6525"/>
                  </a:cubicBezTo>
                  <a:cubicBezTo>
                    <a:pt x="24628" y="6525"/>
                    <a:pt x="24439" y="6532"/>
                    <a:pt x="24249" y="6545"/>
                  </a:cubicBezTo>
                  <a:cubicBezTo>
                    <a:pt x="24204" y="6548"/>
                    <a:pt x="24161" y="6560"/>
                    <a:pt x="24120" y="6575"/>
                  </a:cubicBezTo>
                  <a:cubicBezTo>
                    <a:pt x="24043" y="6027"/>
                    <a:pt x="23800" y="5502"/>
                    <a:pt x="23408" y="5081"/>
                  </a:cubicBezTo>
                  <a:cubicBezTo>
                    <a:pt x="23111" y="4758"/>
                    <a:pt x="22749" y="4515"/>
                    <a:pt x="22343" y="4364"/>
                  </a:cubicBezTo>
                  <a:cubicBezTo>
                    <a:pt x="22406" y="3542"/>
                    <a:pt x="22344" y="2809"/>
                    <a:pt x="22274" y="2312"/>
                  </a:cubicBezTo>
                  <a:cubicBezTo>
                    <a:pt x="22173" y="1588"/>
                    <a:pt x="21772" y="929"/>
                    <a:pt x="21174" y="506"/>
                  </a:cubicBezTo>
                  <a:cubicBezTo>
                    <a:pt x="20710" y="176"/>
                    <a:pt x="20155" y="1"/>
                    <a:pt x="195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27"/>
            <p:cNvSpPr/>
            <p:nvPr/>
          </p:nvSpPr>
          <p:spPr>
            <a:xfrm rot="-508132">
              <a:off x="6967411" y="3507584"/>
              <a:ext cx="590672" cy="438660"/>
            </a:xfrm>
            <a:custGeom>
              <a:avLst/>
              <a:gdLst/>
              <a:ahLst/>
              <a:cxnLst/>
              <a:rect l="l" t="t" r="r" b="b"/>
              <a:pathLst>
                <a:path w="14921" h="11081" extrusionOk="0">
                  <a:moveTo>
                    <a:pt x="1707" y="1"/>
                  </a:moveTo>
                  <a:cubicBezTo>
                    <a:pt x="1569" y="1"/>
                    <a:pt x="1428" y="20"/>
                    <a:pt x="1289" y="60"/>
                  </a:cubicBezTo>
                  <a:cubicBezTo>
                    <a:pt x="1248" y="72"/>
                    <a:pt x="1208" y="85"/>
                    <a:pt x="1170" y="98"/>
                  </a:cubicBezTo>
                  <a:cubicBezTo>
                    <a:pt x="374" y="366"/>
                    <a:pt x="0" y="1291"/>
                    <a:pt x="336" y="2061"/>
                  </a:cubicBezTo>
                  <a:cubicBezTo>
                    <a:pt x="3629" y="9619"/>
                    <a:pt x="8435" y="11080"/>
                    <a:pt x="11658" y="11080"/>
                  </a:cubicBezTo>
                  <a:cubicBezTo>
                    <a:pt x="12918" y="11080"/>
                    <a:pt x="13936" y="10857"/>
                    <a:pt x="14527" y="10687"/>
                  </a:cubicBezTo>
                  <a:cubicBezTo>
                    <a:pt x="14807" y="10606"/>
                    <a:pt x="14920" y="10269"/>
                    <a:pt x="14749" y="10030"/>
                  </a:cubicBezTo>
                  <a:cubicBezTo>
                    <a:pt x="14669" y="9920"/>
                    <a:pt x="14540" y="9859"/>
                    <a:pt x="14406" y="9859"/>
                  </a:cubicBezTo>
                  <a:cubicBezTo>
                    <a:pt x="14378" y="9859"/>
                    <a:pt x="14350" y="9862"/>
                    <a:pt x="14322" y="9868"/>
                  </a:cubicBezTo>
                  <a:cubicBezTo>
                    <a:pt x="13754" y="9978"/>
                    <a:pt x="13210" y="10030"/>
                    <a:pt x="12690" y="10030"/>
                  </a:cubicBezTo>
                  <a:cubicBezTo>
                    <a:pt x="6883" y="10030"/>
                    <a:pt x="4027" y="3588"/>
                    <a:pt x="3113" y="996"/>
                  </a:cubicBezTo>
                  <a:cubicBezTo>
                    <a:pt x="2898" y="386"/>
                    <a:pt x="2324" y="1"/>
                    <a:pt x="170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27"/>
            <p:cNvSpPr/>
            <p:nvPr/>
          </p:nvSpPr>
          <p:spPr>
            <a:xfrm rot="-508132">
              <a:off x="6955121" y="3488816"/>
              <a:ext cx="619571" cy="475634"/>
            </a:xfrm>
            <a:custGeom>
              <a:avLst/>
              <a:gdLst/>
              <a:ahLst/>
              <a:cxnLst/>
              <a:rect l="l" t="t" r="r" b="b"/>
              <a:pathLst>
                <a:path w="15651" h="12015" extrusionOk="0">
                  <a:moveTo>
                    <a:pt x="2015" y="932"/>
                  </a:moveTo>
                  <a:cubicBezTo>
                    <a:pt x="2440" y="932"/>
                    <a:pt x="2836" y="1198"/>
                    <a:pt x="2985" y="1617"/>
                  </a:cubicBezTo>
                  <a:cubicBezTo>
                    <a:pt x="3477" y="3011"/>
                    <a:pt x="4582" y="5664"/>
                    <a:pt x="6463" y="7772"/>
                  </a:cubicBezTo>
                  <a:cubicBezTo>
                    <a:pt x="8355" y="9894"/>
                    <a:pt x="10541" y="10965"/>
                    <a:pt x="12977" y="10965"/>
                  </a:cubicBezTo>
                  <a:cubicBezTo>
                    <a:pt x="13215" y="10965"/>
                    <a:pt x="13455" y="10955"/>
                    <a:pt x="13698" y="10934"/>
                  </a:cubicBezTo>
                  <a:lnTo>
                    <a:pt x="13698" y="10934"/>
                  </a:lnTo>
                  <a:cubicBezTo>
                    <a:pt x="13208" y="11018"/>
                    <a:pt x="12625" y="11080"/>
                    <a:pt x="11976" y="11080"/>
                  </a:cubicBezTo>
                  <a:cubicBezTo>
                    <a:pt x="8874" y="11080"/>
                    <a:pt x="4260" y="9658"/>
                    <a:pt x="1073" y="2341"/>
                  </a:cubicBezTo>
                  <a:cubicBezTo>
                    <a:pt x="959" y="2079"/>
                    <a:pt x="960" y="1778"/>
                    <a:pt x="1077" y="1516"/>
                  </a:cubicBezTo>
                  <a:cubicBezTo>
                    <a:pt x="1186" y="1269"/>
                    <a:pt x="1382" y="1087"/>
                    <a:pt x="1627" y="1005"/>
                  </a:cubicBezTo>
                  <a:cubicBezTo>
                    <a:pt x="1659" y="994"/>
                    <a:pt x="1693" y="984"/>
                    <a:pt x="1728" y="974"/>
                  </a:cubicBezTo>
                  <a:cubicBezTo>
                    <a:pt x="1824" y="946"/>
                    <a:pt x="1919" y="932"/>
                    <a:pt x="2015" y="932"/>
                  </a:cubicBezTo>
                  <a:close/>
                  <a:moveTo>
                    <a:pt x="2015" y="1"/>
                  </a:moveTo>
                  <a:cubicBezTo>
                    <a:pt x="1834" y="1"/>
                    <a:pt x="1650" y="26"/>
                    <a:pt x="1468" y="79"/>
                  </a:cubicBezTo>
                  <a:cubicBezTo>
                    <a:pt x="1421" y="92"/>
                    <a:pt x="1376" y="107"/>
                    <a:pt x="1332" y="122"/>
                  </a:cubicBezTo>
                  <a:cubicBezTo>
                    <a:pt x="836" y="289"/>
                    <a:pt x="443" y="649"/>
                    <a:pt x="226" y="1137"/>
                  </a:cubicBezTo>
                  <a:cubicBezTo>
                    <a:pt x="4" y="1637"/>
                    <a:pt x="1" y="2211"/>
                    <a:pt x="220" y="2711"/>
                  </a:cubicBezTo>
                  <a:cubicBezTo>
                    <a:pt x="3607" y="10492"/>
                    <a:pt x="8576" y="12015"/>
                    <a:pt x="11942" y="12015"/>
                  </a:cubicBezTo>
                  <a:cubicBezTo>
                    <a:pt x="13257" y="12015"/>
                    <a:pt x="14327" y="11783"/>
                    <a:pt x="14965" y="11600"/>
                  </a:cubicBezTo>
                  <a:cubicBezTo>
                    <a:pt x="15241" y="11520"/>
                    <a:pt x="15462" y="11310"/>
                    <a:pt x="15556" y="11037"/>
                  </a:cubicBezTo>
                  <a:cubicBezTo>
                    <a:pt x="15651" y="10762"/>
                    <a:pt x="15604" y="10459"/>
                    <a:pt x="15435" y="10225"/>
                  </a:cubicBezTo>
                  <a:cubicBezTo>
                    <a:pt x="15268" y="9993"/>
                    <a:pt x="14997" y="9860"/>
                    <a:pt x="14714" y="9860"/>
                  </a:cubicBezTo>
                  <a:cubicBezTo>
                    <a:pt x="14657" y="9860"/>
                    <a:pt x="14599" y="9865"/>
                    <a:pt x="14542" y="9876"/>
                  </a:cubicBezTo>
                  <a:cubicBezTo>
                    <a:pt x="14005" y="9981"/>
                    <a:pt x="13491" y="10030"/>
                    <a:pt x="13000" y="10030"/>
                  </a:cubicBezTo>
                  <a:cubicBezTo>
                    <a:pt x="7565" y="10030"/>
                    <a:pt x="4830" y="4055"/>
                    <a:pt x="3861" y="1307"/>
                  </a:cubicBezTo>
                  <a:cubicBezTo>
                    <a:pt x="3578" y="507"/>
                    <a:pt x="2825" y="1"/>
                    <a:pt x="20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27"/>
            <p:cNvSpPr/>
            <p:nvPr/>
          </p:nvSpPr>
          <p:spPr>
            <a:xfrm rot="-508132">
              <a:off x="7452205" y="3443286"/>
              <a:ext cx="983372" cy="921419"/>
            </a:xfrm>
            <a:custGeom>
              <a:avLst/>
              <a:gdLst/>
              <a:ahLst/>
              <a:cxnLst/>
              <a:rect l="l" t="t" r="r" b="b"/>
              <a:pathLst>
                <a:path w="24841" h="23276" extrusionOk="0">
                  <a:moveTo>
                    <a:pt x="12920" y="1"/>
                  </a:moveTo>
                  <a:cubicBezTo>
                    <a:pt x="12446" y="1"/>
                    <a:pt x="11967" y="54"/>
                    <a:pt x="11492" y="162"/>
                  </a:cubicBezTo>
                  <a:cubicBezTo>
                    <a:pt x="11354" y="460"/>
                    <a:pt x="11185" y="766"/>
                    <a:pt x="10988" y="1070"/>
                  </a:cubicBezTo>
                  <a:cubicBezTo>
                    <a:pt x="11243" y="1298"/>
                    <a:pt x="11451" y="1577"/>
                    <a:pt x="11597" y="1900"/>
                  </a:cubicBezTo>
                  <a:cubicBezTo>
                    <a:pt x="11948" y="2673"/>
                    <a:pt x="11884" y="3562"/>
                    <a:pt x="11421" y="4278"/>
                  </a:cubicBezTo>
                  <a:cubicBezTo>
                    <a:pt x="10780" y="5264"/>
                    <a:pt x="9836" y="6115"/>
                    <a:pt x="8609" y="6798"/>
                  </a:cubicBezTo>
                  <a:cubicBezTo>
                    <a:pt x="8331" y="6953"/>
                    <a:pt x="8132" y="7109"/>
                    <a:pt x="7998" y="7277"/>
                  </a:cubicBezTo>
                  <a:cubicBezTo>
                    <a:pt x="7597" y="7779"/>
                    <a:pt x="7636" y="8202"/>
                    <a:pt x="7699" y="8477"/>
                  </a:cubicBezTo>
                  <a:cubicBezTo>
                    <a:pt x="7802" y="8921"/>
                    <a:pt x="7671" y="9383"/>
                    <a:pt x="7354" y="9699"/>
                  </a:cubicBezTo>
                  <a:cubicBezTo>
                    <a:pt x="7791" y="10452"/>
                    <a:pt x="8367" y="11089"/>
                    <a:pt x="9035" y="11589"/>
                  </a:cubicBezTo>
                  <a:cubicBezTo>
                    <a:pt x="8343" y="11321"/>
                    <a:pt x="7601" y="11179"/>
                    <a:pt x="6845" y="11179"/>
                  </a:cubicBezTo>
                  <a:cubicBezTo>
                    <a:pt x="6115" y="11179"/>
                    <a:pt x="5372" y="11312"/>
                    <a:pt x="4649" y="11594"/>
                  </a:cubicBezTo>
                  <a:cubicBezTo>
                    <a:pt x="1538" y="12807"/>
                    <a:pt x="0" y="16313"/>
                    <a:pt x="1215" y="19425"/>
                  </a:cubicBezTo>
                  <a:cubicBezTo>
                    <a:pt x="2146" y="21815"/>
                    <a:pt x="4430" y="23276"/>
                    <a:pt x="6848" y="23276"/>
                  </a:cubicBezTo>
                  <a:cubicBezTo>
                    <a:pt x="7579" y="23276"/>
                    <a:pt x="8322" y="23143"/>
                    <a:pt x="9044" y="22861"/>
                  </a:cubicBezTo>
                  <a:cubicBezTo>
                    <a:pt x="10861" y="22153"/>
                    <a:pt x="12141" y="20661"/>
                    <a:pt x="12649" y="18924"/>
                  </a:cubicBezTo>
                  <a:cubicBezTo>
                    <a:pt x="13707" y="20951"/>
                    <a:pt x="15800" y="22167"/>
                    <a:pt x="18005" y="22167"/>
                  </a:cubicBezTo>
                  <a:cubicBezTo>
                    <a:pt x="18734" y="22167"/>
                    <a:pt x="19475" y="22034"/>
                    <a:pt x="20195" y="21754"/>
                  </a:cubicBezTo>
                  <a:cubicBezTo>
                    <a:pt x="23304" y="20541"/>
                    <a:pt x="24841" y="17042"/>
                    <a:pt x="23628" y="13934"/>
                  </a:cubicBezTo>
                  <a:cubicBezTo>
                    <a:pt x="22728" y="11623"/>
                    <a:pt x="20560" y="10184"/>
                    <a:pt x="18232" y="10095"/>
                  </a:cubicBezTo>
                  <a:cubicBezTo>
                    <a:pt x="19395" y="8394"/>
                    <a:pt x="19728" y="6167"/>
                    <a:pt x="18922" y="4102"/>
                  </a:cubicBezTo>
                  <a:cubicBezTo>
                    <a:pt x="17931" y="1559"/>
                    <a:pt x="15497" y="1"/>
                    <a:pt x="129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1" name="Google Shape;381;p27"/>
            <p:cNvSpPr/>
            <p:nvPr/>
          </p:nvSpPr>
          <p:spPr>
            <a:xfrm rot="-508132">
              <a:off x="7406422" y="3225707"/>
              <a:ext cx="415501" cy="609476"/>
            </a:xfrm>
            <a:custGeom>
              <a:avLst/>
              <a:gdLst/>
              <a:ahLst/>
              <a:cxnLst/>
              <a:rect l="l" t="t" r="r" b="b"/>
              <a:pathLst>
                <a:path w="10496" h="15396" extrusionOk="0">
                  <a:moveTo>
                    <a:pt x="7560" y="0"/>
                  </a:moveTo>
                  <a:cubicBezTo>
                    <a:pt x="7501" y="0"/>
                    <a:pt x="7442" y="6"/>
                    <a:pt x="7382" y="18"/>
                  </a:cubicBezTo>
                  <a:cubicBezTo>
                    <a:pt x="4911" y="497"/>
                    <a:pt x="3982" y="3780"/>
                    <a:pt x="3982" y="3780"/>
                  </a:cubicBezTo>
                  <a:cubicBezTo>
                    <a:pt x="3934" y="3279"/>
                    <a:pt x="3795" y="2902"/>
                    <a:pt x="3624" y="2623"/>
                  </a:cubicBezTo>
                  <a:cubicBezTo>
                    <a:pt x="3456" y="2346"/>
                    <a:pt x="3171" y="2212"/>
                    <a:pt x="2883" y="2212"/>
                  </a:cubicBezTo>
                  <a:cubicBezTo>
                    <a:pt x="2558" y="2212"/>
                    <a:pt x="2229" y="2382"/>
                    <a:pt x="2060" y="2708"/>
                  </a:cubicBezTo>
                  <a:cubicBezTo>
                    <a:pt x="774" y="5181"/>
                    <a:pt x="2196" y="8258"/>
                    <a:pt x="2196" y="8258"/>
                  </a:cubicBezTo>
                  <a:cubicBezTo>
                    <a:pt x="1909" y="7690"/>
                    <a:pt x="1520" y="7392"/>
                    <a:pt x="1147" y="7239"/>
                  </a:cubicBezTo>
                  <a:cubicBezTo>
                    <a:pt x="1053" y="7200"/>
                    <a:pt x="957" y="7182"/>
                    <a:pt x="864" y="7182"/>
                  </a:cubicBezTo>
                  <a:cubicBezTo>
                    <a:pt x="398" y="7182"/>
                    <a:pt x="0" y="7629"/>
                    <a:pt x="133" y="8125"/>
                  </a:cubicBezTo>
                  <a:cubicBezTo>
                    <a:pt x="1586" y="13615"/>
                    <a:pt x="6085" y="15396"/>
                    <a:pt x="6085" y="15396"/>
                  </a:cubicBezTo>
                  <a:cubicBezTo>
                    <a:pt x="5846" y="14365"/>
                    <a:pt x="6239" y="13573"/>
                    <a:pt x="6642" y="13071"/>
                  </a:cubicBezTo>
                  <a:cubicBezTo>
                    <a:pt x="6913" y="12732"/>
                    <a:pt x="7264" y="12472"/>
                    <a:pt x="7642" y="12262"/>
                  </a:cubicBezTo>
                  <a:cubicBezTo>
                    <a:pt x="8889" y="11565"/>
                    <a:pt x="9593" y="10786"/>
                    <a:pt x="9989" y="10176"/>
                  </a:cubicBezTo>
                  <a:cubicBezTo>
                    <a:pt x="10435" y="9486"/>
                    <a:pt x="10032" y="8536"/>
                    <a:pt x="9219" y="8417"/>
                  </a:cubicBezTo>
                  <a:cubicBezTo>
                    <a:pt x="9100" y="8400"/>
                    <a:pt x="8980" y="8392"/>
                    <a:pt x="8862" y="8392"/>
                  </a:cubicBezTo>
                  <a:cubicBezTo>
                    <a:pt x="8533" y="8392"/>
                    <a:pt x="8215" y="8452"/>
                    <a:pt x="7937" y="8531"/>
                  </a:cubicBezTo>
                  <a:lnTo>
                    <a:pt x="7937" y="8531"/>
                  </a:lnTo>
                  <a:cubicBezTo>
                    <a:pt x="9254" y="7794"/>
                    <a:pt x="9933" y="6448"/>
                    <a:pt x="10265" y="5495"/>
                  </a:cubicBezTo>
                  <a:cubicBezTo>
                    <a:pt x="10496" y="4833"/>
                    <a:pt x="9986" y="4189"/>
                    <a:pt x="9336" y="4189"/>
                  </a:cubicBezTo>
                  <a:cubicBezTo>
                    <a:pt x="9250" y="4189"/>
                    <a:pt x="9163" y="4200"/>
                    <a:pt x="9074" y="4223"/>
                  </a:cubicBezTo>
                  <a:cubicBezTo>
                    <a:pt x="8321" y="4423"/>
                    <a:pt x="7677" y="4898"/>
                    <a:pt x="7677" y="4898"/>
                  </a:cubicBezTo>
                  <a:cubicBezTo>
                    <a:pt x="8668" y="3561"/>
                    <a:pt x="8610" y="1789"/>
                    <a:pt x="8467" y="776"/>
                  </a:cubicBezTo>
                  <a:cubicBezTo>
                    <a:pt x="8403" y="319"/>
                    <a:pt x="8005" y="0"/>
                    <a:pt x="7560" y="0"/>
                  </a:cubicBezTo>
                  <a:close/>
                </a:path>
              </a:pathLst>
            </a:custGeom>
            <a:solidFill>
              <a:srgbClr val="00BB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27"/>
            <p:cNvSpPr/>
            <p:nvPr/>
          </p:nvSpPr>
          <p:spPr>
            <a:xfrm rot="-508132">
              <a:off x="8101288" y="3770097"/>
              <a:ext cx="58469" cy="56569"/>
            </a:xfrm>
            <a:custGeom>
              <a:avLst/>
              <a:gdLst/>
              <a:ahLst/>
              <a:cxnLst/>
              <a:rect l="l" t="t" r="r" b="b"/>
              <a:pathLst>
                <a:path w="1477" h="1429" extrusionOk="0">
                  <a:moveTo>
                    <a:pt x="955" y="0"/>
                  </a:moveTo>
                  <a:cubicBezTo>
                    <a:pt x="820" y="0"/>
                    <a:pt x="685" y="59"/>
                    <a:pt x="594" y="172"/>
                  </a:cubicBezTo>
                  <a:cubicBezTo>
                    <a:pt x="461" y="336"/>
                    <a:pt x="322" y="492"/>
                    <a:pt x="181" y="637"/>
                  </a:cubicBezTo>
                  <a:cubicBezTo>
                    <a:pt x="0" y="820"/>
                    <a:pt x="4" y="1116"/>
                    <a:pt x="187" y="1295"/>
                  </a:cubicBezTo>
                  <a:cubicBezTo>
                    <a:pt x="279" y="1383"/>
                    <a:pt x="396" y="1428"/>
                    <a:pt x="513" y="1428"/>
                  </a:cubicBezTo>
                  <a:cubicBezTo>
                    <a:pt x="635" y="1428"/>
                    <a:pt x="754" y="1382"/>
                    <a:pt x="844" y="1288"/>
                  </a:cubicBezTo>
                  <a:cubicBezTo>
                    <a:pt x="1006" y="1123"/>
                    <a:pt x="1163" y="945"/>
                    <a:pt x="1315" y="758"/>
                  </a:cubicBezTo>
                  <a:cubicBezTo>
                    <a:pt x="1477" y="558"/>
                    <a:pt x="1448" y="266"/>
                    <a:pt x="1248" y="104"/>
                  </a:cubicBezTo>
                  <a:cubicBezTo>
                    <a:pt x="1162" y="34"/>
                    <a:pt x="1058" y="0"/>
                    <a:pt x="9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27"/>
            <p:cNvSpPr/>
            <p:nvPr/>
          </p:nvSpPr>
          <p:spPr>
            <a:xfrm rot="-508132">
              <a:off x="7953441" y="3845075"/>
              <a:ext cx="149756" cy="64883"/>
            </a:xfrm>
            <a:custGeom>
              <a:avLst/>
              <a:gdLst/>
              <a:ahLst/>
              <a:cxnLst/>
              <a:rect l="l" t="t" r="r" b="b"/>
              <a:pathLst>
                <a:path w="3783" h="1639" extrusionOk="0">
                  <a:moveTo>
                    <a:pt x="3250" y="0"/>
                  </a:moveTo>
                  <a:cubicBezTo>
                    <a:pt x="3170" y="0"/>
                    <a:pt x="3089" y="21"/>
                    <a:pt x="3016" y="64"/>
                  </a:cubicBezTo>
                  <a:cubicBezTo>
                    <a:pt x="2048" y="632"/>
                    <a:pt x="1174" y="707"/>
                    <a:pt x="779" y="707"/>
                  </a:cubicBezTo>
                  <a:cubicBezTo>
                    <a:pt x="643" y="707"/>
                    <a:pt x="564" y="698"/>
                    <a:pt x="558" y="698"/>
                  </a:cubicBezTo>
                  <a:cubicBezTo>
                    <a:pt x="537" y="695"/>
                    <a:pt x="517" y="694"/>
                    <a:pt x="496" y="694"/>
                  </a:cubicBezTo>
                  <a:cubicBezTo>
                    <a:pt x="266" y="694"/>
                    <a:pt x="68" y="863"/>
                    <a:pt x="36" y="1096"/>
                  </a:cubicBezTo>
                  <a:cubicBezTo>
                    <a:pt x="1" y="1350"/>
                    <a:pt x="178" y="1584"/>
                    <a:pt x="434" y="1620"/>
                  </a:cubicBezTo>
                  <a:cubicBezTo>
                    <a:pt x="451" y="1622"/>
                    <a:pt x="577" y="1638"/>
                    <a:pt x="788" y="1638"/>
                  </a:cubicBezTo>
                  <a:cubicBezTo>
                    <a:pt x="1311" y="1638"/>
                    <a:pt x="2346" y="1536"/>
                    <a:pt x="3487" y="866"/>
                  </a:cubicBezTo>
                  <a:cubicBezTo>
                    <a:pt x="3708" y="737"/>
                    <a:pt x="3783" y="451"/>
                    <a:pt x="3652" y="230"/>
                  </a:cubicBezTo>
                  <a:cubicBezTo>
                    <a:pt x="3566" y="82"/>
                    <a:pt x="3410" y="0"/>
                    <a:pt x="3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4" name="Google Shape;384;p27"/>
            <p:cNvSpPr/>
            <p:nvPr/>
          </p:nvSpPr>
          <p:spPr>
            <a:xfrm rot="-508132">
              <a:off x="8321558" y="4138946"/>
              <a:ext cx="63062" cy="55896"/>
            </a:xfrm>
            <a:custGeom>
              <a:avLst/>
              <a:gdLst/>
              <a:ahLst/>
              <a:cxnLst/>
              <a:rect l="l" t="t" r="r" b="b"/>
              <a:pathLst>
                <a:path w="1593" h="1412" extrusionOk="0">
                  <a:moveTo>
                    <a:pt x="1077" y="0"/>
                  </a:moveTo>
                  <a:cubicBezTo>
                    <a:pt x="962" y="0"/>
                    <a:pt x="848" y="42"/>
                    <a:pt x="758" y="127"/>
                  </a:cubicBezTo>
                  <a:cubicBezTo>
                    <a:pt x="585" y="290"/>
                    <a:pt x="409" y="444"/>
                    <a:pt x="235" y="583"/>
                  </a:cubicBezTo>
                  <a:cubicBezTo>
                    <a:pt x="34" y="743"/>
                    <a:pt x="1" y="1036"/>
                    <a:pt x="161" y="1237"/>
                  </a:cubicBezTo>
                  <a:cubicBezTo>
                    <a:pt x="252" y="1352"/>
                    <a:pt x="389" y="1412"/>
                    <a:pt x="525" y="1412"/>
                  </a:cubicBezTo>
                  <a:cubicBezTo>
                    <a:pt x="626" y="1412"/>
                    <a:pt x="729" y="1378"/>
                    <a:pt x="813" y="1311"/>
                  </a:cubicBezTo>
                  <a:cubicBezTo>
                    <a:pt x="1009" y="1156"/>
                    <a:pt x="1206" y="986"/>
                    <a:pt x="1398" y="804"/>
                  </a:cubicBezTo>
                  <a:cubicBezTo>
                    <a:pt x="1584" y="628"/>
                    <a:pt x="1593" y="332"/>
                    <a:pt x="1416" y="147"/>
                  </a:cubicBezTo>
                  <a:cubicBezTo>
                    <a:pt x="1324" y="49"/>
                    <a:pt x="1200" y="0"/>
                    <a:pt x="10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27"/>
            <p:cNvSpPr/>
            <p:nvPr/>
          </p:nvSpPr>
          <p:spPr>
            <a:xfrm rot="-508132">
              <a:off x="8139234" y="4214212"/>
              <a:ext cx="165789" cy="51265"/>
            </a:xfrm>
            <a:custGeom>
              <a:avLst/>
              <a:gdLst/>
              <a:ahLst/>
              <a:cxnLst/>
              <a:rect l="l" t="t" r="r" b="b"/>
              <a:pathLst>
                <a:path w="4188" h="1295" extrusionOk="0">
                  <a:moveTo>
                    <a:pt x="533" y="1"/>
                  </a:moveTo>
                  <a:cubicBezTo>
                    <a:pt x="375" y="1"/>
                    <a:pt x="220" y="81"/>
                    <a:pt x="133" y="227"/>
                  </a:cubicBezTo>
                  <a:cubicBezTo>
                    <a:pt x="1" y="447"/>
                    <a:pt x="72" y="733"/>
                    <a:pt x="293" y="864"/>
                  </a:cubicBezTo>
                  <a:cubicBezTo>
                    <a:pt x="335" y="889"/>
                    <a:pt x="1030" y="1294"/>
                    <a:pt x="2126" y="1294"/>
                  </a:cubicBezTo>
                  <a:cubicBezTo>
                    <a:pt x="2618" y="1294"/>
                    <a:pt x="3193" y="1212"/>
                    <a:pt x="3825" y="980"/>
                  </a:cubicBezTo>
                  <a:cubicBezTo>
                    <a:pt x="4065" y="889"/>
                    <a:pt x="4187" y="622"/>
                    <a:pt x="4099" y="381"/>
                  </a:cubicBezTo>
                  <a:cubicBezTo>
                    <a:pt x="4028" y="194"/>
                    <a:pt x="3850" y="78"/>
                    <a:pt x="3662" y="78"/>
                  </a:cubicBezTo>
                  <a:cubicBezTo>
                    <a:pt x="3608" y="78"/>
                    <a:pt x="3553" y="87"/>
                    <a:pt x="3500" y="107"/>
                  </a:cubicBezTo>
                  <a:cubicBezTo>
                    <a:pt x="2979" y="300"/>
                    <a:pt x="2513" y="366"/>
                    <a:pt x="2120" y="366"/>
                  </a:cubicBezTo>
                  <a:cubicBezTo>
                    <a:pt x="1305" y="366"/>
                    <a:pt x="801" y="84"/>
                    <a:pt x="768" y="65"/>
                  </a:cubicBezTo>
                  <a:cubicBezTo>
                    <a:pt x="694" y="21"/>
                    <a:pt x="613" y="1"/>
                    <a:pt x="5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27"/>
            <p:cNvSpPr/>
            <p:nvPr/>
          </p:nvSpPr>
          <p:spPr>
            <a:xfrm rot="-508132">
              <a:off x="7791964" y="4321591"/>
              <a:ext cx="69989" cy="42635"/>
            </a:xfrm>
            <a:custGeom>
              <a:avLst/>
              <a:gdLst/>
              <a:ahLst/>
              <a:cxnLst/>
              <a:rect l="l" t="t" r="r" b="b"/>
              <a:pathLst>
                <a:path w="1768" h="1077" extrusionOk="0">
                  <a:moveTo>
                    <a:pt x="1254" y="0"/>
                  </a:moveTo>
                  <a:cubicBezTo>
                    <a:pt x="1216" y="0"/>
                    <a:pt x="1177" y="5"/>
                    <a:pt x="1139" y="15"/>
                  </a:cubicBezTo>
                  <a:cubicBezTo>
                    <a:pt x="902" y="74"/>
                    <a:pt x="664" y="120"/>
                    <a:pt x="434" y="151"/>
                  </a:cubicBezTo>
                  <a:cubicBezTo>
                    <a:pt x="179" y="184"/>
                    <a:pt x="0" y="418"/>
                    <a:pt x="33" y="673"/>
                  </a:cubicBezTo>
                  <a:cubicBezTo>
                    <a:pt x="65" y="907"/>
                    <a:pt x="264" y="1077"/>
                    <a:pt x="495" y="1077"/>
                  </a:cubicBezTo>
                  <a:cubicBezTo>
                    <a:pt x="514" y="1077"/>
                    <a:pt x="535" y="1076"/>
                    <a:pt x="554" y="1074"/>
                  </a:cubicBezTo>
                  <a:cubicBezTo>
                    <a:pt x="821" y="1039"/>
                    <a:pt x="1095" y="985"/>
                    <a:pt x="1366" y="916"/>
                  </a:cubicBezTo>
                  <a:cubicBezTo>
                    <a:pt x="1617" y="853"/>
                    <a:pt x="1768" y="600"/>
                    <a:pt x="1704" y="351"/>
                  </a:cubicBezTo>
                  <a:cubicBezTo>
                    <a:pt x="1650" y="141"/>
                    <a:pt x="1461" y="0"/>
                    <a:pt x="12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27"/>
            <p:cNvSpPr/>
            <p:nvPr/>
          </p:nvSpPr>
          <p:spPr>
            <a:xfrm rot="-508132">
              <a:off x="7633962" y="4300830"/>
              <a:ext cx="134990" cy="81628"/>
            </a:xfrm>
            <a:custGeom>
              <a:avLst/>
              <a:gdLst/>
              <a:ahLst/>
              <a:cxnLst/>
              <a:rect l="l" t="t" r="r" b="b"/>
              <a:pathLst>
                <a:path w="3410" h="2062" extrusionOk="0">
                  <a:moveTo>
                    <a:pt x="518" y="1"/>
                  </a:moveTo>
                  <a:cubicBezTo>
                    <a:pt x="406" y="1"/>
                    <a:pt x="293" y="41"/>
                    <a:pt x="203" y="124"/>
                  </a:cubicBezTo>
                  <a:cubicBezTo>
                    <a:pt x="13" y="296"/>
                    <a:pt x="1" y="592"/>
                    <a:pt x="174" y="780"/>
                  </a:cubicBezTo>
                  <a:cubicBezTo>
                    <a:pt x="212" y="821"/>
                    <a:pt x="1125" y="1797"/>
                    <a:pt x="2842" y="2056"/>
                  </a:cubicBezTo>
                  <a:cubicBezTo>
                    <a:pt x="2865" y="2059"/>
                    <a:pt x="2890" y="2061"/>
                    <a:pt x="2912" y="2061"/>
                  </a:cubicBezTo>
                  <a:cubicBezTo>
                    <a:pt x="3138" y="2061"/>
                    <a:pt x="3337" y="1895"/>
                    <a:pt x="3372" y="1666"/>
                  </a:cubicBezTo>
                  <a:cubicBezTo>
                    <a:pt x="3410" y="1411"/>
                    <a:pt x="3235" y="1174"/>
                    <a:pt x="2981" y="1136"/>
                  </a:cubicBezTo>
                  <a:cubicBezTo>
                    <a:pt x="1611" y="930"/>
                    <a:pt x="873" y="164"/>
                    <a:pt x="858" y="149"/>
                  </a:cubicBezTo>
                  <a:cubicBezTo>
                    <a:pt x="767" y="51"/>
                    <a:pt x="643" y="1"/>
                    <a:pt x="5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27"/>
            <p:cNvSpPr/>
            <p:nvPr/>
          </p:nvSpPr>
          <p:spPr>
            <a:xfrm rot="-508132">
              <a:off x="7406383" y="3225713"/>
              <a:ext cx="415501" cy="609476"/>
            </a:xfrm>
            <a:custGeom>
              <a:avLst/>
              <a:gdLst/>
              <a:ahLst/>
              <a:cxnLst/>
              <a:rect l="l" t="t" r="r" b="b"/>
              <a:pathLst>
                <a:path w="10496" h="15396" extrusionOk="0">
                  <a:moveTo>
                    <a:pt x="7559" y="1"/>
                  </a:moveTo>
                  <a:cubicBezTo>
                    <a:pt x="7501" y="1"/>
                    <a:pt x="7441" y="6"/>
                    <a:pt x="7382" y="18"/>
                  </a:cubicBezTo>
                  <a:cubicBezTo>
                    <a:pt x="4912" y="497"/>
                    <a:pt x="3981" y="3780"/>
                    <a:pt x="3981" y="3780"/>
                  </a:cubicBezTo>
                  <a:cubicBezTo>
                    <a:pt x="3935" y="3279"/>
                    <a:pt x="3796" y="2903"/>
                    <a:pt x="3624" y="2623"/>
                  </a:cubicBezTo>
                  <a:cubicBezTo>
                    <a:pt x="3455" y="2345"/>
                    <a:pt x="3170" y="2212"/>
                    <a:pt x="2882" y="2212"/>
                  </a:cubicBezTo>
                  <a:cubicBezTo>
                    <a:pt x="2557" y="2212"/>
                    <a:pt x="2229" y="2382"/>
                    <a:pt x="2060" y="2708"/>
                  </a:cubicBezTo>
                  <a:cubicBezTo>
                    <a:pt x="773" y="5181"/>
                    <a:pt x="2195" y="8258"/>
                    <a:pt x="2195" y="8258"/>
                  </a:cubicBezTo>
                  <a:cubicBezTo>
                    <a:pt x="1909" y="7690"/>
                    <a:pt x="1521" y="7392"/>
                    <a:pt x="1147" y="7239"/>
                  </a:cubicBezTo>
                  <a:cubicBezTo>
                    <a:pt x="1052" y="7200"/>
                    <a:pt x="957" y="7182"/>
                    <a:pt x="864" y="7182"/>
                  </a:cubicBezTo>
                  <a:cubicBezTo>
                    <a:pt x="397" y="7182"/>
                    <a:pt x="0" y="7628"/>
                    <a:pt x="131" y="8125"/>
                  </a:cubicBezTo>
                  <a:cubicBezTo>
                    <a:pt x="1585" y="13615"/>
                    <a:pt x="6084" y="15396"/>
                    <a:pt x="6084" y="15396"/>
                  </a:cubicBezTo>
                  <a:cubicBezTo>
                    <a:pt x="5846" y="14365"/>
                    <a:pt x="6238" y="13574"/>
                    <a:pt x="6640" y="13072"/>
                  </a:cubicBezTo>
                  <a:cubicBezTo>
                    <a:pt x="6909" y="12733"/>
                    <a:pt x="7263" y="12473"/>
                    <a:pt x="7640" y="12263"/>
                  </a:cubicBezTo>
                  <a:cubicBezTo>
                    <a:pt x="8887" y="11566"/>
                    <a:pt x="9592" y="10787"/>
                    <a:pt x="9987" y="10177"/>
                  </a:cubicBezTo>
                  <a:cubicBezTo>
                    <a:pt x="10433" y="9489"/>
                    <a:pt x="10030" y="8538"/>
                    <a:pt x="9217" y="8418"/>
                  </a:cubicBezTo>
                  <a:cubicBezTo>
                    <a:pt x="9098" y="8401"/>
                    <a:pt x="8980" y="8393"/>
                    <a:pt x="8862" y="8393"/>
                  </a:cubicBezTo>
                  <a:cubicBezTo>
                    <a:pt x="8526" y="8393"/>
                    <a:pt x="8201" y="8457"/>
                    <a:pt x="7920" y="8538"/>
                  </a:cubicBezTo>
                  <a:cubicBezTo>
                    <a:pt x="9245" y="7803"/>
                    <a:pt x="9930" y="6454"/>
                    <a:pt x="10265" y="5496"/>
                  </a:cubicBezTo>
                  <a:cubicBezTo>
                    <a:pt x="10496" y="4833"/>
                    <a:pt x="9986" y="4189"/>
                    <a:pt x="9336" y="4189"/>
                  </a:cubicBezTo>
                  <a:cubicBezTo>
                    <a:pt x="9250" y="4189"/>
                    <a:pt x="9162" y="4200"/>
                    <a:pt x="9074" y="4223"/>
                  </a:cubicBezTo>
                  <a:cubicBezTo>
                    <a:pt x="8321" y="4423"/>
                    <a:pt x="7677" y="4898"/>
                    <a:pt x="7677" y="4898"/>
                  </a:cubicBezTo>
                  <a:cubicBezTo>
                    <a:pt x="8669" y="3563"/>
                    <a:pt x="8611" y="1789"/>
                    <a:pt x="8466" y="776"/>
                  </a:cubicBezTo>
                  <a:cubicBezTo>
                    <a:pt x="8403" y="318"/>
                    <a:pt x="8005" y="1"/>
                    <a:pt x="75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27"/>
            <p:cNvSpPr/>
            <p:nvPr/>
          </p:nvSpPr>
          <p:spPr>
            <a:xfrm rot="-508132">
              <a:off x="7965638" y="3747207"/>
              <a:ext cx="554965" cy="600886"/>
            </a:xfrm>
            <a:custGeom>
              <a:avLst/>
              <a:gdLst/>
              <a:ahLst/>
              <a:cxnLst/>
              <a:rect l="l" t="t" r="r" b="b"/>
              <a:pathLst>
                <a:path w="14019" h="15179" extrusionOk="0">
                  <a:moveTo>
                    <a:pt x="8960" y="0"/>
                  </a:moveTo>
                  <a:cubicBezTo>
                    <a:pt x="8784" y="0"/>
                    <a:pt x="8615" y="100"/>
                    <a:pt x="8536" y="271"/>
                  </a:cubicBezTo>
                  <a:cubicBezTo>
                    <a:pt x="8428" y="504"/>
                    <a:pt x="8531" y="780"/>
                    <a:pt x="8764" y="888"/>
                  </a:cubicBezTo>
                  <a:cubicBezTo>
                    <a:pt x="10429" y="1656"/>
                    <a:pt x="11711" y="3017"/>
                    <a:pt x="12377" y="4725"/>
                  </a:cubicBezTo>
                  <a:cubicBezTo>
                    <a:pt x="13061" y="6482"/>
                    <a:pt x="13020" y="8403"/>
                    <a:pt x="12261" y="10134"/>
                  </a:cubicBezTo>
                  <a:cubicBezTo>
                    <a:pt x="11502" y="11865"/>
                    <a:pt x="10116" y="13196"/>
                    <a:pt x="8362" y="13880"/>
                  </a:cubicBezTo>
                  <a:cubicBezTo>
                    <a:pt x="7729" y="14127"/>
                    <a:pt x="6945" y="14251"/>
                    <a:pt x="6114" y="14251"/>
                  </a:cubicBezTo>
                  <a:cubicBezTo>
                    <a:pt x="4201" y="14251"/>
                    <a:pt x="2035" y="13594"/>
                    <a:pt x="869" y="12269"/>
                  </a:cubicBezTo>
                  <a:cubicBezTo>
                    <a:pt x="777" y="12165"/>
                    <a:pt x="648" y="12111"/>
                    <a:pt x="519" y="12111"/>
                  </a:cubicBezTo>
                  <a:cubicBezTo>
                    <a:pt x="410" y="12111"/>
                    <a:pt x="300" y="12149"/>
                    <a:pt x="212" y="12227"/>
                  </a:cubicBezTo>
                  <a:cubicBezTo>
                    <a:pt x="20" y="12398"/>
                    <a:pt x="1" y="12691"/>
                    <a:pt x="171" y="12884"/>
                  </a:cubicBezTo>
                  <a:cubicBezTo>
                    <a:pt x="1525" y="14423"/>
                    <a:pt x="3952" y="15179"/>
                    <a:pt x="6118" y="15179"/>
                  </a:cubicBezTo>
                  <a:cubicBezTo>
                    <a:pt x="7065" y="15179"/>
                    <a:pt x="7964" y="15035"/>
                    <a:pt x="8699" y="14746"/>
                  </a:cubicBezTo>
                  <a:cubicBezTo>
                    <a:pt x="10687" y="13972"/>
                    <a:pt x="12255" y="12465"/>
                    <a:pt x="13114" y="10507"/>
                  </a:cubicBezTo>
                  <a:cubicBezTo>
                    <a:pt x="13973" y="8548"/>
                    <a:pt x="14019" y="6375"/>
                    <a:pt x="13244" y="4386"/>
                  </a:cubicBezTo>
                  <a:cubicBezTo>
                    <a:pt x="12490" y="2454"/>
                    <a:pt x="11038" y="912"/>
                    <a:pt x="9154" y="42"/>
                  </a:cubicBezTo>
                  <a:cubicBezTo>
                    <a:pt x="9091" y="14"/>
                    <a:pt x="9025" y="0"/>
                    <a:pt x="89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27"/>
            <p:cNvSpPr/>
            <p:nvPr/>
          </p:nvSpPr>
          <p:spPr>
            <a:xfrm rot="-508132">
              <a:off x="7672222" y="3363154"/>
              <a:ext cx="586120" cy="626855"/>
            </a:xfrm>
            <a:custGeom>
              <a:avLst/>
              <a:gdLst/>
              <a:ahLst/>
              <a:cxnLst/>
              <a:rect l="l" t="t" r="r" b="b"/>
              <a:pathLst>
                <a:path w="14806" h="15835" extrusionOk="0">
                  <a:moveTo>
                    <a:pt x="6704" y="1"/>
                  </a:moveTo>
                  <a:cubicBezTo>
                    <a:pt x="6517" y="1"/>
                    <a:pt x="6328" y="7"/>
                    <a:pt x="6139" y="20"/>
                  </a:cubicBezTo>
                  <a:cubicBezTo>
                    <a:pt x="5883" y="39"/>
                    <a:pt x="5690" y="261"/>
                    <a:pt x="5708" y="516"/>
                  </a:cubicBezTo>
                  <a:cubicBezTo>
                    <a:pt x="5724" y="763"/>
                    <a:pt x="5935" y="949"/>
                    <a:pt x="6176" y="949"/>
                  </a:cubicBezTo>
                  <a:cubicBezTo>
                    <a:pt x="6185" y="949"/>
                    <a:pt x="6194" y="948"/>
                    <a:pt x="6204" y="948"/>
                  </a:cubicBezTo>
                  <a:cubicBezTo>
                    <a:pt x="6373" y="936"/>
                    <a:pt x="6541" y="930"/>
                    <a:pt x="6708" y="930"/>
                  </a:cubicBezTo>
                  <a:cubicBezTo>
                    <a:pt x="9584" y="930"/>
                    <a:pt x="12154" y="2669"/>
                    <a:pt x="13211" y="5379"/>
                  </a:cubicBezTo>
                  <a:cubicBezTo>
                    <a:pt x="13853" y="7027"/>
                    <a:pt x="13847" y="8840"/>
                    <a:pt x="13193" y="10484"/>
                  </a:cubicBezTo>
                  <a:cubicBezTo>
                    <a:pt x="12481" y="12286"/>
                    <a:pt x="11040" y="13724"/>
                    <a:pt x="9239" y="14426"/>
                  </a:cubicBezTo>
                  <a:cubicBezTo>
                    <a:pt x="8684" y="14643"/>
                    <a:pt x="8107" y="14787"/>
                    <a:pt x="7523" y="14856"/>
                  </a:cubicBezTo>
                  <a:cubicBezTo>
                    <a:pt x="7254" y="14887"/>
                    <a:pt x="6985" y="14903"/>
                    <a:pt x="6716" y="14903"/>
                  </a:cubicBezTo>
                  <a:cubicBezTo>
                    <a:pt x="5664" y="14903"/>
                    <a:pt x="4620" y="14665"/>
                    <a:pt x="3658" y="14199"/>
                  </a:cubicBezTo>
                  <a:cubicBezTo>
                    <a:pt x="2548" y="13664"/>
                    <a:pt x="1599" y="12845"/>
                    <a:pt x="914" y="11829"/>
                  </a:cubicBezTo>
                  <a:cubicBezTo>
                    <a:pt x="824" y="11696"/>
                    <a:pt x="677" y="11625"/>
                    <a:pt x="528" y="11625"/>
                  </a:cubicBezTo>
                  <a:cubicBezTo>
                    <a:pt x="439" y="11625"/>
                    <a:pt x="348" y="11651"/>
                    <a:pt x="268" y="11704"/>
                  </a:cubicBezTo>
                  <a:cubicBezTo>
                    <a:pt x="56" y="11848"/>
                    <a:pt x="1" y="12136"/>
                    <a:pt x="143" y="12350"/>
                  </a:cubicBezTo>
                  <a:cubicBezTo>
                    <a:pt x="919" y="13501"/>
                    <a:pt x="1996" y="14431"/>
                    <a:pt x="3253" y="15037"/>
                  </a:cubicBezTo>
                  <a:cubicBezTo>
                    <a:pt x="4339" y="15565"/>
                    <a:pt x="5519" y="15834"/>
                    <a:pt x="6709" y="15834"/>
                  </a:cubicBezTo>
                  <a:cubicBezTo>
                    <a:pt x="7017" y="15834"/>
                    <a:pt x="7324" y="15816"/>
                    <a:pt x="7631" y="15779"/>
                  </a:cubicBezTo>
                  <a:cubicBezTo>
                    <a:pt x="8295" y="15703"/>
                    <a:pt x="8949" y="15538"/>
                    <a:pt x="9578" y="15293"/>
                  </a:cubicBezTo>
                  <a:cubicBezTo>
                    <a:pt x="11618" y="14496"/>
                    <a:pt x="13252" y="12869"/>
                    <a:pt x="14059" y="10826"/>
                  </a:cubicBezTo>
                  <a:cubicBezTo>
                    <a:pt x="14800" y="8964"/>
                    <a:pt x="14805" y="6909"/>
                    <a:pt x="14077" y="5040"/>
                  </a:cubicBezTo>
                  <a:cubicBezTo>
                    <a:pt x="12879" y="1970"/>
                    <a:pt x="9961" y="1"/>
                    <a:pt x="67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27"/>
            <p:cNvSpPr/>
            <p:nvPr/>
          </p:nvSpPr>
          <p:spPr>
            <a:xfrm rot="-508132">
              <a:off x="7330887" y="3155365"/>
              <a:ext cx="562289" cy="750959"/>
            </a:xfrm>
            <a:custGeom>
              <a:avLst/>
              <a:gdLst/>
              <a:ahLst/>
              <a:cxnLst/>
              <a:rect l="l" t="t" r="r" b="b"/>
              <a:pathLst>
                <a:path w="14204" h="18970" extrusionOk="0">
                  <a:moveTo>
                    <a:pt x="9464" y="930"/>
                  </a:moveTo>
                  <a:cubicBezTo>
                    <a:pt x="9833" y="930"/>
                    <a:pt x="10200" y="1044"/>
                    <a:pt x="10506" y="1263"/>
                  </a:cubicBezTo>
                  <a:cubicBezTo>
                    <a:pt x="10896" y="1539"/>
                    <a:pt x="11157" y="1969"/>
                    <a:pt x="11223" y="2441"/>
                  </a:cubicBezTo>
                  <a:cubicBezTo>
                    <a:pt x="11296" y="2962"/>
                    <a:pt x="11361" y="3765"/>
                    <a:pt x="11250" y="4643"/>
                  </a:cubicBezTo>
                  <a:cubicBezTo>
                    <a:pt x="11220" y="4885"/>
                    <a:pt x="11378" y="5107"/>
                    <a:pt x="11616" y="5156"/>
                  </a:cubicBezTo>
                  <a:cubicBezTo>
                    <a:pt x="11996" y="5236"/>
                    <a:pt x="12333" y="5427"/>
                    <a:pt x="12595" y="5712"/>
                  </a:cubicBezTo>
                  <a:cubicBezTo>
                    <a:pt x="13060" y="6212"/>
                    <a:pt x="13207" y="6924"/>
                    <a:pt x="12983" y="7567"/>
                  </a:cubicBezTo>
                  <a:lnTo>
                    <a:pt x="12983" y="7568"/>
                  </a:lnTo>
                  <a:cubicBezTo>
                    <a:pt x="12887" y="7843"/>
                    <a:pt x="12777" y="8115"/>
                    <a:pt x="12654" y="8374"/>
                  </a:cubicBezTo>
                  <a:cubicBezTo>
                    <a:pt x="12519" y="8662"/>
                    <a:pt x="12360" y="8950"/>
                    <a:pt x="12181" y="9226"/>
                  </a:cubicBezTo>
                  <a:cubicBezTo>
                    <a:pt x="12057" y="9419"/>
                    <a:pt x="12090" y="9674"/>
                    <a:pt x="12262" y="9826"/>
                  </a:cubicBezTo>
                  <a:cubicBezTo>
                    <a:pt x="12473" y="10015"/>
                    <a:pt x="12640" y="10241"/>
                    <a:pt x="12757" y="10500"/>
                  </a:cubicBezTo>
                  <a:cubicBezTo>
                    <a:pt x="13044" y="11131"/>
                    <a:pt x="12990" y="11853"/>
                    <a:pt x="12614" y="12434"/>
                  </a:cubicBezTo>
                  <a:cubicBezTo>
                    <a:pt x="12014" y="13359"/>
                    <a:pt x="11123" y="14156"/>
                    <a:pt x="9966" y="14801"/>
                  </a:cubicBezTo>
                  <a:cubicBezTo>
                    <a:pt x="9632" y="14986"/>
                    <a:pt x="9389" y="15181"/>
                    <a:pt x="9219" y="15395"/>
                  </a:cubicBezTo>
                  <a:cubicBezTo>
                    <a:pt x="8633" y="16128"/>
                    <a:pt x="8781" y="16775"/>
                    <a:pt x="8830" y="16988"/>
                  </a:cubicBezTo>
                  <a:cubicBezTo>
                    <a:pt x="8896" y="17278"/>
                    <a:pt x="8814" y="17574"/>
                    <a:pt x="8602" y="17786"/>
                  </a:cubicBezTo>
                  <a:cubicBezTo>
                    <a:pt x="8585" y="17802"/>
                    <a:pt x="8569" y="17817"/>
                    <a:pt x="8553" y="17831"/>
                  </a:cubicBezTo>
                  <a:cubicBezTo>
                    <a:pt x="8500" y="17876"/>
                    <a:pt x="8440" y="17917"/>
                    <a:pt x="8380" y="17946"/>
                  </a:cubicBezTo>
                  <a:cubicBezTo>
                    <a:pt x="8258" y="18009"/>
                    <a:pt x="8123" y="18040"/>
                    <a:pt x="7989" y="18040"/>
                  </a:cubicBezTo>
                  <a:cubicBezTo>
                    <a:pt x="7883" y="18040"/>
                    <a:pt x="7776" y="18020"/>
                    <a:pt x="7675" y="17980"/>
                  </a:cubicBezTo>
                  <a:cubicBezTo>
                    <a:pt x="7476" y="17899"/>
                    <a:pt x="2750" y="15945"/>
                    <a:pt x="1209" y="10128"/>
                  </a:cubicBezTo>
                  <a:cubicBezTo>
                    <a:pt x="1013" y="9390"/>
                    <a:pt x="1358" y="8632"/>
                    <a:pt x="2045" y="8284"/>
                  </a:cubicBezTo>
                  <a:cubicBezTo>
                    <a:pt x="2130" y="8241"/>
                    <a:pt x="2213" y="8207"/>
                    <a:pt x="2292" y="8182"/>
                  </a:cubicBezTo>
                  <a:cubicBezTo>
                    <a:pt x="2503" y="8117"/>
                    <a:pt x="2640" y="7911"/>
                    <a:pt x="2616" y="7691"/>
                  </a:cubicBezTo>
                  <a:cubicBezTo>
                    <a:pt x="2476" y="6326"/>
                    <a:pt x="2676" y="5119"/>
                    <a:pt x="3207" y="4097"/>
                  </a:cubicBezTo>
                  <a:cubicBezTo>
                    <a:pt x="3379" y="3766"/>
                    <a:pt x="3645" y="3502"/>
                    <a:pt x="3979" y="3333"/>
                  </a:cubicBezTo>
                  <a:cubicBezTo>
                    <a:pt x="4239" y="3200"/>
                    <a:pt x="4519" y="3134"/>
                    <a:pt x="4798" y="3134"/>
                  </a:cubicBezTo>
                  <a:cubicBezTo>
                    <a:pt x="5048" y="3134"/>
                    <a:pt x="5296" y="3187"/>
                    <a:pt x="5527" y="3295"/>
                  </a:cubicBezTo>
                  <a:cubicBezTo>
                    <a:pt x="5589" y="3324"/>
                    <a:pt x="5656" y="3338"/>
                    <a:pt x="5721" y="3338"/>
                  </a:cubicBezTo>
                  <a:cubicBezTo>
                    <a:pt x="5870" y="3338"/>
                    <a:pt x="6016" y="3266"/>
                    <a:pt x="6105" y="3135"/>
                  </a:cubicBezTo>
                  <a:cubicBezTo>
                    <a:pt x="6674" y="2305"/>
                    <a:pt x="7335" y="1696"/>
                    <a:pt x="8074" y="1323"/>
                  </a:cubicBezTo>
                  <a:cubicBezTo>
                    <a:pt x="8406" y="1154"/>
                    <a:pt x="8759" y="1033"/>
                    <a:pt x="9126" y="962"/>
                  </a:cubicBezTo>
                  <a:cubicBezTo>
                    <a:pt x="9238" y="941"/>
                    <a:pt x="9351" y="930"/>
                    <a:pt x="9464" y="930"/>
                  </a:cubicBezTo>
                  <a:close/>
                  <a:moveTo>
                    <a:pt x="9467" y="0"/>
                  </a:moveTo>
                  <a:cubicBezTo>
                    <a:pt x="9294" y="0"/>
                    <a:pt x="9122" y="17"/>
                    <a:pt x="8951" y="50"/>
                  </a:cubicBezTo>
                  <a:cubicBezTo>
                    <a:pt x="8499" y="136"/>
                    <a:pt x="8063" y="286"/>
                    <a:pt x="7656" y="493"/>
                  </a:cubicBezTo>
                  <a:cubicBezTo>
                    <a:pt x="6870" y="890"/>
                    <a:pt x="6163" y="1502"/>
                    <a:pt x="5553" y="2314"/>
                  </a:cubicBezTo>
                  <a:cubicBezTo>
                    <a:pt x="5306" y="2241"/>
                    <a:pt x="5052" y="2204"/>
                    <a:pt x="4797" y="2204"/>
                  </a:cubicBezTo>
                  <a:cubicBezTo>
                    <a:pt x="4375" y="2204"/>
                    <a:pt x="3951" y="2304"/>
                    <a:pt x="3558" y="2503"/>
                  </a:cubicBezTo>
                  <a:cubicBezTo>
                    <a:pt x="3049" y="2762"/>
                    <a:pt x="2642" y="3166"/>
                    <a:pt x="2380" y="3668"/>
                  </a:cubicBezTo>
                  <a:cubicBezTo>
                    <a:pt x="1811" y="4763"/>
                    <a:pt x="1569" y="6030"/>
                    <a:pt x="1661" y="7436"/>
                  </a:cubicBezTo>
                  <a:lnTo>
                    <a:pt x="1628" y="7452"/>
                  </a:lnTo>
                  <a:cubicBezTo>
                    <a:pt x="540" y="8001"/>
                    <a:pt x="0" y="9200"/>
                    <a:pt x="312" y="10366"/>
                  </a:cubicBezTo>
                  <a:cubicBezTo>
                    <a:pt x="1971" y="16629"/>
                    <a:pt x="7113" y="18755"/>
                    <a:pt x="7332" y="18843"/>
                  </a:cubicBezTo>
                  <a:cubicBezTo>
                    <a:pt x="7544" y="18928"/>
                    <a:pt x="7767" y="18970"/>
                    <a:pt x="7991" y="18970"/>
                  </a:cubicBezTo>
                  <a:cubicBezTo>
                    <a:pt x="8269" y="18970"/>
                    <a:pt x="8548" y="18904"/>
                    <a:pt x="8805" y="18778"/>
                  </a:cubicBezTo>
                  <a:cubicBezTo>
                    <a:pt x="8933" y="18713"/>
                    <a:pt x="9052" y="18632"/>
                    <a:pt x="9164" y="18537"/>
                  </a:cubicBezTo>
                  <a:cubicBezTo>
                    <a:pt x="9204" y="18502"/>
                    <a:pt x="9241" y="18468"/>
                    <a:pt x="9270" y="18437"/>
                  </a:cubicBezTo>
                  <a:cubicBezTo>
                    <a:pt x="9702" y="18005"/>
                    <a:pt x="9877" y="17386"/>
                    <a:pt x="9739" y="16782"/>
                  </a:cubicBezTo>
                  <a:cubicBezTo>
                    <a:pt x="9690" y="16562"/>
                    <a:pt x="9680" y="16313"/>
                    <a:pt x="9950" y="15976"/>
                  </a:cubicBezTo>
                  <a:cubicBezTo>
                    <a:pt x="10044" y="15858"/>
                    <a:pt x="10200" y="15739"/>
                    <a:pt x="10423" y="15613"/>
                  </a:cubicBezTo>
                  <a:cubicBezTo>
                    <a:pt x="11712" y="14893"/>
                    <a:pt x="12714" y="13994"/>
                    <a:pt x="13398" y="12938"/>
                  </a:cubicBezTo>
                  <a:cubicBezTo>
                    <a:pt x="13947" y="12092"/>
                    <a:pt x="14025" y="11037"/>
                    <a:pt x="13608" y="10117"/>
                  </a:cubicBezTo>
                  <a:cubicBezTo>
                    <a:pt x="13491" y="9859"/>
                    <a:pt x="13343" y="9625"/>
                    <a:pt x="13161" y="9414"/>
                  </a:cubicBezTo>
                  <a:cubicBezTo>
                    <a:pt x="13285" y="9202"/>
                    <a:pt x="13398" y="8985"/>
                    <a:pt x="13500" y="8769"/>
                  </a:cubicBezTo>
                  <a:cubicBezTo>
                    <a:pt x="13634" y="8481"/>
                    <a:pt x="13759" y="8180"/>
                    <a:pt x="13864" y="7873"/>
                  </a:cubicBezTo>
                  <a:cubicBezTo>
                    <a:pt x="14204" y="6903"/>
                    <a:pt x="13981" y="5834"/>
                    <a:pt x="13282" y="5080"/>
                  </a:cubicBezTo>
                  <a:cubicBezTo>
                    <a:pt x="12985" y="4757"/>
                    <a:pt x="12623" y="4514"/>
                    <a:pt x="12217" y="4363"/>
                  </a:cubicBezTo>
                  <a:cubicBezTo>
                    <a:pt x="12281" y="3542"/>
                    <a:pt x="12219" y="2809"/>
                    <a:pt x="12148" y="2313"/>
                  </a:cubicBezTo>
                  <a:cubicBezTo>
                    <a:pt x="12046" y="1588"/>
                    <a:pt x="11646" y="929"/>
                    <a:pt x="11048" y="506"/>
                  </a:cubicBezTo>
                  <a:cubicBezTo>
                    <a:pt x="10585" y="175"/>
                    <a:pt x="10028" y="0"/>
                    <a:pt x="94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27"/>
            <p:cNvSpPr/>
            <p:nvPr/>
          </p:nvSpPr>
          <p:spPr>
            <a:xfrm rot="-508132">
              <a:off x="7411415" y="3849297"/>
              <a:ext cx="676180" cy="611060"/>
            </a:xfrm>
            <a:custGeom>
              <a:avLst/>
              <a:gdLst/>
              <a:ahLst/>
              <a:cxnLst/>
              <a:rect l="l" t="t" r="r" b="b"/>
              <a:pathLst>
                <a:path w="17081" h="15436" extrusionOk="0">
                  <a:moveTo>
                    <a:pt x="7464" y="1"/>
                  </a:moveTo>
                  <a:cubicBezTo>
                    <a:pt x="7436" y="1"/>
                    <a:pt x="7407" y="3"/>
                    <a:pt x="7379" y="8"/>
                  </a:cubicBezTo>
                  <a:cubicBezTo>
                    <a:pt x="6907" y="97"/>
                    <a:pt x="6434" y="232"/>
                    <a:pt x="5979" y="410"/>
                  </a:cubicBezTo>
                  <a:cubicBezTo>
                    <a:pt x="1984" y="1968"/>
                    <a:pt x="0" y="6487"/>
                    <a:pt x="1559" y="10482"/>
                  </a:cubicBezTo>
                  <a:cubicBezTo>
                    <a:pt x="2757" y="13552"/>
                    <a:pt x="5702" y="15435"/>
                    <a:pt x="8817" y="15435"/>
                  </a:cubicBezTo>
                  <a:cubicBezTo>
                    <a:pt x="9755" y="15435"/>
                    <a:pt x="10708" y="15265"/>
                    <a:pt x="11632" y="14903"/>
                  </a:cubicBezTo>
                  <a:cubicBezTo>
                    <a:pt x="12853" y="14427"/>
                    <a:pt x="13941" y="13644"/>
                    <a:pt x="14778" y="12638"/>
                  </a:cubicBezTo>
                  <a:cubicBezTo>
                    <a:pt x="16593" y="10456"/>
                    <a:pt x="17080" y="7464"/>
                    <a:pt x="16054" y="4828"/>
                  </a:cubicBezTo>
                  <a:cubicBezTo>
                    <a:pt x="16027" y="4759"/>
                    <a:pt x="16007" y="4709"/>
                    <a:pt x="15993" y="4667"/>
                  </a:cubicBezTo>
                  <a:cubicBezTo>
                    <a:pt x="15948" y="4544"/>
                    <a:pt x="15920" y="4472"/>
                    <a:pt x="15824" y="4289"/>
                  </a:cubicBezTo>
                  <a:cubicBezTo>
                    <a:pt x="15741" y="4130"/>
                    <a:pt x="15580" y="4040"/>
                    <a:pt x="15413" y="4040"/>
                  </a:cubicBezTo>
                  <a:cubicBezTo>
                    <a:pt x="15340" y="4040"/>
                    <a:pt x="15266" y="4057"/>
                    <a:pt x="15196" y="4094"/>
                  </a:cubicBezTo>
                  <a:cubicBezTo>
                    <a:pt x="14969" y="4213"/>
                    <a:pt x="14880" y="4494"/>
                    <a:pt x="15001" y="4721"/>
                  </a:cubicBezTo>
                  <a:cubicBezTo>
                    <a:pt x="15072" y="4856"/>
                    <a:pt x="15084" y="4888"/>
                    <a:pt x="15120" y="4985"/>
                  </a:cubicBezTo>
                  <a:cubicBezTo>
                    <a:pt x="15136" y="5032"/>
                    <a:pt x="15155" y="5087"/>
                    <a:pt x="15187" y="5164"/>
                  </a:cubicBezTo>
                  <a:cubicBezTo>
                    <a:pt x="16092" y="7485"/>
                    <a:pt x="15660" y="10121"/>
                    <a:pt x="14063" y="12043"/>
                  </a:cubicBezTo>
                  <a:cubicBezTo>
                    <a:pt x="13326" y="12927"/>
                    <a:pt x="12370" y="13617"/>
                    <a:pt x="11294" y="14037"/>
                  </a:cubicBezTo>
                  <a:cubicBezTo>
                    <a:pt x="10479" y="14354"/>
                    <a:pt x="9640" y="14505"/>
                    <a:pt x="8815" y="14505"/>
                  </a:cubicBezTo>
                  <a:cubicBezTo>
                    <a:pt x="6074" y="14505"/>
                    <a:pt x="3480" y="12847"/>
                    <a:pt x="2426" y="10143"/>
                  </a:cubicBezTo>
                  <a:cubicBezTo>
                    <a:pt x="1053" y="6627"/>
                    <a:pt x="2799" y="2648"/>
                    <a:pt x="6317" y="1276"/>
                  </a:cubicBezTo>
                  <a:cubicBezTo>
                    <a:pt x="6719" y="1119"/>
                    <a:pt x="7133" y="1001"/>
                    <a:pt x="7549" y="923"/>
                  </a:cubicBezTo>
                  <a:cubicBezTo>
                    <a:pt x="7802" y="877"/>
                    <a:pt x="7969" y="633"/>
                    <a:pt x="7921" y="381"/>
                  </a:cubicBezTo>
                  <a:cubicBezTo>
                    <a:pt x="7879" y="157"/>
                    <a:pt x="7684" y="1"/>
                    <a:pt x="7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7" name="Google Shape;397;p27"/>
          <p:cNvGrpSpPr/>
          <p:nvPr/>
        </p:nvGrpSpPr>
        <p:grpSpPr>
          <a:xfrm>
            <a:off x="2291126" y="524514"/>
            <a:ext cx="296832" cy="293019"/>
            <a:chOff x="4155928" y="313681"/>
            <a:chExt cx="296832" cy="293019"/>
          </a:xfrm>
        </p:grpSpPr>
        <p:sp>
          <p:nvSpPr>
            <p:cNvPr id="398" name="Google Shape;398;p27"/>
            <p:cNvSpPr/>
            <p:nvPr/>
          </p:nvSpPr>
          <p:spPr>
            <a:xfrm>
              <a:off x="4158145" y="315942"/>
              <a:ext cx="292399" cy="288608"/>
            </a:xfrm>
            <a:custGeom>
              <a:avLst/>
              <a:gdLst/>
              <a:ahLst/>
              <a:cxnLst/>
              <a:rect l="l" t="t" r="r" b="b"/>
              <a:pathLst>
                <a:path w="13456" h="13280" extrusionOk="0">
                  <a:moveTo>
                    <a:pt x="6729" y="0"/>
                  </a:moveTo>
                  <a:cubicBezTo>
                    <a:pt x="4929" y="0"/>
                    <a:pt x="3408" y="1214"/>
                    <a:pt x="2941" y="2868"/>
                  </a:cubicBezTo>
                  <a:cubicBezTo>
                    <a:pt x="1410" y="3311"/>
                    <a:pt x="262" y="4623"/>
                    <a:pt x="105" y="6261"/>
                  </a:cubicBezTo>
                  <a:cubicBezTo>
                    <a:pt x="1" y="7366"/>
                    <a:pt x="367" y="8468"/>
                    <a:pt x="1112" y="9286"/>
                  </a:cubicBezTo>
                  <a:cubicBezTo>
                    <a:pt x="1610" y="9835"/>
                    <a:pt x="2254" y="10228"/>
                    <a:pt x="2956" y="10427"/>
                  </a:cubicBezTo>
                  <a:cubicBezTo>
                    <a:pt x="3399" y="11959"/>
                    <a:pt x="4712" y="13105"/>
                    <a:pt x="6349" y="13261"/>
                  </a:cubicBezTo>
                  <a:cubicBezTo>
                    <a:pt x="6476" y="13274"/>
                    <a:pt x="6603" y="13280"/>
                    <a:pt x="6729" y="13280"/>
                  </a:cubicBezTo>
                  <a:cubicBezTo>
                    <a:pt x="8525" y="13280"/>
                    <a:pt x="10043" y="12071"/>
                    <a:pt x="10512" y="10423"/>
                  </a:cubicBezTo>
                  <a:cubicBezTo>
                    <a:pt x="11211" y="10223"/>
                    <a:pt x="11848" y="9832"/>
                    <a:pt x="12344" y="9286"/>
                  </a:cubicBezTo>
                  <a:cubicBezTo>
                    <a:pt x="13088" y="8467"/>
                    <a:pt x="13455" y="7365"/>
                    <a:pt x="13351" y="6260"/>
                  </a:cubicBezTo>
                  <a:cubicBezTo>
                    <a:pt x="13194" y="4618"/>
                    <a:pt x="12041" y="3303"/>
                    <a:pt x="10505" y="2863"/>
                  </a:cubicBezTo>
                  <a:cubicBezTo>
                    <a:pt x="10064" y="1326"/>
                    <a:pt x="8749" y="174"/>
                    <a:pt x="7108" y="17"/>
                  </a:cubicBezTo>
                  <a:cubicBezTo>
                    <a:pt x="6982" y="5"/>
                    <a:pt x="6854" y="0"/>
                    <a:pt x="67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27"/>
            <p:cNvSpPr/>
            <p:nvPr/>
          </p:nvSpPr>
          <p:spPr>
            <a:xfrm>
              <a:off x="4155928" y="313681"/>
              <a:ext cx="296832" cy="293019"/>
            </a:xfrm>
            <a:custGeom>
              <a:avLst/>
              <a:gdLst/>
              <a:ahLst/>
              <a:cxnLst/>
              <a:rect l="l" t="t" r="r" b="b"/>
              <a:pathLst>
                <a:path w="13660" h="13483" extrusionOk="0">
                  <a:moveTo>
                    <a:pt x="6831" y="203"/>
                  </a:moveTo>
                  <a:cubicBezTo>
                    <a:pt x="6953" y="203"/>
                    <a:pt x="7077" y="210"/>
                    <a:pt x="7200" y="224"/>
                  </a:cubicBezTo>
                  <a:cubicBezTo>
                    <a:pt x="8770" y="374"/>
                    <a:pt x="10070" y="1463"/>
                    <a:pt x="10510" y="2996"/>
                  </a:cubicBezTo>
                  <a:lnTo>
                    <a:pt x="10525" y="3050"/>
                  </a:lnTo>
                  <a:lnTo>
                    <a:pt x="10579" y="3065"/>
                  </a:lnTo>
                  <a:cubicBezTo>
                    <a:pt x="12112" y="3505"/>
                    <a:pt x="13201" y="4805"/>
                    <a:pt x="13351" y="6375"/>
                  </a:cubicBezTo>
                  <a:cubicBezTo>
                    <a:pt x="13454" y="7450"/>
                    <a:pt x="13098" y="8525"/>
                    <a:pt x="12372" y="9321"/>
                  </a:cubicBezTo>
                  <a:cubicBezTo>
                    <a:pt x="11894" y="9849"/>
                    <a:pt x="11276" y="10231"/>
                    <a:pt x="10587" y="10429"/>
                  </a:cubicBezTo>
                  <a:lnTo>
                    <a:pt x="10533" y="10444"/>
                  </a:lnTo>
                  <a:lnTo>
                    <a:pt x="10519" y="10498"/>
                  </a:lnTo>
                  <a:cubicBezTo>
                    <a:pt x="10052" y="12137"/>
                    <a:pt x="8536" y="13281"/>
                    <a:pt x="6832" y="13281"/>
                  </a:cubicBezTo>
                  <a:cubicBezTo>
                    <a:pt x="6709" y="13281"/>
                    <a:pt x="6585" y="13276"/>
                    <a:pt x="6462" y="13264"/>
                  </a:cubicBezTo>
                  <a:cubicBezTo>
                    <a:pt x="4896" y="13114"/>
                    <a:pt x="3598" y="12029"/>
                    <a:pt x="3156" y="10500"/>
                  </a:cubicBezTo>
                  <a:lnTo>
                    <a:pt x="3140" y="10446"/>
                  </a:lnTo>
                  <a:lnTo>
                    <a:pt x="3086" y="10431"/>
                  </a:lnTo>
                  <a:cubicBezTo>
                    <a:pt x="2393" y="10236"/>
                    <a:pt x="1771" y="9852"/>
                    <a:pt x="1289" y="9320"/>
                  </a:cubicBezTo>
                  <a:cubicBezTo>
                    <a:pt x="565" y="8523"/>
                    <a:pt x="207" y="7449"/>
                    <a:pt x="310" y="6374"/>
                  </a:cubicBezTo>
                  <a:cubicBezTo>
                    <a:pt x="460" y="4807"/>
                    <a:pt x="1544" y="3511"/>
                    <a:pt x="3073" y="3066"/>
                  </a:cubicBezTo>
                  <a:lnTo>
                    <a:pt x="3127" y="3050"/>
                  </a:lnTo>
                  <a:lnTo>
                    <a:pt x="3141" y="2996"/>
                  </a:lnTo>
                  <a:cubicBezTo>
                    <a:pt x="3604" y="1352"/>
                    <a:pt x="5123" y="203"/>
                    <a:pt x="6831" y="203"/>
                  </a:cubicBezTo>
                  <a:close/>
                  <a:moveTo>
                    <a:pt x="6829" y="0"/>
                  </a:moveTo>
                  <a:cubicBezTo>
                    <a:pt x="5934" y="0"/>
                    <a:pt x="5085" y="288"/>
                    <a:pt x="4374" y="835"/>
                  </a:cubicBezTo>
                  <a:cubicBezTo>
                    <a:pt x="3701" y="1351"/>
                    <a:pt x="3200" y="2079"/>
                    <a:pt x="2961" y="2886"/>
                  </a:cubicBezTo>
                  <a:cubicBezTo>
                    <a:pt x="2205" y="3115"/>
                    <a:pt x="1539" y="3553"/>
                    <a:pt x="1032" y="4151"/>
                  </a:cubicBezTo>
                  <a:cubicBezTo>
                    <a:pt x="506" y="4775"/>
                    <a:pt x="186" y="5535"/>
                    <a:pt x="108" y="6352"/>
                  </a:cubicBezTo>
                  <a:cubicBezTo>
                    <a:pt x="0" y="7486"/>
                    <a:pt x="377" y="8615"/>
                    <a:pt x="1139" y="9455"/>
                  </a:cubicBezTo>
                  <a:cubicBezTo>
                    <a:pt x="1635" y="10002"/>
                    <a:pt x="2269" y="10399"/>
                    <a:pt x="2977" y="10609"/>
                  </a:cubicBezTo>
                  <a:cubicBezTo>
                    <a:pt x="3205" y="11366"/>
                    <a:pt x="3642" y="12031"/>
                    <a:pt x="4241" y="12538"/>
                  </a:cubicBezTo>
                  <a:cubicBezTo>
                    <a:pt x="4865" y="13067"/>
                    <a:pt x="5625" y="13386"/>
                    <a:pt x="6443" y="13465"/>
                  </a:cubicBezTo>
                  <a:cubicBezTo>
                    <a:pt x="6572" y="13476"/>
                    <a:pt x="6702" y="13483"/>
                    <a:pt x="6831" y="13483"/>
                  </a:cubicBezTo>
                  <a:cubicBezTo>
                    <a:pt x="7724" y="13483"/>
                    <a:pt x="8573" y="13196"/>
                    <a:pt x="9280" y="12651"/>
                  </a:cubicBezTo>
                  <a:cubicBezTo>
                    <a:pt x="9953" y="12137"/>
                    <a:pt x="10452" y="11411"/>
                    <a:pt x="10695" y="10607"/>
                  </a:cubicBezTo>
                  <a:cubicBezTo>
                    <a:pt x="11398" y="10395"/>
                    <a:pt x="12029" y="9999"/>
                    <a:pt x="12521" y="9457"/>
                  </a:cubicBezTo>
                  <a:cubicBezTo>
                    <a:pt x="13283" y="8617"/>
                    <a:pt x="13660" y="7486"/>
                    <a:pt x="13552" y="6353"/>
                  </a:cubicBezTo>
                  <a:cubicBezTo>
                    <a:pt x="13473" y="5535"/>
                    <a:pt x="13153" y="4773"/>
                    <a:pt x="12623" y="4148"/>
                  </a:cubicBezTo>
                  <a:cubicBezTo>
                    <a:pt x="12115" y="3549"/>
                    <a:pt x="11447" y="3113"/>
                    <a:pt x="10687" y="2884"/>
                  </a:cubicBezTo>
                  <a:cubicBezTo>
                    <a:pt x="10458" y="2125"/>
                    <a:pt x="10023" y="1456"/>
                    <a:pt x="9422" y="947"/>
                  </a:cubicBezTo>
                  <a:cubicBezTo>
                    <a:pt x="8799" y="418"/>
                    <a:pt x="8036" y="98"/>
                    <a:pt x="7217" y="19"/>
                  </a:cubicBezTo>
                  <a:cubicBezTo>
                    <a:pt x="7088" y="7"/>
                    <a:pt x="6957" y="0"/>
                    <a:pt x="68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27"/>
            <p:cNvSpPr/>
            <p:nvPr/>
          </p:nvSpPr>
          <p:spPr>
            <a:xfrm>
              <a:off x="4178093" y="335566"/>
              <a:ext cx="252850" cy="249554"/>
            </a:xfrm>
            <a:custGeom>
              <a:avLst/>
              <a:gdLst/>
              <a:ahLst/>
              <a:cxnLst/>
              <a:rect l="l" t="t" r="r" b="b"/>
              <a:pathLst>
                <a:path w="11636" h="11483" extrusionOk="0">
                  <a:moveTo>
                    <a:pt x="5818" y="2083"/>
                  </a:moveTo>
                  <a:cubicBezTo>
                    <a:pt x="5861" y="2083"/>
                    <a:pt x="5904" y="2084"/>
                    <a:pt x="5947" y="2090"/>
                  </a:cubicBezTo>
                  <a:cubicBezTo>
                    <a:pt x="6633" y="2155"/>
                    <a:pt x="7138" y="2770"/>
                    <a:pt x="7138" y="3460"/>
                  </a:cubicBezTo>
                  <a:cubicBezTo>
                    <a:pt x="7138" y="3992"/>
                    <a:pt x="7569" y="4423"/>
                    <a:pt x="8099" y="4423"/>
                  </a:cubicBezTo>
                  <a:cubicBezTo>
                    <a:pt x="8789" y="4423"/>
                    <a:pt x="9404" y="4927"/>
                    <a:pt x="9470" y="5613"/>
                  </a:cubicBezTo>
                  <a:cubicBezTo>
                    <a:pt x="9546" y="6400"/>
                    <a:pt x="8929" y="7062"/>
                    <a:pt x="8157" y="7062"/>
                  </a:cubicBezTo>
                  <a:lnTo>
                    <a:pt x="8099" y="7062"/>
                  </a:lnTo>
                  <a:cubicBezTo>
                    <a:pt x="7569" y="7062"/>
                    <a:pt x="7138" y="7494"/>
                    <a:pt x="7138" y="8025"/>
                  </a:cubicBezTo>
                  <a:lnTo>
                    <a:pt x="7138" y="8081"/>
                  </a:lnTo>
                  <a:cubicBezTo>
                    <a:pt x="7138" y="8810"/>
                    <a:pt x="6547" y="9401"/>
                    <a:pt x="5818" y="9401"/>
                  </a:cubicBezTo>
                  <a:cubicBezTo>
                    <a:pt x="5774" y="9401"/>
                    <a:pt x="5731" y="9400"/>
                    <a:pt x="5688" y="9395"/>
                  </a:cubicBezTo>
                  <a:cubicBezTo>
                    <a:pt x="5001" y="9328"/>
                    <a:pt x="4498" y="8713"/>
                    <a:pt x="4498" y="8023"/>
                  </a:cubicBezTo>
                  <a:cubicBezTo>
                    <a:pt x="4498" y="7493"/>
                    <a:pt x="4066" y="7061"/>
                    <a:pt x="3535" y="7061"/>
                  </a:cubicBezTo>
                  <a:lnTo>
                    <a:pt x="3478" y="7061"/>
                  </a:lnTo>
                  <a:cubicBezTo>
                    <a:pt x="2706" y="7061"/>
                    <a:pt x="2089" y="6399"/>
                    <a:pt x="2164" y="5612"/>
                  </a:cubicBezTo>
                  <a:cubicBezTo>
                    <a:pt x="2230" y="4926"/>
                    <a:pt x="2844" y="4421"/>
                    <a:pt x="3535" y="4421"/>
                  </a:cubicBezTo>
                  <a:cubicBezTo>
                    <a:pt x="4066" y="4421"/>
                    <a:pt x="4498" y="3990"/>
                    <a:pt x="4498" y="3459"/>
                  </a:cubicBezTo>
                  <a:lnTo>
                    <a:pt x="4498" y="3402"/>
                  </a:lnTo>
                  <a:cubicBezTo>
                    <a:pt x="4498" y="2673"/>
                    <a:pt x="5089" y="2083"/>
                    <a:pt x="5818" y="2083"/>
                  </a:cubicBezTo>
                  <a:close/>
                  <a:moveTo>
                    <a:pt x="5818" y="1"/>
                  </a:moveTo>
                  <a:cubicBezTo>
                    <a:pt x="4261" y="1"/>
                    <a:pt x="2946" y="1050"/>
                    <a:pt x="2543" y="2479"/>
                  </a:cubicBezTo>
                  <a:cubicBezTo>
                    <a:pt x="1219" y="2863"/>
                    <a:pt x="227" y="3998"/>
                    <a:pt x="92" y="5413"/>
                  </a:cubicBezTo>
                  <a:cubicBezTo>
                    <a:pt x="1" y="6368"/>
                    <a:pt x="318" y="7323"/>
                    <a:pt x="961" y="8029"/>
                  </a:cubicBezTo>
                  <a:cubicBezTo>
                    <a:pt x="1393" y="8503"/>
                    <a:pt x="1948" y="8843"/>
                    <a:pt x="2556" y="9014"/>
                  </a:cubicBezTo>
                  <a:cubicBezTo>
                    <a:pt x="2939" y="10338"/>
                    <a:pt x="4076" y="11332"/>
                    <a:pt x="5491" y="11467"/>
                  </a:cubicBezTo>
                  <a:cubicBezTo>
                    <a:pt x="5600" y="11477"/>
                    <a:pt x="5710" y="11483"/>
                    <a:pt x="5819" y="11483"/>
                  </a:cubicBezTo>
                  <a:cubicBezTo>
                    <a:pt x="7372" y="11483"/>
                    <a:pt x="8684" y="10437"/>
                    <a:pt x="9092" y="9012"/>
                  </a:cubicBezTo>
                  <a:cubicBezTo>
                    <a:pt x="9696" y="8839"/>
                    <a:pt x="10247" y="8501"/>
                    <a:pt x="10676" y="8029"/>
                  </a:cubicBezTo>
                  <a:cubicBezTo>
                    <a:pt x="11319" y="7321"/>
                    <a:pt x="11636" y="6368"/>
                    <a:pt x="11545" y="5413"/>
                  </a:cubicBezTo>
                  <a:cubicBezTo>
                    <a:pt x="11410" y="3994"/>
                    <a:pt x="10413" y="2856"/>
                    <a:pt x="9085" y="2477"/>
                  </a:cubicBezTo>
                  <a:cubicBezTo>
                    <a:pt x="8703" y="1149"/>
                    <a:pt x="7567" y="152"/>
                    <a:pt x="6148" y="17"/>
                  </a:cubicBezTo>
                  <a:cubicBezTo>
                    <a:pt x="6035" y="5"/>
                    <a:pt x="5925" y="1"/>
                    <a:pt x="58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1" name="Google Shape;401;p27"/>
          <p:cNvGrpSpPr/>
          <p:nvPr/>
        </p:nvGrpSpPr>
        <p:grpSpPr>
          <a:xfrm>
            <a:off x="7751180" y="4635194"/>
            <a:ext cx="296832" cy="293019"/>
            <a:chOff x="5796891" y="4533844"/>
            <a:chExt cx="296832" cy="293019"/>
          </a:xfrm>
        </p:grpSpPr>
        <p:sp>
          <p:nvSpPr>
            <p:cNvPr id="402" name="Google Shape;402;p27"/>
            <p:cNvSpPr/>
            <p:nvPr/>
          </p:nvSpPr>
          <p:spPr>
            <a:xfrm>
              <a:off x="5799107" y="4536104"/>
              <a:ext cx="292399" cy="288608"/>
            </a:xfrm>
            <a:custGeom>
              <a:avLst/>
              <a:gdLst/>
              <a:ahLst/>
              <a:cxnLst/>
              <a:rect l="l" t="t" r="r" b="b"/>
              <a:pathLst>
                <a:path w="13456" h="13280" extrusionOk="0">
                  <a:moveTo>
                    <a:pt x="6729" y="0"/>
                  </a:moveTo>
                  <a:cubicBezTo>
                    <a:pt x="4929" y="0"/>
                    <a:pt x="3408" y="1214"/>
                    <a:pt x="2941" y="2868"/>
                  </a:cubicBezTo>
                  <a:cubicBezTo>
                    <a:pt x="1410" y="3311"/>
                    <a:pt x="262" y="4623"/>
                    <a:pt x="105" y="6261"/>
                  </a:cubicBezTo>
                  <a:cubicBezTo>
                    <a:pt x="1" y="7366"/>
                    <a:pt x="367" y="8468"/>
                    <a:pt x="1112" y="9286"/>
                  </a:cubicBezTo>
                  <a:cubicBezTo>
                    <a:pt x="1610" y="9835"/>
                    <a:pt x="2254" y="10228"/>
                    <a:pt x="2956" y="10427"/>
                  </a:cubicBezTo>
                  <a:cubicBezTo>
                    <a:pt x="3399" y="11959"/>
                    <a:pt x="4712" y="13105"/>
                    <a:pt x="6349" y="13261"/>
                  </a:cubicBezTo>
                  <a:cubicBezTo>
                    <a:pt x="6476" y="13274"/>
                    <a:pt x="6603" y="13280"/>
                    <a:pt x="6729" y="13280"/>
                  </a:cubicBezTo>
                  <a:cubicBezTo>
                    <a:pt x="8525" y="13280"/>
                    <a:pt x="10043" y="12071"/>
                    <a:pt x="10512" y="10423"/>
                  </a:cubicBezTo>
                  <a:cubicBezTo>
                    <a:pt x="11211" y="10223"/>
                    <a:pt x="11848" y="9832"/>
                    <a:pt x="12344" y="9286"/>
                  </a:cubicBezTo>
                  <a:cubicBezTo>
                    <a:pt x="13088" y="8467"/>
                    <a:pt x="13455" y="7365"/>
                    <a:pt x="13351" y="6260"/>
                  </a:cubicBezTo>
                  <a:cubicBezTo>
                    <a:pt x="13194" y="4618"/>
                    <a:pt x="12041" y="3303"/>
                    <a:pt x="10505" y="2863"/>
                  </a:cubicBezTo>
                  <a:cubicBezTo>
                    <a:pt x="10064" y="1326"/>
                    <a:pt x="8749" y="174"/>
                    <a:pt x="7108" y="17"/>
                  </a:cubicBezTo>
                  <a:cubicBezTo>
                    <a:pt x="6982" y="5"/>
                    <a:pt x="6854" y="0"/>
                    <a:pt x="67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27"/>
            <p:cNvSpPr/>
            <p:nvPr/>
          </p:nvSpPr>
          <p:spPr>
            <a:xfrm>
              <a:off x="5796891" y="4533844"/>
              <a:ext cx="296832" cy="293019"/>
            </a:xfrm>
            <a:custGeom>
              <a:avLst/>
              <a:gdLst/>
              <a:ahLst/>
              <a:cxnLst/>
              <a:rect l="l" t="t" r="r" b="b"/>
              <a:pathLst>
                <a:path w="13660" h="13483" extrusionOk="0">
                  <a:moveTo>
                    <a:pt x="6831" y="203"/>
                  </a:moveTo>
                  <a:cubicBezTo>
                    <a:pt x="6953" y="203"/>
                    <a:pt x="7077" y="210"/>
                    <a:pt x="7200" y="224"/>
                  </a:cubicBezTo>
                  <a:cubicBezTo>
                    <a:pt x="8770" y="374"/>
                    <a:pt x="10070" y="1463"/>
                    <a:pt x="10510" y="2996"/>
                  </a:cubicBezTo>
                  <a:lnTo>
                    <a:pt x="10525" y="3050"/>
                  </a:lnTo>
                  <a:lnTo>
                    <a:pt x="10579" y="3065"/>
                  </a:lnTo>
                  <a:cubicBezTo>
                    <a:pt x="12112" y="3505"/>
                    <a:pt x="13201" y="4805"/>
                    <a:pt x="13351" y="6375"/>
                  </a:cubicBezTo>
                  <a:cubicBezTo>
                    <a:pt x="13454" y="7450"/>
                    <a:pt x="13098" y="8525"/>
                    <a:pt x="12372" y="9321"/>
                  </a:cubicBezTo>
                  <a:cubicBezTo>
                    <a:pt x="11894" y="9849"/>
                    <a:pt x="11276" y="10231"/>
                    <a:pt x="10587" y="10429"/>
                  </a:cubicBezTo>
                  <a:lnTo>
                    <a:pt x="10533" y="10444"/>
                  </a:lnTo>
                  <a:lnTo>
                    <a:pt x="10519" y="10498"/>
                  </a:lnTo>
                  <a:cubicBezTo>
                    <a:pt x="10052" y="12137"/>
                    <a:pt x="8536" y="13281"/>
                    <a:pt x="6832" y="13281"/>
                  </a:cubicBezTo>
                  <a:cubicBezTo>
                    <a:pt x="6709" y="13281"/>
                    <a:pt x="6585" y="13276"/>
                    <a:pt x="6462" y="13264"/>
                  </a:cubicBezTo>
                  <a:cubicBezTo>
                    <a:pt x="4896" y="13114"/>
                    <a:pt x="3598" y="12029"/>
                    <a:pt x="3156" y="10500"/>
                  </a:cubicBezTo>
                  <a:lnTo>
                    <a:pt x="3140" y="10446"/>
                  </a:lnTo>
                  <a:lnTo>
                    <a:pt x="3086" y="10431"/>
                  </a:lnTo>
                  <a:cubicBezTo>
                    <a:pt x="2393" y="10236"/>
                    <a:pt x="1771" y="9852"/>
                    <a:pt x="1289" y="9320"/>
                  </a:cubicBezTo>
                  <a:cubicBezTo>
                    <a:pt x="565" y="8523"/>
                    <a:pt x="207" y="7449"/>
                    <a:pt x="310" y="6374"/>
                  </a:cubicBezTo>
                  <a:cubicBezTo>
                    <a:pt x="460" y="4807"/>
                    <a:pt x="1544" y="3511"/>
                    <a:pt x="3073" y="3066"/>
                  </a:cubicBezTo>
                  <a:lnTo>
                    <a:pt x="3127" y="3050"/>
                  </a:lnTo>
                  <a:lnTo>
                    <a:pt x="3141" y="2996"/>
                  </a:lnTo>
                  <a:cubicBezTo>
                    <a:pt x="3604" y="1352"/>
                    <a:pt x="5123" y="203"/>
                    <a:pt x="6831" y="203"/>
                  </a:cubicBezTo>
                  <a:close/>
                  <a:moveTo>
                    <a:pt x="6829" y="0"/>
                  </a:moveTo>
                  <a:cubicBezTo>
                    <a:pt x="5934" y="0"/>
                    <a:pt x="5085" y="288"/>
                    <a:pt x="4374" y="835"/>
                  </a:cubicBezTo>
                  <a:cubicBezTo>
                    <a:pt x="3701" y="1351"/>
                    <a:pt x="3200" y="2079"/>
                    <a:pt x="2961" y="2886"/>
                  </a:cubicBezTo>
                  <a:cubicBezTo>
                    <a:pt x="2205" y="3115"/>
                    <a:pt x="1539" y="3553"/>
                    <a:pt x="1032" y="4151"/>
                  </a:cubicBezTo>
                  <a:cubicBezTo>
                    <a:pt x="506" y="4775"/>
                    <a:pt x="186" y="5535"/>
                    <a:pt x="108" y="6352"/>
                  </a:cubicBezTo>
                  <a:cubicBezTo>
                    <a:pt x="0" y="7486"/>
                    <a:pt x="377" y="8615"/>
                    <a:pt x="1139" y="9455"/>
                  </a:cubicBezTo>
                  <a:cubicBezTo>
                    <a:pt x="1635" y="10002"/>
                    <a:pt x="2269" y="10399"/>
                    <a:pt x="2977" y="10609"/>
                  </a:cubicBezTo>
                  <a:cubicBezTo>
                    <a:pt x="3205" y="11366"/>
                    <a:pt x="3642" y="12031"/>
                    <a:pt x="4241" y="12538"/>
                  </a:cubicBezTo>
                  <a:cubicBezTo>
                    <a:pt x="4865" y="13067"/>
                    <a:pt x="5625" y="13386"/>
                    <a:pt x="6443" y="13465"/>
                  </a:cubicBezTo>
                  <a:cubicBezTo>
                    <a:pt x="6572" y="13476"/>
                    <a:pt x="6702" y="13483"/>
                    <a:pt x="6831" y="13483"/>
                  </a:cubicBezTo>
                  <a:cubicBezTo>
                    <a:pt x="7724" y="13483"/>
                    <a:pt x="8573" y="13196"/>
                    <a:pt x="9280" y="12651"/>
                  </a:cubicBezTo>
                  <a:cubicBezTo>
                    <a:pt x="9953" y="12137"/>
                    <a:pt x="10452" y="11411"/>
                    <a:pt x="10695" y="10607"/>
                  </a:cubicBezTo>
                  <a:cubicBezTo>
                    <a:pt x="11398" y="10395"/>
                    <a:pt x="12029" y="9999"/>
                    <a:pt x="12521" y="9457"/>
                  </a:cubicBezTo>
                  <a:cubicBezTo>
                    <a:pt x="13283" y="8617"/>
                    <a:pt x="13660" y="7486"/>
                    <a:pt x="13552" y="6353"/>
                  </a:cubicBezTo>
                  <a:cubicBezTo>
                    <a:pt x="13473" y="5535"/>
                    <a:pt x="13153" y="4773"/>
                    <a:pt x="12623" y="4148"/>
                  </a:cubicBezTo>
                  <a:cubicBezTo>
                    <a:pt x="12115" y="3549"/>
                    <a:pt x="11447" y="3113"/>
                    <a:pt x="10687" y="2884"/>
                  </a:cubicBezTo>
                  <a:cubicBezTo>
                    <a:pt x="10458" y="2125"/>
                    <a:pt x="10023" y="1456"/>
                    <a:pt x="9422" y="947"/>
                  </a:cubicBezTo>
                  <a:cubicBezTo>
                    <a:pt x="8799" y="418"/>
                    <a:pt x="8036" y="98"/>
                    <a:pt x="7217" y="19"/>
                  </a:cubicBezTo>
                  <a:cubicBezTo>
                    <a:pt x="7088" y="7"/>
                    <a:pt x="6957" y="0"/>
                    <a:pt x="68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27"/>
            <p:cNvSpPr/>
            <p:nvPr/>
          </p:nvSpPr>
          <p:spPr>
            <a:xfrm>
              <a:off x="5819055" y="4555729"/>
              <a:ext cx="252850" cy="249554"/>
            </a:xfrm>
            <a:custGeom>
              <a:avLst/>
              <a:gdLst/>
              <a:ahLst/>
              <a:cxnLst/>
              <a:rect l="l" t="t" r="r" b="b"/>
              <a:pathLst>
                <a:path w="11636" h="11483" extrusionOk="0">
                  <a:moveTo>
                    <a:pt x="5818" y="2083"/>
                  </a:moveTo>
                  <a:cubicBezTo>
                    <a:pt x="5861" y="2083"/>
                    <a:pt x="5904" y="2084"/>
                    <a:pt x="5947" y="2090"/>
                  </a:cubicBezTo>
                  <a:cubicBezTo>
                    <a:pt x="6633" y="2155"/>
                    <a:pt x="7138" y="2770"/>
                    <a:pt x="7138" y="3460"/>
                  </a:cubicBezTo>
                  <a:cubicBezTo>
                    <a:pt x="7138" y="3992"/>
                    <a:pt x="7569" y="4423"/>
                    <a:pt x="8099" y="4423"/>
                  </a:cubicBezTo>
                  <a:cubicBezTo>
                    <a:pt x="8789" y="4423"/>
                    <a:pt x="9404" y="4927"/>
                    <a:pt x="9470" y="5613"/>
                  </a:cubicBezTo>
                  <a:cubicBezTo>
                    <a:pt x="9546" y="6400"/>
                    <a:pt x="8929" y="7062"/>
                    <a:pt x="8157" y="7062"/>
                  </a:cubicBezTo>
                  <a:lnTo>
                    <a:pt x="8099" y="7062"/>
                  </a:lnTo>
                  <a:cubicBezTo>
                    <a:pt x="7569" y="7062"/>
                    <a:pt x="7138" y="7494"/>
                    <a:pt x="7138" y="8025"/>
                  </a:cubicBezTo>
                  <a:lnTo>
                    <a:pt x="7138" y="8081"/>
                  </a:lnTo>
                  <a:cubicBezTo>
                    <a:pt x="7138" y="8810"/>
                    <a:pt x="6547" y="9401"/>
                    <a:pt x="5818" y="9401"/>
                  </a:cubicBezTo>
                  <a:cubicBezTo>
                    <a:pt x="5774" y="9401"/>
                    <a:pt x="5731" y="9400"/>
                    <a:pt x="5688" y="9395"/>
                  </a:cubicBezTo>
                  <a:cubicBezTo>
                    <a:pt x="5001" y="9328"/>
                    <a:pt x="4498" y="8713"/>
                    <a:pt x="4498" y="8023"/>
                  </a:cubicBezTo>
                  <a:cubicBezTo>
                    <a:pt x="4498" y="7493"/>
                    <a:pt x="4066" y="7061"/>
                    <a:pt x="3535" y="7061"/>
                  </a:cubicBezTo>
                  <a:lnTo>
                    <a:pt x="3478" y="7061"/>
                  </a:lnTo>
                  <a:cubicBezTo>
                    <a:pt x="2706" y="7061"/>
                    <a:pt x="2089" y="6399"/>
                    <a:pt x="2164" y="5612"/>
                  </a:cubicBezTo>
                  <a:cubicBezTo>
                    <a:pt x="2230" y="4926"/>
                    <a:pt x="2844" y="4421"/>
                    <a:pt x="3535" y="4421"/>
                  </a:cubicBezTo>
                  <a:cubicBezTo>
                    <a:pt x="4066" y="4421"/>
                    <a:pt x="4498" y="3990"/>
                    <a:pt x="4498" y="3459"/>
                  </a:cubicBezTo>
                  <a:lnTo>
                    <a:pt x="4498" y="3402"/>
                  </a:lnTo>
                  <a:cubicBezTo>
                    <a:pt x="4498" y="2673"/>
                    <a:pt x="5089" y="2083"/>
                    <a:pt x="5818" y="2083"/>
                  </a:cubicBezTo>
                  <a:close/>
                  <a:moveTo>
                    <a:pt x="5818" y="1"/>
                  </a:moveTo>
                  <a:cubicBezTo>
                    <a:pt x="4261" y="1"/>
                    <a:pt x="2946" y="1050"/>
                    <a:pt x="2543" y="2479"/>
                  </a:cubicBezTo>
                  <a:cubicBezTo>
                    <a:pt x="1219" y="2863"/>
                    <a:pt x="227" y="3998"/>
                    <a:pt x="92" y="5413"/>
                  </a:cubicBezTo>
                  <a:cubicBezTo>
                    <a:pt x="1" y="6368"/>
                    <a:pt x="318" y="7323"/>
                    <a:pt x="961" y="8029"/>
                  </a:cubicBezTo>
                  <a:cubicBezTo>
                    <a:pt x="1393" y="8503"/>
                    <a:pt x="1948" y="8843"/>
                    <a:pt x="2556" y="9014"/>
                  </a:cubicBezTo>
                  <a:cubicBezTo>
                    <a:pt x="2939" y="10338"/>
                    <a:pt x="4076" y="11332"/>
                    <a:pt x="5491" y="11467"/>
                  </a:cubicBezTo>
                  <a:cubicBezTo>
                    <a:pt x="5600" y="11477"/>
                    <a:pt x="5710" y="11483"/>
                    <a:pt x="5819" y="11483"/>
                  </a:cubicBezTo>
                  <a:cubicBezTo>
                    <a:pt x="7372" y="11483"/>
                    <a:pt x="8684" y="10437"/>
                    <a:pt x="9092" y="9012"/>
                  </a:cubicBezTo>
                  <a:cubicBezTo>
                    <a:pt x="9696" y="8839"/>
                    <a:pt x="10247" y="8501"/>
                    <a:pt x="10676" y="8029"/>
                  </a:cubicBezTo>
                  <a:cubicBezTo>
                    <a:pt x="11319" y="7321"/>
                    <a:pt x="11636" y="6368"/>
                    <a:pt x="11545" y="5413"/>
                  </a:cubicBezTo>
                  <a:cubicBezTo>
                    <a:pt x="11410" y="3994"/>
                    <a:pt x="10413" y="2856"/>
                    <a:pt x="9085" y="2477"/>
                  </a:cubicBezTo>
                  <a:cubicBezTo>
                    <a:pt x="8703" y="1149"/>
                    <a:pt x="7567" y="152"/>
                    <a:pt x="6148" y="17"/>
                  </a:cubicBezTo>
                  <a:cubicBezTo>
                    <a:pt x="6035" y="5"/>
                    <a:pt x="5925" y="1"/>
                    <a:pt x="58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40DD361-60F9-8998-589D-D2620D63ED7D}"/>
              </a:ext>
            </a:extLst>
          </p:cNvPr>
          <p:cNvSpPr txBox="1"/>
          <p:nvPr/>
        </p:nvSpPr>
        <p:spPr>
          <a:xfrm>
            <a:off x="8662307" y="4727806"/>
            <a:ext cx="3236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33"/>
          <p:cNvSpPr txBox="1">
            <a:spLocks noGrp="1"/>
          </p:cNvSpPr>
          <p:nvPr>
            <p:ph type="title"/>
          </p:nvPr>
        </p:nvSpPr>
        <p:spPr>
          <a:xfrm>
            <a:off x="2068909" y="319583"/>
            <a:ext cx="4821900" cy="63368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9" name="Google Shape;819;p33"/>
          <p:cNvSpPr/>
          <p:nvPr/>
        </p:nvSpPr>
        <p:spPr>
          <a:xfrm rot="1825215">
            <a:off x="8250415" y="640894"/>
            <a:ext cx="1279" cy="6336"/>
          </a:xfrm>
          <a:custGeom>
            <a:avLst/>
            <a:gdLst/>
            <a:ahLst/>
            <a:cxnLst/>
            <a:rect l="l" t="t" r="r" b="b"/>
            <a:pathLst>
              <a:path w="42" h="208" extrusionOk="0">
                <a:moveTo>
                  <a:pt x="0" y="0"/>
                </a:moveTo>
                <a:lnTo>
                  <a:pt x="0" y="0"/>
                </a:lnTo>
                <a:cubicBezTo>
                  <a:pt x="20" y="69"/>
                  <a:pt x="35" y="139"/>
                  <a:pt x="41" y="207"/>
                </a:cubicBezTo>
                <a:cubicBezTo>
                  <a:pt x="35" y="139"/>
                  <a:pt x="21" y="69"/>
                  <a:pt x="0" y="0"/>
                </a:cubicBezTo>
                <a:close/>
              </a:path>
            </a:pathLst>
          </a:custGeom>
          <a:solidFill>
            <a:srgbClr val="FFEB8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26" name="Google Shape;826;p33"/>
          <p:cNvGrpSpPr/>
          <p:nvPr/>
        </p:nvGrpSpPr>
        <p:grpSpPr>
          <a:xfrm>
            <a:off x="55669" y="-178656"/>
            <a:ext cx="1614820" cy="1434601"/>
            <a:chOff x="238526" y="-152953"/>
            <a:chExt cx="1856755" cy="1649535"/>
          </a:xfrm>
        </p:grpSpPr>
        <p:sp>
          <p:nvSpPr>
            <p:cNvPr id="827" name="Google Shape;827;p33"/>
            <p:cNvSpPr/>
            <p:nvPr/>
          </p:nvSpPr>
          <p:spPr>
            <a:xfrm rot="4393538">
              <a:off x="540820" y="-109088"/>
              <a:ext cx="1252167" cy="1561804"/>
            </a:xfrm>
            <a:custGeom>
              <a:avLst/>
              <a:gdLst/>
              <a:ahLst/>
              <a:cxnLst/>
              <a:rect l="l" t="t" r="r" b="b"/>
              <a:pathLst>
                <a:path w="32187" h="40147" extrusionOk="0">
                  <a:moveTo>
                    <a:pt x="17582" y="26956"/>
                  </a:moveTo>
                  <a:cubicBezTo>
                    <a:pt x="17583" y="26956"/>
                    <a:pt x="17584" y="26956"/>
                    <a:pt x="17587" y="26958"/>
                  </a:cubicBezTo>
                  <a:cubicBezTo>
                    <a:pt x="17585" y="26958"/>
                    <a:pt x="17583" y="26956"/>
                    <a:pt x="17582" y="26956"/>
                  </a:cubicBezTo>
                  <a:close/>
                  <a:moveTo>
                    <a:pt x="13580" y="1865"/>
                  </a:moveTo>
                  <a:cubicBezTo>
                    <a:pt x="14092" y="1865"/>
                    <a:pt x="14604" y="1931"/>
                    <a:pt x="15104" y="2066"/>
                  </a:cubicBezTo>
                  <a:cubicBezTo>
                    <a:pt x="16377" y="2409"/>
                    <a:pt x="17334" y="3127"/>
                    <a:pt x="17945" y="4201"/>
                  </a:cubicBezTo>
                  <a:cubicBezTo>
                    <a:pt x="18871" y="5827"/>
                    <a:pt x="18872" y="7958"/>
                    <a:pt x="18710" y="9458"/>
                  </a:cubicBezTo>
                  <a:lnTo>
                    <a:pt x="18437" y="11969"/>
                  </a:lnTo>
                  <a:lnTo>
                    <a:pt x="20278" y="10239"/>
                  </a:lnTo>
                  <a:cubicBezTo>
                    <a:pt x="21110" y="9457"/>
                    <a:pt x="22107" y="8992"/>
                    <a:pt x="23240" y="8857"/>
                  </a:cubicBezTo>
                  <a:cubicBezTo>
                    <a:pt x="23403" y="8838"/>
                    <a:pt x="23565" y="8829"/>
                    <a:pt x="23726" y="8829"/>
                  </a:cubicBezTo>
                  <a:cubicBezTo>
                    <a:pt x="25335" y="8829"/>
                    <a:pt x="26819" y="9778"/>
                    <a:pt x="27444" y="11254"/>
                  </a:cubicBezTo>
                  <a:cubicBezTo>
                    <a:pt x="28183" y="13003"/>
                    <a:pt x="27328" y="14457"/>
                    <a:pt x="26482" y="15368"/>
                  </a:cubicBezTo>
                  <a:lnTo>
                    <a:pt x="25251" y="16693"/>
                  </a:lnTo>
                  <a:lnTo>
                    <a:pt x="27045" y="16931"/>
                  </a:lnTo>
                  <a:cubicBezTo>
                    <a:pt x="27320" y="16967"/>
                    <a:pt x="27581" y="17060"/>
                    <a:pt x="27821" y="17209"/>
                  </a:cubicBezTo>
                  <a:cubicBezTo>
                    <a:pt x="28401" y="17567"/>
                    <a:pt x="28757" y="18190"/>
                    <a:pt x="28771" y="18873"/>
                  </a:cubicBezTo>
                  <a:cubicBezTo>
                    <a:pt x="28831" y="21887"/>
                    <a:pt x="25374" y="23809"/>
                    <a:pt x="23885" y="24495"/>
                  </a:cubicBezTo>
                  <a:lnTo>
                    <a:pt x="22634" y="25072"/>
                  </a:lnTo>
                  <a:lnTo>
                    <a:pt x="23633" y="26021"/>
                  </a:lnTo>
                  <a:cubicBezTo>
                    <a:pt x="25165" y="27475"/>
                    <a:pt x="27004" y="29295"/>
                    <a:pt x="27023" y="29314"/>
                  </a:cubicBezTo>
                  <a:lnTo>
                    <a:pt x="27050" y="29339"/>
                  </a:lnTo>
                  <a:cubicBezTo>
                    <a:pt x="29342" y="31435"/>
                    <a:pt x="30072" y="33434"/>
                    <a:pt x="29224" y="35279"/>
                  </a:cubicBezTo>
                  <a:cubicBezTo>
                    <a:pt x="28631" y="36572"/>
                    <a:pt x="27361" y="37443"/>
                    <a:pt x="25910" y="37555"/>
                  </a:cubicBezTo>
                  <a:lnTo>
                    <a:pt x="25729" y="37569"/>
                  </a:lnTo>
                  <a:lnTo>
                    <a:pt x="25556" y="37656"/>
                  </a:lnTo>
                  <a:cubicBezTo>
                    <a:pt x="24598" y="38068"/>
                    <a:pt x="23731" y="38278"/>
                    <a:pt x="22979" y="38278"/>
                  </a:cubicBezTo>
                  <a:cubicBezTo>
                    <a:pt x="22252" y="38278"/>
                    <a:pt x="21640" y="38088"/>
                    <a:pt x="21108" y="37697"/>
                  </a:cubicBezTo>
                  <a:cubicBezTo>
                    <a:pt x="18474" y="35768"/>
                    <a:pt x="18931" y="29676"/>
                    <a:pt x="18991" y="28988"/>
                  </a:cubicBezTo>
                  <a:lnTo>
                    <a:pt x="19014" y="28724"/>
                  </a:lnTo>
                  <a:lnTo>
                    <a:pt x="18895" y="28487"/>
                  </a:lnTo>
                  <a:cubicBezTo>
                    <a:pt x="18693" y="28086"/>
                    <a:pt x="18482" y="27713"/>
                    <a:pt x="18263" y="27374"/>
                  </a:cubicBezTo>
                  <a:lnTo>
                    <a:pt x="18014" y="26987"/>
                  </a:lnTo>
                  <a:lnTo>
                    <a:pt x="17544" y="26949"/>
                  </a:lnTo>
                  <a:cubicBezTo>
                    <a:pt x="17222" y="26895"/>
                    <a:pt x="16926" y="26868"/>
                    <a:pt x="16633" y="26868"/>
                  </a:cubicBezTo>
                  <a:cubicBezTo>
                    <a:pt x="16132" y="26868"/>
                    <a:pt x="15638" y="26948"/>
                    <a:pt x="15040" y="27114"/>
                  </a:cubicBezTo>
                  <a:cubicBezTo>
                    <a:pt x="14320" y="27315"/>
                    <a:pt x="13613" y="27628"/>
                    <a:pt x="12937" y="28048"/>
                  </a:cubicBezTo>
                  <a:cubicBezTo>
                    <a:pt x="11868" y="28711"/>
                    <a:pt x="10817" y="29047"/>
                    <a:pt x="9812" y="29047"/>
                  </a:cubicBezTo>
                  <a:lnTo>
                    <a:pt x="9809" y="29047"/>
                  </a:lnTo>
                  <a:cubicBezTo>
                    <a:pt x="9414" y="29047"/>
                    <a:pt x="9026" y="28993"/>
                    <a:pt x="8659" y="28889"/>
                  </a:cubicBezTo>
                  <a:cubicBezTo>
                    <a:pt x="7868" y="28665"/>
                    <a:pt x="6831" y="27828"/>
                    <a:pt x="6393" y="27063"/>
                  </a:cubicBezTo>
                  <a:cubicBezTo>
                    <a:pt x="5563" y="25612"/>
                    <a:pt x="5338" y="24297"/>
                    <a:pt x="5727" y="23156"/>
                  </a:cubicBezTo>
                  <a:cubicBezTo>
                    <a:pt x="5921" y="22586"/>
                    <a:pt x="6266" y="22058"/>
                    <a:pt x="6754" y="21589"/>
                  </a:cubicBezTo>
                  <a:lnTo>
                    <a:pt x="8253" y="20147"/>
                  </a:lnTo>
                  <a:lnTo>
                    <a:pt x="6178" y="19986"/>
                  </a:lnTo>
                  <a:cubicBezTo>
                    <a:pt x="3948" y="19813"/>
                    <a:pt x="2869" y="18136"/>
                    <a:pt x="2356" y="16761"/>
                  </a:cubicBezTo>
                  <a:cubicBezTo>
                    <a:pt x="1940" y="15643"/>
                    <a:pt x="2010" y="14434"/>
                    <a:pt x="2551" y="13446"/>
                  </a:cubicBezTo>
                  <a:cubicBezTo>
                    <a:pt x="3549" y="11620"/>
                    <a:pt x="5433" y="11194"/>
                    <a:pt x="6972" y="11194"/>
                  </a:cubicBezTo>
                  <a:cubicBezTo>
                    <a:pt x="7110" y="11194"/>
                    <a:pt x="7244" y="11197"/>
                    <a:pt x="7375" y="11203"/>
                  </a:cubicBezTo>
                  <a:lnTo>
                    <a:pt x="8994" y="11280"/>
                  </a:lnTo>
                  <a:lnTo>
                    <a:pt x="8248" y="9840"/>
                  </a:lnTo>
                  <a:cubicBezTo>
                    <a:pt x="7045" y="7522"/>
                    <a:pt x="7382" y="5433"/>
                    <a:pt x="9248" y="3633"/>
                  </a:cubicBezTo>
                  <a:cubicBezTo>
                    <a:pt x="10433" y="2489"/>
                    <a:pt x="12003" y="1865"/>
                    <a:pt x="13580" y="1865"/>
                  </a:cubicBezTo>
                  <a:close/>
                  <a:moveTo>
                    <a:pt x="13583" y="1"/>
                  </a:moveTo>
                  <a:cubicBezTo>
                    <a:pt x="11527" y="1"/>
                    <a:pt x="9487" y="807"/>
                    <a:pt x="7950" y="2291"/>
                  </a:cubicBezTo>
                  <a:cubicBezTo>
                    <a:pt x="5847" y="4319"/>
                    <a:pt x="5189" y="6797"/>
                    <a:pt x="6030" y="9377"/>
                  </a:cubicBezTo>
                  <a:cubicBezTo>
                    <a:pt x="4307" y="9552"/>
                    <a:pt x="2159" y="10270"/>
                    <a:pt x="911" y="12553"/>
                  </a:cubicBezTo>
                  <a:cubicBezTo>
                    <a:pt x="111" y="14017"/>
                    <a:pt x="0" y="15788"/>
                    <a:pt x="605" y="17416"/>
                  </a:cubicBezTo>
                  <a:cubicBezTo>
                    <a:pt x="1375" y="19484"/>
                    <a:pt x="2709" y="20897"/>
                    <a:pt x="4439" y="21515"/>
                  </a:cubicBezTo>
                  <a:cubicBezTo>
                    <a:pt x="4239" y="21848"/>
                    <a:pt x="4078" y="22196"/>
                    <a:pt x="3956" y="22559"/>
                  </a:cubicBezTo>
                  <a:cubicBezTo>
                    <a:pt x="3386" y="24229"/>
                    <a:pt x="3660" y="26058"/>
                    <a:pt x="4768" y="27994"/>
                  </a:cubicBezTo>
                  <a:cubicBezTo>
                    <a:pt x="5444" y="29175"/>
                    <a:pt x="6896" y="30334"/>
                    <a:pt x="8145" y="30689"/>
                  </a:cubicBezTo>
                  <a:cubicBezTo>
                    <a:pt x="8679" y="30840"/>
                    <a:pt x="9238" y="30917"/>
                    <a:pt x="9806" y="30917"/>
                  </a:cubicBezTo>
                  <a:lnTo>
                    <a:pt x="9808" y="30917"/>
                  </a:lnTo>
                  <a:cubicBezTo>
                    <a:pt x="11167" y="30917"/>
                    <a:pt x="12551" y="30486"/>
                    <a:pt x="13918" y="29638"/>
                  </a:cubicBezTo>
                  <a:cubicBezTo>
                    <a:pt x="14444" y="29312"/>
                    <a:pt x="14989" y="29068"/>
                    <a:pt x="15540" y="28915"/>
                  </a:cubicBezTo>
                  <a:cubicBezTo>
                    <a:pt x="15975" y="28793"/>
                    <a:pt x="16302" y="28736"/>
                    <a:pt x="16635" y="28736"/>
                  </a:cubicBezTo>
                  <a:cubicBezTo>
                    <a:pt x="16727" y="28736"/>
                    <a:pt x="16818" y="28741"/>
                    <a:pt x="16913" y="28749"/>
                  </a:cubicBezTo>
                  <a:cubicBezTo>
                    <a:pt x="16979" y="28861"/>
                    <a:pt x="17043" y="28978"/>
                    <a:pt x="17107" y="29098"/>
                  </a:cubicBezTo>
                  <a:cubicBezTo>
                    <a:pt x="16952" y="31196"/>
                    <a:pt x="16850" y="36893"/>
                    <a:pt x="20000" y="39204"/>
                  </a:cubicBezTo>
                  <a:cubicBezTo>
                    <a:pt x="20855" y="39830"/>
                    <a:pt x="21854" y="40147"/>
                    <a:pt x="22976" y="40147"/>
                  </a:cubicBezTo>
                  <a:cubicBezTo>
                    <a:pt x="23968" y="40147"/>
                    <a:pt x="25064" y="39894"/>
                    <a:pt x="26221" y="39404"/>
                  </a:cubicBezTo>
                  <a:cubicBezTo>
                    <a:pt x="28276" y="39188"/>
                    <a:pt x="30066" y="37918"/>
                    <a:pt x="30919" y="36061"/>
                  </a:cubicBezTo>
                  <a:cubicBezTo>
                    <a:pt x="31609" y="34562"/>
                    <a:pt x="32187" y="31520"/>
                    <a:pt x="28324" y="27977"/>
                  </a:cubicBezTo>
                  <a:cubicBezTo>
                    <a:pt x="28191" y="27845"/>
                    <a:pt x="27063" y="26731"/>
                    <a:pt x="25866" y="25575"/>
                  </a:cubicBezTo>
                  <a:cubicBezTo>
                    <a:pt x="27890" y="24419"/>
                    <a:pt x="30704" y="22204"/>
                    <a:pt x="30638" y="18839"/>
                  </a:cubicBezTo>
                  <a:cubicBezTo>
                    <a:pt x="30611" y="17517"/>
                    <a:pt x="29925" y="16315"/>
                    <a:pt x="28799" y="15620"/>
                  </a:cubicBezTo>
                  <a:cubicBezTo>
                    <a:pt x="28764" y="15599"/>
                    <a:pt x="28729" y="15577"/>
                    <a:pt x="28694" y="15557"/>
                  </a:cubicBezTo>
                  <a:cubicBezTo>
                    <a:pt x="29706" y="13965"/>
                    <a:pt x="29878" y="12218"/>
                    <a:pt x="29163" y="10529"/>
                  </a:cubicBezTo>
                  <a:cubicBezTo>
                    <a:pt x="28244" y="8360"/>
                    <a:pt x="26069" y="6963"/>
                    <a:pt x="23720" y="6963"/>
                  </a:cubicBezTo>
                  <a:cubicBezTo>
                    <a:pt x="23488" y="6963"/>
                    <a:pt x="23254" y="6977"/>
                    <a:pt x="23020" y="7005"/>
                  </a:cubicBezTo>
                  <a:cubicBezTo>
                    <a:pt x="22184" y="7105"/>
                    <a:pt x="21388" y="7347"/>
                    <a:pt x="20654" y="7717"/>
                  </a:cubicBezTo>
                  <a:cubicBezTo>
                    <a:pt x="20624" y="6274"/>
                    <a:pt x="20357" y="4665"/>
                    <a:pt x="19568" y="3279"/>
                  </a:cubicBezTo>
                  <a:cubicBezTo>
                    <a:pt x="18700" y="1756"/>
                    <a:pt x="17362" y="741"/>
                    <a:pt x="15590" y="265"/>
                  </a:cubicBezTo>
                  <a:cubicBezTo>
                    <a:pt x="14930" y="87"/>
                    <a:pt x="14256" y="1"/>
                    <a:pt x="13583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33"/>
            <p:cNvSpPr/>
            <p:nvPr/>
          </p:nvSpPr>
          <p:spPr>
            <a:xfrm rot="4393538">
              <a:off x="582181" y="-77854"/>
              <a:ext cx="1166230" cy="1489213"/>
            </a:xfrm>
            <a:custGeom>
              <a:avLst/>
              <a:gdLst/>
              <a:ahLst/>
              <a:cxnLst/>
              <a:rect l="l" t="t" r="r" b="b"/>
              <a:pathLst>
                <a:path w="29978" h="38281" extrusionOk="0">
                  <a:moveTo>
                    <a:pt x="12613" y="0"/>
                  </a:moveTo>
                  <a:cubicBezTo>
                    <a:pt x="10796" y="0"/>
                    <a:pt x="8991" y="715"/>
                    <a:pt x="7630" y="2029"/>
                  </a:cubicBezTo>
                  <a:cubicBezTo>
                    <a:pt x="5471" y="4111"/>
                    <a:pt x="5069" y="6677"/>
                    <a:pt x="6449" y="9340"/>
                  </a:cubicBezTo>
                  <a:cubicBezTo>
                    <a:pt x="6315" y="9333"/>
                    <a:pt x="6171" y="9329"/>
                    <a:pt x="6020" y="9329"/>
                  </a:cubicBezTo>
                  <a:cubicBezTo>
                    <a:pt x="4435" y="9329"/>
                    <a:pt x="2028" y="9750"/>
                    <a:pt x="762" y="12068"/>
                  </a:cubicBezTo>
                  <a:cubicBezTo>
                    <a:pt x="92" y="13294"/>
                    <a:pt x="1" y="14783"/>
                    <a:pt x="511" y="16156"/>
                  </a:cubicBezTo>
                  <a:cubicBezTo>
                    <a:pt x="1050" y="17602"/>
                    <a:pt x="2321" y="19768"/>
                    <a:pt x="5135" y="19986"/>
                  </a:cubicBezTo>
                  <a:cubicBezTo>
                    <a:pt x="4634" y="20467"/>
                    <a:pt x="4149" y="21106"/>
                    <a:pt x="3870" y="21926"/>
                  </a:cubicBezTo>
                  <a:cubicBezTo>
                    <a:pt x="3392" y="23332"/>
                    <a:pt x="3641" y="24903"/>
                    <a:pt x="4609" y="26597"/>
                  </a:cubicBezTo>
                  <a:cubicBezTo>
                    <a:pt x="5167" y="27576"/>
                    <a:pt x="6407" y="28568"/>
                    <a:pt x="7431" y="28857"/>
                  </a:cubicBezTo>
                  <a:cubicBezTo>
                    <a:pt x="7820" y="28968"/>
                    <a:pt x="8294" y="29050"/>
                    <a:pt x="8839" y="29050"/>
                  </a:cubicBezTo>
                  <a:cubicBezTo>
                    <a:pt x="9830" y="29050"/>
                    <a:pt x="11058" y="28779"/>
                    <a:pt x="12456" y="27911"/>
                  </a:cubicBezTo>
                  <a:cubicBezTo>
                    <a:pt x="13056" y="27539"/>
                    <a:pt x="13682" y="27260"/>
                    <a:pt x="14319" y="27082"/>
                  </a:cubicBezTo>
                  <a:cubicBezTo>
                    <a:pt x="14835" y="26937"/>
                    <a:pt x="15247" y="26869"/>
                    <a:pt x="15665" y="26869"/>
                  </a:cubicBezTo>
                  <a:cubicBezTo>
                    <a:pt x="15918" y="26869"/>
                    <a:pt x="16173" y="26894"/>
                    <a:pt x="16455" y="26943"/>
                  </a:cubicBezTo>
                  <a:cubicBezTo>
                    <a:pt x="16471" y="26946"/>
                    <a:pt x="16490" y="26946"/>
                    <a:pt x="16506" y="26947"/>
                  </a:cubicBezTo>
                  <a:cubicBezTo>
                    <a:pt x="16691" y="27236"/>
                    <a:pt x="16886" y="27576"/>
                    <a:pt x="17088" y="27975"/>
                  </a:cubicBezTo>
                  <a:cubicBezTo>
                    <a:pt x="16991" y="29072"/>
                    <a:pt x="16584" y="35320"/>
                    <a:pt x="19581" y="37519"/>
                  </a:cubicBezTo>
                  <a:cubicBezTo>
                    <a:pt x="20275" y="38027"/>
                    <a:pt x="21084" y="38280"/>
                    <a:pt x="22006" y="38280"/>
                  </a:cubicBezTo>
                  <a:cubicBezTo>
                    <a:pt x="22897" y="38280"/>
                    <a:pt x="23895" y="38042"/>
                    <a:pt x="24991" y="37563"/>
                  </a:cubicBezTo>
                  <a:cubicBezTo>
                    <a:pt x="24998" y="37560"/>
                    <a:pt x="25004" y="37556"/>
                    <a:pt x="25010" y="37552"/>
                  </a:cubicBezTo>
                  <a:cubicBezTo>
                    <a:pt x="26741" y="37418"/>
                    <a:pt x="28342" y="36384"/>
                    <a:pt x="29102" y="34734"/>
                  </a:cubicBezTo>
                  <a:cubicBezTo>
                    <a:pt x="29817" y="33183"/>
                    <a:pt x="29977" y="30704"/>
                    <a:pt x="26711" y="27716"/>
                  </a:cubicBezTo>
                  <a:cubicBezTo>
                    <a:pt x="26688" y="27692"/>
                    <a:pt x="24840" y="25864"/>
                    <a:pt x="23306" y="24408"/>
                  </a:cubicBezTo>
                  <a:cubicBezTo>
                    <a:pt x="24991" y="23632"/>
                    <a:pt x="28805" y="21480"/>
                    <a:pt x="28736" y="17922"/>
                  </a:cubicBezTo>
                  <a:cubicBezTo>
                    <a:pt x="28716" y="16919"/>
                    <a:pt x="28195" y="16006"/>
                    <a:pt x="27342" y="15481"/>
                  </a:cubicBezTo>
                  <a:cubicBezTo>
                    <a:pt x="26986" y="15261"/>
                    <a:pt x="26596" y="15125"/>
                    <a:pt x="26197" y="15072"/>
                  </a:cubicBezTo>
                  <a:cubicBezTo>
                    <a:pt x="27319" y="13865"/>
                    <a:pt x="28219" y="12047"/>
                    <a:pt x="27334" y="9957"/>
                  </a:cubicBezTo>
                  <a:cubicBezTo>
                    <a:pt x="26563" y="8134"/>
                    <a:pt x="24731" y="6962"/>
                    <a:pt x="22752" y="6962"/>
                  </a:cubicBezTo>
                  <a:cubicBezTo>
                    <a:pt x="22556" y="6962"/>
                    <a:pt x="22360" y="6974"/>
                    <a:pt x="22162" y="6997"/>
                  </a:cubicBezTo>
                  <a:cubicBezTo>
                    <a:pt x="21149" y="7118"/>
                    <a:pt x="19850" y="7517"/>
                    <a:pt x="18669" y="8626"/>
                  </a:cubicBezTo>
                  <a:cubicBezTo>
                    <a:pt x="18849" y="6959"/>
                    <a:pt x="18832" y="4639"/>
                    <a:pt x="17787" y="2806"/>
                  </a:cubicBezTo>
                  <a:cubicBezTo>
                    <a:pt x="17047" y="1507"/>
                    <a:pt x="15900" y="642"/>
                    <a:pt x="14378" y="232"/>
                  </a:cubicBezTo>
                  <a:cubicBezTo>
                    <a:pt x="13798" y="76"/>
                    <a:pt x="13205" y="0"/>
                    <a:pt x="126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33"/>
            <p:cNvSpPr/>
            <p:nvPr/>
          </p:nvSpPr>
          <p:spPr>
            <a:xfrm rot="4393538">
              <a:off x="809940" y="113124"/>
              <a:ext cx="1003305" cy="983407"/>
            </a:xfrm>
            <a:custGeom>
              <a:avLst/>
              <a:gdLst/>
              <a:ahLst/>
              <a:cxnLst/>
              <a:rect l="l" t="t" r="r" b="b"/>
              <a:pathLst>
                <a:path w="25790" h="25279" extrusionOk="0">
                  <a:moveTo>
                    <a:pt x="10688" y="1"/>
                  </a:moveTo>
                  <a:cubicBezTo>
                    <a:pt x="10156" y="1"/>
                    <a:pt x="9622" y="79"/>
                    <a:pt x="9104" y="228"/>
                  </a:cubicBezTo>
                  <a:cubicBezTo>
                    <a:pt x="2951" y="2006"/>
                    <a:pt x="7178" y="9334"/>
                    <a:pt x="7178" y="9334"/>
                  </a:cubicBezTo>
                  <a:cubicBezTo>
                    <a:pt x="6126" y="8847"/>
                    <a:pt x="5195" y="8667"/>
                    <a:pt x="4394" y="8667"/>
                  </a:cubicBezTo>
                  <a:cubicBezTo>
                    <a:pt x="3413" y="8667"/>
                    <a:pt x="2626" y="8937"/>
                    <a:pt x="2050" y="9242"/>
                  </a:cubicBezTo>
                  <a:cubicBezTo>
                    <a:pt x="1168" y="9709"/>
                    <a:pt x="519" y="10544"/>
                    <a:pt x="331" y="11523"/>
                  </a:cubicBezTo>
                  <a:cubicBezTo>
                    <a:pt x="1" y="13246"/>
                    <a:pt x="1150" y="14445"/>
                    <a:pt x="1955" y="15054"/>
                  </a:cubicBezTo>
                  <a:cubicBezTo>
                    <a:pt x="2328" y="15335"/>
                    <a:pt x="2763" y="15523"/>
                    <a:pt x="3216" y="15634"/>
                  </a:cubicBezTo>
                  <a:cubicBezTo>
                    <a:pt x="5244" y="16131"/>
                    <a:pt x="6128" y="16960"/>
                    <a:pt x="6128" y="16960"/>
                  </a:cubicBezTo>
                  <a:cubicBezTo>
                    <a:pt x="1905" y="18770"/>
                    <a:pt x="3648" y="22279"/>
                    <a:pt x="3648" y="22279"/>
                  </a:cubicBezTo>
                  <a:cubicBezTo>
                    <a:pt x="4474" y="24357"/>
                    <a:pt x="5981" y="24889"/>
                    <a:pt x="7309" y="24889"/>
                  </a:cubicBezTo>
                  <a:cubicBezTo>
                    <a:pt x="8703" y="24889"/>
                    <a:pt x="9899" y="24302"/>
                    <a:pt x="9899" y="24302"/>
                  </a:cubicBezTo>
                  <a:cubicBezTo>
                    <a:pt x="11092" y="23716"/>
                    <a:pt x="12235" y="23499"/>
                    <a:pt x="13274" y="23499"/>
                  </a:cubicBezTo>
                  <a:cubicBezTo>
                    <a:pt x="16249" y="23499"/>
                    <a:pt x="18372" y="25278"/>
                    <a:pt x="18372" y="25278"/>
                  </a:cubicBezTo>
                  <a:cubicBezTo>
                    <a:pt x="18018" y="22091"/>
                    <a:pt x="21673" y="20206"/>
                    <a:pt x="21674" y="20206"/>
                  </a:cubicBezTo>
                  <a:lnTo>
                    <a:pt x="21674" y="20206"/>
                  </a:lnTo>
                  <a:cubicBezTo>
                    <a:pt x="21674" y="20206"/>
                    <a:pt x="21674" y="20206"/>
                    <a:pt x="21674" y="20206"/>
                  </a:cubicBezTo>
                  <a:cubicBezTo>
                    <a:pt x="24107" y="18838"/>
                    <a:pt x="25055" y="17354"/>
                    <a:pt x="25405" y="16251"/>
                  </a:cubicBezTo>
                  <a:cubicBezTo>
                    <a:pt x="25790" y="15042"/>
                    <a:pt x="24928" y="13763"/>
                    <a:pt x="23682" y="13763"/>
                  </a:cubicBezTo>
                  <a:cubicBezTo>
                    <a:pt x="23649" y="13763"/>
                    <a:pt x="23616" y="13764"/>
                    <a:pt x="23583" y="13766"/>
                  </a:cubicBezTo>
                  <a:cubicBezTo>
                    <a:pt x="22306" y="13836"/>
                    <a:pt x="21473" y="15014"/>
                    <a:pt x="21473" y="15014"/>
                  </a:cubicBezTo>
                  <a:cubicBezTo>
                    <a:pt x="21561" y="13846"/>
                    <a:pt x="23005" y="12409"/>
                    <a:pt x="23005" y="12409"/>
                  </a:cubicBezTo>
                  <a:cubicBezTo>
                    <a:pt x="24979" y="10329"/>
                    <a:pt x="24053" y="8409"/>
                    <a:pt x="23231" y="7370"/>
                  </a:cubicBezTo>
                  <a:cubicBezTo>
                    <a:pt x="22763" y="6780"/>
                    <a:pt x="22133" y="6332"/>
                    <a:pt x="21411" y="6118"/>
                  </a:cubicBezTo>
                  <a:cubicBezTo>
                    <a:pt x="21035" y="6006"/>
                    <a:pt x="20677" y="5957"/>
                    <a:pt x="20339" y="5957"/>
                  </a:cubicBezTo>
                  <a:cubicBezTo>
                    <a:pt x="17546" y="5957"/>
                    <a:pt x="16066" y="9347"/>
                    <a:pt x="16066" y="9347"/>
                  </a:cubicBezTo>
                  <a:cubicBezTo>
                    <a:pt x="15854" y="9077"/>
                    <a:pt x="15706" y="8730"/>
                    <a:pt x="15603" y="8388"/>
                  </a:cubicBezTo>
                  <a:cubicBezTo>
                    <a:pt x="15415" y="7754"/>
                    <a:pt x="15388" y="7085"/>
                    <a:pt x="15469" y="6429"/>
                  </a:cubicBezTo>
                  <a:cubicBezTo>
                    <a:pt x="15889" y="3002"/>
                    <a:pt x="14495" y="1379"/>
                    <a:pt x="13110" y="611"/>
                  </a:cubicBezTo>
                  <a:cubicBezTo>
                    <a:pt x="12363" y="196"/>
                    <a:pt x="11530" y="1"/>
                    <a:pt x="1068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33"/>
            <p:cNvSpPr/>
            <p:nvPr/>
          </p:nvSpPr>
          <p:spPr>
            <a:xfrm rot="4393538">
              <a:off x="768270" y="22439"/>
              <a:ext cx="1121336" cy="1130107"/>
            </a:xfrm>
            <a:custGeom>
              <a:avLst/>
              <a:gdLst/>
              <a:ahLst/>
              <a:cxnLst/>
              <a:rect l="l" t="t" r="r" b="b"/>
              <a:pathLst>
                <a:path w="28824" h="29050" extrusionOk="0">
                  <a:moveTo>
                    <a:pt x="12617" y="0"/>
                  </a:moveTo>
                  <a:cubicBezTo>
                    <a:pt x="10800" y="0"/>
                    <a:pt x="8993" y="715"/>
                    <a:pt x="7631" y="2029"/>
                  </a:cubicBezTo>
                  <a:cubicBezTo>
                    <a:pt x="5473" y="4111"/>
                    <a:pt x="5069" y="6677"/>
                    <a:pt x="6451" y="9340"/>
                  </a:cubicBezTo>
                  <a:cubicBezTo>
                    <a:pt x="6315" y="9333"/>
                    <a:pt x="6170" y="9329"/>
                    <a:pt x="6017" y="9329"/>
                  </a:cubicBezTo>
                  <a:cubicBezTo>
                    <a:pt x="4429" y="9329"/>
                    <a:pt x="2028" y="9752"/>
                    <a:pt x="762" y="12068"/>
                  </a:cubicBezTo>
                  <a:cubicBezTo>
                    <a:pt x="92" y="13293"/>
                    <a:pt x="1" y="14783"/>
                    <a:pt x="512" y="16156"/>
                  </a:cubicBezTo>
                  <a:cubicBezTo>
                    <a:pt x="1051" y="17602"/>
                    <a:pt x="2323" y="19768"/>
                    <a:pt x="5135" y="19986"/>
                  </a:cubicBezTo>
                  <a:cubicBezTo>
                    <a:pt x="4635" y="20467"/>
                    <a:pt x="4149" y="21107"/>
                    <a:pt x="3871" y="21926"/>
                  </a:cubicBezTo>
                  <a:cubicBezTo>
                    <a:pt x="3393" y="23332"/>
                    <a:pt x="3641" y="24903"/>
                    <a:pt x="4610" y="26596"/>
                  </a:cubicBezTo>
                  <a:cubicBezTo>
                    <a:pt x="5170" y="27573"/>
                    <a:pt x="6408" y="28566"/>
                    <a:pt x="7432" y="28857"/>
                  </a:cubicBezTo>
                  <a:cubicBezTo>
                    <a:pt x="7823" y="28968"/>
                    <a:pt x="8295" y="29050"/>
                    <a:pt x="8842" y="29050"/>
                  </a:cubicBezTo>
                  <a:cubicBezTo>
                    <a:pt x="9831" y="29050"/>
                    <a:pt x="11060" y="28778"/>
                    <a:pt x="12457" y="27915"/>
                  </a:cubicBezTo>
                  <a:cubicBezTo>
                    <a:pt x="13057" y="27543"/>
                    <a:pt x="13685" y="27264"/>
                    <a:pt x="14319" y="27086"/>
                  </a:cubicBezTo>
                  <a:cubicBezTo>
                    <a:pt x="14835" y="26942"/>
                    <a:pt x="15247" y="26873"/>
                    <a:pt x="15665" y="26873"/>
                  </a:cubicBezTo>
                  <a:cubicBezTo>
                    <a:pt x="15918" y="26873"/>
                    <a:pt x="16174" y="26898"/>
                    <a:pt x="16457" y="26947"/>
                  </a:cubicBezTo>
                  <a:cubicBezTo>
                    <a:pt x="16487" y="26952"/>
                    <a:pt x="16518" y="26955"/>
                    <a:pt x="16548" y="26955"/>
                  </a:cubicBezTo>
                  <a:cubicBezTo>
                    <a:pt x="16800" y="26955"/>
                    <a:pt x="17025" y="26773"/>
                    <a:pt x="17069" y="26514"/>
                  </a:cubicBezTo>
                  <a:cubicBezTo>
                    <a:pt x="17120" y="26225"/>
                    <a:pt x="16926" y="25950"/>
                    <a:pt x="16637" y="25901"/>
                  </a:cubicBezTo>
                  <a:cubicBezTo>
                    <a:pt x="16290" y="25841"/>
                    <a:pt x="15972" y="25810"/>
                    <a:pt x="15658" y="25810"/>
                  </a:cubicBezTo>
                  <a:cubicBezTo>
                    <a:pt x="15147" y="25810"/>
                    <a:pt x="14643" y="25892"/>
                    <a:pt x="14032" y="26063"/>
                  </a:cubicBezTo>
                  <a:cubicBezTo>
                    <a:pt x="13300" y="26267"/>
                    <a:pt x="12582" y="26587"/>
                    <a:pt x="11896" y="27012"/>
                  </a:cubicBezTo>
                  <a:cubicBezTo>
                    <a:pt x="10841" y="27666"/>
                    <a:pt x="9823" y="27995"/>
                    <a:pt x="8855" y="27995"/>
                  </a:cubicBezTo>
                  <a:cubicBezTo>
                    <a:pt x="8469" y="27995"/>
                    <a:pt x="8091" y="27943"/>
                    <a:pt x="7721" y="27838"/>
                  </a:cubicBezTo>
                  <a:cubicBezTo>
                    <a:pt x="6970" y="27625"/>
                    <a:pt x="5945" y="26798"/>
                    <a:pt x="5530" y="26072"/>
                  </a:cubicBezTo>
                  <a:cubicBezTo>
                    <a:pt x="4720" y="24657"/>
                    <a:pt x="4499" y="23382"/>
                    <a:pt x="4871" y="22278"/>
                  </a:cubicBezTo>
                  <a:cubicBezTo>
                    <a:pt x="5442" y="20591"/>
                    <a:pt x="7236" y="19813"/>
                    <a:pt x="7253" y="19807"/>
                  </a:cubicBezTo>
                  <a:cubicBezTo>
                    <a:pt x="7507" y="19700"/>
                    <a:pt x="7637" y="19420"/>
                    <a:pt x="7556" y="19157"/>
                  </a:cubicBezTo>
                  <a:cubicBezTo>
                    <a:pt x="7486" y="18932"/>
                    <a:pt x="7277" y="18784"/>
                    <a:pt x="7048" y="18784"/>
                  </a:cubicBezTo>
                  <a:cubicBezTo>
                    <a:pt x="7013" y="18784"/>
                    <a:pt x="6977" y="18788"/>
                    <a:pt x="6941" y="18795"/>
                  </a:cubicBezTo>
                  <a:cubicBezTo>
                    <a:pt x="6470" y="18894"/>
                    <a:pt x="6037" y="18939"/>
                    <a:pt x="5638" y="18939"/>
                  </a:cubicBezTo>
                  <a:cubicBezTo>
                    <a:pt x="3231" y="18939"/>
                    <a:pt x="2066" y="17292"/>
                    <a:pt x="1505" y="15786"/>
                  </a:cubicBezTo>
                  <a:cubicBezTo>
                    <a:pt x="1102" y="14703"/>
                    <a:pt x="1170" y="13534"/>
                    <a:pt x="1693" y="12578"/>
                  </a:cubicBezTo>
                  <a:cubicBezTo>
                    <a:pt x="2701" y="10734"/>
                    <a:pt x="4725" y="10401"/>
                    <a:pt x="6057" y="10401"/>
                  </a:cubicBezTo>
                  <a:cubicBezTo>
                    <a:pt x="6801" y="10401"/>
                    <a:pt x="7329" y="10505"/>
                    <a:pt x="7344" y="10507"/>
                  </a:cubicBezTo>
                  <a:cubicBezTo>
                    <a:pt x="7380" y="10515"/>
                    <a:pt x="7416" y="10518"/>
                    <a:pt x="7452" y="10518"/>
                  </a:cubicBezTo>
                  <a:cubicBezTo>
                    <a:pt x="7627" y="10518"/>
                    <a:pt x="7794" y="10433"/>
                    <a:pt x="7894" y="10284"/>
                  </a:cubicBezTo>
                  <a:cubicBezTo>
                    <a:pt x="8014" y="10104"/>
                    <a:pt x="8014" y="9870"/>
                    <a:pt x="7894" y="9691"/>
                  </a:cubicBezTo>
                  <a:cubicBezTo>
                    <a:pt x="6150" y="7100"/>
                    <a:pt x="6310" y="4780"/>
                    <a:pt x="8366" y="2795"/>
                  </a:cubicBezTo>
                  <a:cubicBezTo>
                    <a:pt x="9528" y="1673"/>
                    <a:pt x="11065" y="1063"/>
                    <a:pt x="12609" y="1063"/>
                  </a:cubicBezTo>
                  <a:cubicBezTo>
                    <a:pt x="13110" y="1063"/>
                    <a:pt x="13612" y="1127"/>
                    <a:pt x="14101" y="1259"/>
                  </a:cubicBezTo>
                  <a:cubicBezTo>
                    <a:pt x="15338" y="1592"/>
                    <a:pt x="16268" y="2289"/>
                    <a:pt x="16862" y="3331"/>
                  </a:cubicBezTo>
                  <a:cubicBezTo>
                    <a:pt x="18447" y="6106"/>
                    <a:pt x="17266" y="10458"/>
                    <a:pt x="17255" y="10501"/>
                  </a:cubicBezTo>
                  <a:cubicBezTo>
                    <a:pt x="17182" y="10759"/>
                    <a:pt x="17315" y="11029"/>
                    <a:pt x="17562" y="11133"/>
                  </a:cubicBezTo>
                  <a:cubicBezTo>
                    <a:pt x="17628" y="11161"/>
                    <a:pt x="17698" y="11175"/>
                    <a:pt x="17766" y="11175"/>
                  </a:cubicBezTo>
                  <a:cubicBezTo>
                    <a:pt x="17951" y="11175"/>
                    <a:pt x="18130" y="11077"/>
                    <a:pt x="18227" y="10909"/>
                  </a:cubicBezTo>
                  <a:cubicBezTo>
                    <a:pt x="19197" y="9218"/>
                    <a:pt x="20562" y="8258"/>
                    <a:pt x="22286" y="8053"/>
                  </a:cubicBezTo>
                  <a:cubicBezTo>
                    <a:pt x="22443" y="8034"/>
                    <a:pt x="22600" y="8025"/>
                    <a:pt x="22755" y="8025"/>
                  </a:cubicBezTo>
                  <a:cubicBezTo>
                    <a:pt x="24312" y="8025"/>
                    <a:pt x="25750" y="8944"/>
                    <a:pt x="26354" y="10372"/>
                  </a:cubicBezTo>
                  <a:cubicBezTo>
                    <a:pt x="27586" y="13281"/>
                    <a:pt x="24310" y="15289"/>
                    <a:pt x="24170" y="15372"/>
                  </a:cubicBezTo>
                  <a:cubicBezTo>
                    <a:pt x="24041" y="15451"/>
                    <a:pt x="23949" y="15580"/>
                    <a:pt x="23921" y="15730"/>
                  </a:cubicBezTo>
                  <a:cubicBezTo>
                    <a:pt x="23893" y="15878"/>
                    <a:pt x="23930" y="16033"/>
                    <a:pt x="24023" y="16153"/>
                  </a:cubicBezTo>
                  <a:lnTo>
                    <a:pt x="24114" y="16274"/>
                  </a:lnTo>
                  <a:cubicBezTo>
                    <a:pt x="24218" y="16408"/>
                    <a:pt x="24376" y="16480"/>
                    <a:pt x="24536" y="16480"/>
                  </a:cubicBezTo>
                  <a:cubicBezTo>
                    <a:pt x="24625" y="16480"/>
                    <a:pt x="24714" y="16458"/>
                    <a:pt x="24796" y="16412"/>
                  </a:cubicBezTo>
                  <a:cubicBezTo>
                    <a:pt x="24876" y="16368"/>
                    <a:pt x="24956" y="16326"/>
                    <a:pt x="25032" y="16290"/>
                  </a:cubicBezTo>
                  <a:cubicBezTo>
                    <a:pt x="25288" y="16168"/>
                    <a:pt x="25557" y="16107"/>
                    <a:pt x="25825" y="16107"/>
                  </a:cubicBezTo>
                  <a:cubicBezTo>
                    <a:pt x="26156" y="16107"/>
                    <a:pt x="26485" y="16200"/>
                    <a:pt x="26785" y="16385"/>
                  </a:cubicBezTo>
                  <a:cubicBezTo>
                    <a:pt x="27329" y="16721"/>
                    <a:pt x="27662" y="17304"/>
                    <a:pt x="27674" y="17943"/>
                  </a:cubicBezTo>
                  <a:cubicBezTo>
                    <a:pt x="27748" y="21652"/>
                    <a:pt x="22223" y="23718"/>
                    <a:pt x="22168" y="23739"/>
                  </a:cubicBezTo>
                  <a:cubicBezTo>
                    <a:pt x="21892" y="23839"/>
                    <a:pt x="21749" y="24144"/>
                    <a:pt x="21851" y="24419"/>
                  </a:cubicBezTo>
                  <a:cubicBezTo>
                    <a:pt x="21929" y="24636"/>
                    <a:pt x="22132" y="24768"/>
                    <a:pt x="22349" y="24768"/>
                  </a:cubicBezTo>
                  <a:cubicBezTo>
                    <a:pt x="22409" y="24768"/>
                    <a:pt x="22471" y="24758"/>
                    <a:pt x="22531" y="24736"/>
                  </a:cubicBezTo>
                  <a:cubicBezTo>
                    <a:pt x="22789" y="24642"/>
                    <a:pt x="28824" y="22388"/>
                    <a:pt x="28736" y="17922"/>
                  </a:cubicBezTo>
                  <a:cubicBezTo>
                    <a:pt x="28716" y="16919"/>
                    <a:pt x="28196" y="16006"/>
                    <a:pt x="27343" y="15480"/>
                  </a:cubicBezTo>
                  <a:cubicBezTo>
                    <a:pt x="26987" y="15262"/>
                    <a:pt x="26598" y="15124"/>
                    <a:pt x="26198" y="15072"/>
                  </a:cubicBezTo>
                  <a:cubicBezTo>
                    <a:pt x="27319" y="13865"/>
                    <a:pt x="28219" y="12047"/>
                    <a:pt x="27335" y="9957"/>
                  </a:cubicBezTo>
                  <a:cubicBezTo>
                    <a:pt x="26563" y="8133"/>
                    <a:pt x="24733" y="6962"/>
                    <a:pt x="22753" y="6962"/>
                  </a:cubicBezTo>
                  <a:cubicBezTo>
                    <a:pt x="22557" y="6962"/>
                    <a:pt x="22360" y="6974"/>
                    <a:pt x="22162" y="6997"/>
                  </a:cubicBezTo>
                  <a:cubicBezTo>
                    <a:pt x="21150" y="7117"/>
                    <a:pt x="19850" y="7516"/>
                    <a:pt x="18669" y="8626"/>
                  </a:cubicBezTo>
                  <a:cubicBezTo>
                    <a:pt x="18851" y="6959"/>
                    <a:pt x="18833" y="4639"/>
                    <a:pt x="17788" y="2806"/>
                  </a:cubicBezTo>
                  <a:cubicBezTo>
                    <a:pt x="17049" y="1507"/>
                    <a:pt x="15901" y="640"/>
                    <a:pt x="14379" y="231"/>
                  </a:cubicBezTo>
                  <a:cubicBezTo>
                    <a:pt x="13801" y="76"/>
                    <a:pt x="13208" y="0"/>
                    <a:pt x="126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33"/>
            <p:cNvSpPr/>
            <p:nvPr/>
          </p:nvSpPr>
          <p:spPr>
            <a:xfrm rot="4393538">
              <a:off x="582701" y="732648"/>
              <a:ext cx="420579" cy="501721"/>
            </a:xfrm>
            <a:custGeom>
              <a:avLst/>
              <a:gdLst/>
              <a:ahLst/>
              <a:cxnLst/>
              <a:rect l="l" t="t" r="r" b="b"/>
              <a:pathLst>
                <a:path w="10811" h="12897" extrusionOk="0">
                  <a:moveTo>
                    <a:pt x="0" y="1"/>
                  </a:moveTo>
                  <a:cubicBezTo>
                    <a:pt x="1" y="1"/>
                    <a:pt x="1103" y="629"/>
                    <a:pt x="2252" y="2876"/>
                  </a:cubicBezTo>
                  <a:cubicBezTo>
                    <a:pt x="2984" y="4303"/>
                    <a:pt x="3430" y="5857"/>
                    <a:pt x="3649" y="7447"/>
                  </a:cubicBezTo>
                  <a:cubicBezTo>
                    <a:pt x="3914" y="9366"/>
                    <a:pt x="4826" y="12896"/>
                    <a:pt x="7952" y="12896"/>
                  </a:cubicBezTo>
                  <a:cubicBezTo>
                    <a:pt x="8751" y="12896"/>
                    <a:pt x="9695" y="12665"/>
                    <a:pt x="10811" y="12118"/>
                  </a:cubicBezTo>
                  <a:cubicBezTo>
                    <a:pt x="10811" y="12118"/>
                    <a:pt x="4909" y="68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33"/>
            <p:cNvSpPr/>
            <p:nvPr/>
          </p:nvSpPr>
          <p:spPr>
            <a:xfrm rot="4393538">
              <a:off x="658545" y="499675"/>
              <a:ext cx="647772" cy="852268"/>
            </a:xfrm>
            <a:custGeom>
              <a:avLst/>
              <a:gdLst/>
              <a:ahLst/>
              <a:cxnLst/>
              <a:rect l="l" t="t" r="r" b="b"/>
              <a:pathLst>
                <a:path w="16651" h="21908" extrusionOk="0">
                  <a:moveTo>
                    <a:pt x="1706" y="0"/>
                  </a:moveTo>
                  <a:cubicBezTo>
                    <a:pt x="1523" y="0"/>
                    <a:pt x="1337" y="35"/>
                    <a:pt x="1158" y="109"/>
                  </a:cubicBezTo>
                  <a:cubicBezTo>
                    <a:pt x="1149" y="113"/>
                    <a:pt x="1141" y="116"/>
                    <a:pt x="1131" y="119"/>
                  </a:cubicBezTo>
                  <a:cubicBezTo>
                    <a:pt x="391" y="433"/>
                    <a:pt x="43" y="1318"/>
                    <a:pt x="349" y="2061"/>
                  </a:cubicBezTo>
                  <a:cubicBezTo>
                    <a:pt x="889" y="3372"/>
                    <a:pt x="2015" y="5776"/>
                    <a:pt x="3543" y="7289"/>
                  </a:cubicBezTo>
                  <a:cubicBezTo>
                    <a:pt x="3543" y="7289"/>
                    <a:pt x="2338" y="7126"/>
                    <a:pt x="1216" y="7126"/>
                  </a:cubicBezTo>
                  <a:cubicBezTo>
                    <a:pt x="1150" y="7126"/>
                    <a:pt x="1084" y="7127"/>
                    <a:pt x="1018" y="7128"/>
                  </a:cubicBezTo>
                  <a:cubicBezTo>
                    <a:pt x="523" y="7138"/>
                    <a:pt x="102" y="7505"/>
                    <a:pt x="50" y="7997"/>
                  </a:cubicBezTo>
                  <a:cubicBezTo>
                    <a:pt x="47" y="8018"/>
                    <a:pt x="46" y="8039"/>
                    <a:pt x="44" y="8060"/>
                  </a:cubicBezTo>
                  <a:cubicBezTo>
                    <a:pt x="0" y="8604"/>
                    <a:pt x="431" y="9080"/>
                    <a:pt x="976" y="9119"/>
                  </a:cubicBezTo>
                  <a:lnTo>
                    <a:pt x="1025" y="9123"/>
                  </a:lnTo>
                  <a:cubicBezTo>
                    <a:pt x="3315" y="9300"/>
                    <a:pt x="5299" y="10777"/>
                    <a:pt x="6156" y="12909"/>
                  </a:cubicBezTo>
                  <a:cubicBezTo>
                    <a:pt x="6971" y="14943"/>
                    <a:pt x="8221" y="17876"/>
                    <a:pt x="9442" y="20017"/>
                  </a:cubicBezTo>
                  <a:cubicBezTo>
                    <a:pt x="10130" y="21225"/>
                    <a:pt x="11396" y="21907"/>
                    <a:pt x="12676" y="21907"/>
                  </a:cubicBezTo>
                  <a:cubicBezTo>
                    <a:pt x="13408" y="21907"/>
                    <a:pt x="14145" y="21684"/>
                    <a:pt x="14782" y="21207"/>
                  </a:cubicBezTo>
                  <a:cubicBezTo>
                    <a:pt x="14912" y="21108"/>
                    <a:pt x="15042" y="21002"/>
                    <a:pt x="15168" y="20884"/>
                  </a:cubicBezTo>
                  <a:cubicBezTo>
                    <a:pt x="16508" y="19647"/>
                    <a:pt x="16651" y="17577"/>
                    <a:pt x="15581" y="16099"/>
                  </a:cubicBezTo>
                  <a:cubicBezTo>
                    <a:pt x="14395" y="14461"/>
                    <a:pt x="12432" y="12008"/>
                    <a:pt x="9919" y="9794"/>
                  </a:cubicBezTo>
                  <a:cubicBezTo>
                    <a:pt x="8745" y="8759"/>
                    <a:pt x="8377" y="7070"/>
                    <a:pt x="9073" y="5668"/>
                  </a:cubicBezTo>
                  <a:cubicBezTo>
                    <a:pt x="9215" y="5380"/>
                    <a:pt x="9396" y="5074"/>
                    <a:pt x="9623" y="4751"/>
                  </a:cubicBezTo>
                  <a:cubicBezTo>
                    <a:pt x="9843" y="4438"/>
                    <a:pt x="9877" y="4022"/>
                    <a:pt x="9683" y="3692"/>
                  </a:cubicBezTo>
                  <a:cubicBezTo>
                    <a:pt x="9511" y="3399"/>
                    <a:pt x="9185" y="3096"/>
                    <a:pt x="8566" y="2953"/>
                  </a:cubicBezTo>
                  <a:cubicBezTo>
                    <a:pt x="8492" y="2936"/>
                    <a:pt x="8416" y="2928"/>
                    <a:pt x="8342" y="2928"/>
                  </a:cubicBezTo>
                  <a:cubicBezTo>
                    <a:pt x="8054" y="2928"/>
                    <a:pt x="7775" y="3053"/>
                    <a:pt x="7586" y="3277"/>
                  </a:cubicBezTo>
                  <a:cubicBezTo>
                    <a:pt x="7148" y="3796"/>
                    <a:pt x="6444" y="4773"/>
                    <a:pt x="6169" y="5968"/>
                  </a:cubicBezTo>
                  <a:cubicBezTo>
                    <a:pt x="6169" y="5968"/>
                    <a:pt x="4313" y="3187"/>
                    <a:pt x="3024" y="793"/>
                  </a:cubicBezTo>
                  <a:cubicBezTo>
                    <a:pt x="2756" y="296"/>
                    <a:pt x="2241" y="0"/>
                    <a:pt x="170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33"/>
            <p:cNvSpPr/>
            <p:nvPr/>
          </p:nvSpPr>
          <p:spPr>
            <a:xfrm rot="4393538">
              <a:off x="600992" y="468404"/>
              <a:ext cx="755922" cy="924626"/>
            </a:xfrm>
            <a:custGeom>
              <a:avLst/>
              <a:gdLst/>
              <a:ahLst/>
              <a:cxnLst/>
              <a:rect l="l" t="t" r="r" b="b"/>
              <a:pathLst>
                <a:path w="19431" h="23768" extrusionOk="0">
                  <a:moveTo>
                    <a:pt x="2981" y="1068"/>
                  </a:moveTo>
                  <a:cubicBezTo>
                    <a:pt x="3493" y="1068"/>
                    <a:pt x="4000" y="1389"/>
                    <a:pt x="4232" y="1908"/>
                  </a:cubicBezTo>
                  <a:cubicBezTo>
                    <a:pt x="5159" y="3980"/>
                    <a:pt x="6898" y="6594"/>
                    <a:pt x="6973" y="6706"/>
                  </a:cubicBezTo>
                  <a:cubicBezTo>
                    <a:pt x="7073" y="6854"/>
                    <a:pt x="7241" y="6941"/>
                    <a:pt x="7415" y="6941"/>
                  </a:cubicBezTo>
                  <a:cubicBezTo>
                    <a:pt x="7453" y="6941"/>
                    <a:pt x="7490" y="6937"/>
                    <a:pt x="7527" y="6929"/>
                  </a:cubicBezTo>
                  <a:cubicBezTo>
                    <a:pt x="7740" y="6884"/>
                    <a:pt x="7905" y="6712"/>
                    <a:pt x="7939" y="6496"/>
                  </a:cubicBezTo>
                  <a:cubicBezTo>
                    <a:pt x="8112" y="5457"/>
                    <a:pt x="8702" y="4374"/>
                    <a:pt x="9038" y="3823"/>
                  </a:cubicBezTo>
                  <a:cubicBezTo>
                    <a:pt x="9264" y="3450"/>
                    <a:pt x="9653" y="3224"/>
                    <a:pt x="10046" y="3224"/>
                  </a:cubicBezTo>
                  <a:cubicBezTo>
                    <a:pt x="10105" y="3224"/>
                    <a:pt x="10164" y="3229"/>
                    <a:pt x="10222" y="3240"/>
                  </a:cubicBezTo>
                  <a:cubicBezTo>
                    <a:pt x="10386" y="3269"/>
                    <a:pt x="10551" y="3333"/>
                    <a:pt x="10712" y="3434"/>
                  </a:cubicBezTo>
                  <a:cubicBezTo>
                    <a:pt x="11201" y="3740"/>
                    <a:pt x="11389" y="4385"/>
                    <a:pt x="11145" y="4938"/>
                  </a:cubicBezTo>
                  <a:cubicBezTo>
                    <a:pt x="10946" y="5392"/>
                    <a:pt x="10665" y="5810"/>
                    <a:pt x="10466" y="6080"/>
                  </a:cubicBezTo>
                  <a:cubicBezTo>
                    <a:pt x="10093" y="6584"/>
                    <a:pt x="9888" y="7159"/>
                    <a:pt x="9872" y="7739"/>
                  </a:cubicBezTo>
                  <a:cubicBezTo>
                    <a:pt x="9868" y="7807"/>
                    <a:pt x="9868" y="7872"/>
                    <a:pt x="9872" y="7940"/>
                  </a:cubicBezTo>
                  <a:cubicBezTo>
                    <a:pt x="9903" y="8885"/>
                    <a:pt x="10343" y="9817"/>
                    <a:pt x="11082" y="10494"/>
                  </a:cubicBezTo>
                  <a:cubicBezTo>
                    <a:pt x="12641" y="11927"/>
                    <a:pt x="15387" y="14643"/>
                    <a:pt x="15430" y="14684"/>
                  </a:cubicBezTo>
                  <a:cubicBezTo>
                    <a:pt x="17685" y="16748"/>
                    <a:pt x="18411" y="18701"/>
                    <a:pt x="17589" y="20489"/>
                  </a:cubicBezTo>
                  <a:cubicBezTo>
                    <a:pt x="16952" y="21873"/>
                    <a:pt x="15555" y="22703"/>
                    <a:pt x="14086" y="22703"/>
                  </a:cubicBezTo>
                  <a:cubicBezTo>
                    <a:pt x="13631" y="22703"/>
                    <a:pt x="13168" y="22623"/>
                    <a:pt x="12720" y="22456"/>
                  </a:cubicBezTo>
                  <a:cubicBezTo>
                    <a:pt x="9541" y="21265"/>
                    <a:pt x="8665" y="16711"/>
                    <a:pt x="8657" y="16666"/>
                  </a:cubicBezTo>
                  <a:cubicBezTo>
                    <a:pt x="8653" y="16645"/>
                    <a:pt x="8649" y="16624"/>
                    <a:pt x="8642" y="16603"/>
                  </a:cubicBezTo>
                  <a:cubicBezTo>
                    <a:pt x="7191" y="11947"/>
                    <a:pt x="5398" y="10843"/>
                    <a:pt x="5057" y="10671"/>
                  </a:cubicBezTo>
                  <a:cubicBezTo>
                    <a:pt x="3831" y="9911"/>
                    <a:pt x="2421" y="9629"/>
                    <a:pt x="1686" y="9526"/>
                  </a:cubicBezTo>
                  <a:cubicBezTo>
                    <a:pt x="1395" y="9485"/>
                    <a:pt x="1161" y="9288"/>
                    <a:pt x="1104" y="9033"/>
                  </a:cubicBezTo>
                  <a:cubicBezTo>
                    <a:pt x="1091" y="8976"/>
                    <a:pt x="1084" y="8918"/>
                    <a:pt x="1080" y="8865"/>
                  </a:cubicBezTo>
                  <a:cubicBezTo>
                    <a:pt x="1074" y="8713"/>
                    <a:pt x="1131" y="8562"/>
                    <a:pt x="1240" y="8442"/>
                  </a:cubicBezTo>
                  <a:cubicBezTo>
                    <a:pt x="1364" y="8305"/>
                    <a:pt x="1542" y="8223"/>
                    <a:pt x="1727" y="8215"/>
                  </a:cubicBezTo>
                  <a:cubicBezTo>
                    <a:pt x="1814" y="8212"/>
                    <a:pt x="1901" y="8210"/>
                    <a:pt x="1989" y="8210"/>
                  </a:cubicBezTo>
                  <a:cubicBezTo>
                    <a:pt x="3301" y="8210"/>
                    <a:pt x="4676" y="8601"/>
                    <a:pt x="4691" y="8605"/>
                  </a:cubicBezTo>
                  <a:cubicBezTo>
                    <a:pt x="4740" y="8619"/>
                    <a:pt x="4789" y="8625"/>
                    <a:pt x="4837" y="8625"/>
                  </a:cubicBezTo>
                  <a:cubicBezTo>
                    <a:pt x="5037" y="8625"/>
                    <a:pt x="5225" y="8512"/>
                    <a:pt x="5316" y="8324"/>
                  </a:cubicBezTo>
                  <a:cubicBezTo>
                    <a:pt x="5429" y="8091"/>
                    <a:pt x="5356" y="7811"/>
                    <a:pt x="5145" y="7661"/>
                  </a:cubicBezTo>
                  <a:cubicBezTo>
                    <a:pt x="3261" y="6321"/>
                    <a:pt x="2145" y="3962"/>
                    <a:pt x="1752" y="3010"/>
                  </a:cubicBezTo>
                  <a:cubicBezTo>
                    <a:pt x="1623" y="2697"/>
                    <a:pt x="1614" y="2344"/>
                    <a:pt x="1730" y="2045"/>
                  </a:cubicBezTo>
                  <a:cubicBezTo>
                    <a:pt x="1914" y="1564"/>
                    <a:pt x="2201" y="1263"/>
                    <a:pt x="2605" y="1128"/>
                  </a:cubicBezTo>
                  <a:cubicBezTo>
                    <a:pt x="2728" y="1087"/>
                    <a:pt x="2855" y="1068"/>
                    <a:pt x="2981" y="1068"/>
                  </a:cubicBezTo>
                  <a:close/>
                  <a:moveTo>
                    <a:pt x="2998" y="1"/>
                  </a:moveTo>
                  <a:cubicBezTo>
                    <a:pt x="2755" y="1"/>
                    <a:pt x="2510" y="39"/>
                    <a:pt x="2270" y="120"/>
                  </a:cubicBezTo>
                  <a:cubicBezTo>
                    <a:pt x="1567" y="355"/>
                    <a:pt x="1037" y="889"/>
                    <a:pt x="740" y="1664"/>
                  </a:cubicBezTo>
                  <a:cubicBezTo>
                    <a:pt x="525" y="2223"/>
                    <a:pt x="538" y="2845"/>
                    <a:pt x="772" y="3414"/>
                  </a:cubicBezTo>
                  <a:cubicBezTo>
                    <a:pt x="1162" y="4361"/>
                    <a:pt x="1909" y="5894"/>
                    <a:pt x="3084" y="7215"/>
                  </a:cubicBezTo>
                  <a:cubicBezTo>
                    <a:pt x="2740" y="7174"/>
                    <a:pt x="2373" y="7147"/>
                    <a:pt x="2006" y="7147"/>
                  </a:cubicBezTo>
                  <a:cubicBezTo>
                    <a:pt x="1899" y="7147"/>
                    <a:pt x="1791" y="7149"/>
                    <a:pt x="1684" y="7154"/>
                  </a:cubicBezTo>
                  <a:cubicBezTo>
                    <a:pt x="1218" y="7175"/>
                    <a:pt x="772" y="7383"/>
                    <a:pt x="458" y="7726"/>
                  </a:cubicBezTo>
                  <a:cubicBezTo>
                    <a:pt x="156" y="8056"/>
                    <a:pt x="1" y="8477"/>
                    <a:pt x="21" y="8914"/>
                  </a:cubicBezTo>
                  <a:cubicBezTo>
                    <a:pt x="26" y="9032"/>
                    <a:pt x="43" y="9151"/>
                    <a:pt x="70" y="9272"/>
                  </a:cubicBezTo>
                  <a:cubicBezTo>
                    <a:pt x="225" y="9955"/>
                    <a:pt x="818" y="10481"/>
                    <a:pt x="1543" y="10579"/>
                  </a:cubicBezTo>
                  <a:cubicBezTo>
                    <a:pt x="2199" y="10670"/>
                    <a:pt x="3456" y="10919"/>
                    <a:pt x="4517" y="11585"/>
                  </a:cubicBezTo>
                  <a:cubicBezTo>
                    <a:pt x="4531" y="11594"/>
                    <a:pt x="4556" y="11607"/>
                    <a:pt x="4571" y="11615"/>
                  </a:cubicBezTo>
                  <a:cubicBezTo>
                    <a:pt x="4587" y="11624"/>
                    <a:pt x="6244" y="12497"/>
                    <a:pt x="7619" y="16891"/>
                  </a:cubicBezTo>
                  <a:cubicBezTo>
                    <a:pt x="7713" y="17378"/>
                    <a:pt x="8718" y="22092"/>
                    <a:pt x="12348" y="23451"/>
                  </a:cubicBezTo>
                  <a:cubicBezTo>
                    <a:pt x="12918" y="23666"/>
                    <a:pt x="13504" y="23767"/>
                    <a:pt x="14084" y="23767"/>
                  </a:cubicBezTo>
                  <a:cubicBezTo>
                    <a:pt x="15957" y="23766"/>
                    <a:pt x="17740" y="22704"/>
                    <a:pt x="18555" y="20931"/>
                  </a:cubicBezTo>
                  <a:cubicBezTo>
                    <a:pt x="19269" y="19380"/>
                    <a:pt x="19431" y="16902"/>
                    <a:pt x="16164" y="13913"/>
                  </a:cubicBezTo>
                  <a:cubicBezTo>
                    <a:pt x="16136" y="13886"/>
                    <a:pt x="13378" y="11156"/>
                    <a:pt x="11802" y="9710"/>
                  </a:cubicBezTo>
                  <a:cubicBezTo>
                    <a:pt x="11273" y="9224"/>
                    <a:pt x="10957" y="8566"/>
                    <a:pt x="10935" y="7906"/>
                  </a:cubicBezTo>
                  <a:cubicBezTo>
                    <a:pt x="10934" y="7861"/>
                    <a:pt x="10934" y="7813"/>
                    <a:pt x="10935" y="7766"/>
                  </a:cubicBezTo>
                  <a:cubicBezTo>
                    <a:pt x="10945" y="7403"/>
                    <a:pt x="11080" y="7038"/>
                    <a:pt x="11322" y="6709"/>
                  </a:cubicBezTo>
                  <a:cubicBezTo>
                    <a:pt x="11554" y="6396"/>
                    <a:pt x="11880" y="5909"/>
                    <a:pt x="12120" y="5365"/>
                  </a:cubicBezTo>
                  <a:cubicBezTo>
                    <a:pt x="12576" y="4331"/>
                    <a:pt x="12213" y="3112"/>
                    <a:pt x="11274" y="2530"/>
                  </a:cubicBezTo>
                  <a:cubicBezTo>
                    <a:pt x="10996" y="2360"/>
                    <a:pt x="10707" y="2246"/>
                    <a:pt x="10409" y="2193"/>
                  </a:cubicBezTo>
                  <a:cubicBezTo>
                    <a:pt x="10290" y="2173"/>
                    <a:pt x="10172" y="2162"/>
                    <a:pt x="10053" y="2162"/>
                  </a:cubicBezTo>
                  <a:cubicBezTo>
                    <a:pt x="9294" y="2162"/>
                    <a:pt x="8553" y="2579"/>
                    <a:pt x="8132" y="3271"/>
                  </a:cubicBezTo>
                  <a:cubicBezTo>
                    <a:pt x="7835" y="3758"/>
                    <a:pt x="7484" y="4410"/>
                    <a:pt x="7221" y="5120"/>
                  </a:cubicBezTo>
                  <a:cubicBezTo>
                    <a:pt x="6628" y="4168"/>
                    <a:pt x="5753" y="2700"/>
                    <a:pt x="5203" y="1472"/>
                  </a:cubicBezTo>
                  <a:cubicBezTo>
                    <a:pt x="4793" y="555"/>
                    <a:pt x="3917" y="1"/>
                    <a:pt x="29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33"/>
            <p:cNvSpPr/>
            <p:nvPr/>
          </p:nvSpPr>
          <p:spPr>
            <a:xfrm rot="4393538">
              <a:off x="544973" y="820566"/>
              <a:ext cx="350982" cy="425628"/>
            </a:xfrm>
            <a:custGeom>
              <a:avLst/>
              <a:gdLst/>
              <a:ahLst/>
              <a:cxnLst/>
              <a:rect l="l" t="t" r="r" b="b"/>
              <a:pathLst>
                <a:path w="9022" h="10941" extrusionOk="0">
                  <a:moveTo>
                    <a:pt x="1271" y="1"/>
                  </a:moveTo>
                  <a:cubicBezTo>
                    <a:pt x="1002" y="1"/>
                    <a:pt x="772" y="203"/>
                    <a:pt x="743" y="476"/>
                  </a:cubicBezTo>
                  <a:cubicBezTo>
                    <a:pt x="711" y="775"/>
                    <a:pt x="1" y="7816"/>
                    <a:pt x="3222" y="10178"/>
                  </a:cubicBezTo>
                  <a:cubicBezTo>
                    <a:pt x="3914" y="10688"/>
                    <a:pt x="4724" y="10941"/>
                    <a:pt x="5645" y="10941"/>
                  </a:cubicBezTo>
                  <a:cubicBezTo>
                    <a:pt x="6538" y="10941"/>
                    <a:pt x="7536" y="10702"/>
                    <a:pt x="8630" y="10223"/>
                  </a:cubicBezTo>
                  <a:cubicBezTo>
                    <a:pt x="8900" y="10106"/>
                    <a:pt x="9022" y="9791"/>
                    <a:pt x="8905" y="9524"/>
                  </a:cubicBezTo>
                  <a:cubicBezTo>
                    <a:pt x="8818" y="9324"/>
                    <a:pt x="8622" y="9204"/>
                    <a:pt x="8417" y="9204"/>
                  </a:cubicBezTo>
                  <a:cubicBezTo>
                    <a:pt x="8346" y="9204"/>
                    <a:pt x="8274" y="9219"/>
                    <a:pt x="8205" y="9249"/>
                  </a:cubicBezTo>
                  <a:cubicBezTo>
                    <a:pt x="7250" y="9666"/>
                    <a:pt x="6398" y="9874"/>
                    <a:pt x="5654" y="9874"/>
                  </a:cubicBezTo>
                  <a:cubicBezTo>
                    <a:pt x="4955" y="9874"/>
                    <a:pt x="4352" y="9690"/>
                    <a:pt x="3850" y="9321"/>
                  </a:cubicBezTo>
                  <a:cubicBezTo>
                    <a:pt x="1119" y="7321"/>
                    <a:pt x="1792" y="655"/>
                    <a:pt x="1798" y="588"/>
                  </a:cubicBezTo>
                  <a:cubicBezTo>
                    <a:pt x="1830" y="297"/>
                    <a:pt x="1617" y="35"/>
                    <a:pt x="1326" y="4"/>
                  </a:cubicBezTo>
                  <a:cubicBezTo>
                    <a:pt x="1307" y="2"/>
                    <a:pt x="1289" y="1"/>
                    <a:pt x="12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33"/>
            <p:cNvSpPr/>
            <p:nvPr/>
          </p:nvSpPr>
          <p:spPr>
            <a:xfrm rot="4393538">
              <a:off x="762582" y="1239175"/>
              <a:ext cx="43571" cy="59326"/>
            </a:xfrm>
            <a:custGeom>
              <a:avLst/>
              <a:gdLst/>
              <a:ahLst/>
              <a:cxnLst/>
              <a:rect l="l" t="t" r="r" b="b"/>
              <a:pathLst>
                <a:path w="1120" h="1525" extrusionOk="0">
                  <a:moveTo>
                    <a:pt x="564" y="0"/>
                  </a:moveTo>
                  <a:cubicBezTo>
                    <a:pt x="542" y="0"/>
                    <a:pt x="520" y="2"/>
                    <a:pt x="498" y="5"/>
                  </a:cubicBezTo>
                  <a:cubicBezTo>
                    <a:pt x="207" y="39"/>
                    <a:pt x="1" y="304"/>
                    <a:pt x="35" y="596"/>
                  </a:cubicBezTo>
                  <a:cubicBezTo>
                    <a:pt x="52" y="724"/>
                    <a:pt x="56" y="850"/>
                    <a:pt x="50" y="969"/>
                  </a:cubicBezTo>
                  <a:cubicBezTo>
                    <a:pt x="38" y="1261"/>
                    <a:pt x="264" y="1510"/>
                    <a:pt x="556" y="1524"/>
                  </a:cubicBezTo>
                  <a:lnTo>
                    <a:pt x="582" y="1524"/>
                  </a:lnTo>
                  <a:cubicBezTo>
                    <a:pt x="864" y="1524"/>
                    <a:pt x="1098" y="1303"/>
                    <a:pt x="1112" y="1018"/>
                  </a:cubicBezTo>
                  <a:cubicBezTo>
                    <a:pt x="1119" y="840"/>
                    <a:pt x="1113" y="654"/>
                    <a:pt x="1090" y="467"/>
                  </a:cubicBezTo>
                  <a:cubicBezTo>
                    <a:pt x="1056" y="199"/>
                    <a:pt x="828" y="0"/>
                    <a:pt x="5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33"/>
            <p:cNvSpPr/>
            <p:nvPr/>
          </p:nvSpPr>
          <p:spPr>
            <a:xfrm rot="4393538">
              <a:off x="818196" y="1136587"/>
              <a:ext cx="101887" cy="119430"/>
            </a:xfrm>
            <a:custGeom>
              <a:avLst/>
              <a:gdLst/>
              <a:ahLst/>
              <a:cxnLst/>
              <a:rect l="l" t="t" r="r" b="b"/>
              <a:pathLst>
                <a:path w="2619" h="3070" extrusionOk="0">
                  <a:moveTo>
                    <a:pt x="591" y="1"/>
                  </a:moveTo>
                  <a:cubicBezTo>
                    <a:pt x="465" y="1"/>
                    <a:pt x="338" y="45"/>
                    <a:pt x="236" y="136"/>
                  </a:cubicBezTo>
                  <a:cubicBezTo>
                    <a:pt x="19" y="331"/>
                    <a:pt x="0" y="668"/>
                    <a:pt x="196" y="886"/>
                  </a:cubicBezTo>
                  <a:cubicBezTo>
                    <a:pt x="786" y="1545"/>
                    <a:pt x="1238" y="2181"/>
                    <a:pt x="1540" y="2778"/>
                  </a:cubicBezTo>
                  <a:cubicBezTo>
                    <a:pt x="1633" y="2964"/>
                    <a:pt x="1821" y="3070"/>
                    <a:pt x="2015" y="3070"/>
                  </a:cubicBezTo>
                  <a:cubicBezTo>
                    <a:pt x="2096" y="3070"/>
                    <a:pt x="2178" y="3051"/>
                    <a:pt x="2252" y="3013"/>
                  </a:cubicBezTo>
                  <a:cubicBezTo>
                    <a:pt x="2513" y="2880"/>
                    <a:pt x="2619" y="2561"/>
                    <a:pt x="2486" y="2298"/>
                  </a:cubicBezTo>
                  <a:cubicBezTo>
                    <a:pt x="2143" y="1618"/>
                    <a:pt x="1638" y="905"/>
                    <a:pt x="986" y="177"/>
                  </a:cubicBezTo>
                  <a:cubicBezTo>
                    <a:pt x="881" y="60"/>
                    <a:pt x="737" y="1"/>
                    <a:pt x="5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33"/>
            <p:cNvSpPr/>
            <p:nvPr/>
          </p:nvSpPr>
          <p:spPr>
            <a:xfrm rot="4393538">
              <a:off x="1515224" y="213666"/>
              <a:ext cx="55981" cy="143160"/>
            </a:xfrm>
            <a:custGeom>
              <a:avLst/>
              <a:gdLst/>
              <a:ahLst/>
              <a:cxnLst/>
              <a:rect l="l" t="t" r="r" b="b"/>
              <a:pathLst>
                <a:path w="1439" h="3680" extrusionOk="0">
                  <a:moveTo>
                    <a:pt x="768" y="1"/>
                  </a:moveTo>
                  <a:cubicBezTo>
                    <a:pt x="537" y="1"/>
                    <a:pt x="325" y="151"/>
                    <a:pt x="258" y="383"/>
                  </a:cubicBezTo>
                  <a:cubicBezTo>
                    <a:pt x="0" y="1270"/>
                    <a:pt x="26" y="2249"/>
                    <a:pt x="337" y="3298"/>
                  </a:cubicBezTo>
                  <a:cubicBezTo>
                    <a:pt x="406" y="3530"/>
                    <a:pt x="617" y="3680"/>
                    <a:pt x="846" y="3680"/>
                  </a:cubicBezTo>
                  <a:cubicBezTo>
                    <a:pt x="896" y="3680"/>
                    <a:pt x="946" y="3671"/>
                    <a:pt x="997" y="3656"/>
                  </a:cubicBezTo>
                  <a:cubicBezTo>
                    <a:pt x="1277" y="3573"/>
                    <a:pt x="1439" y="3278"/>
                    <a:pt x="1356" y="2996"/>
                  </a:cubicBezTo>
                  <a:cubicBezTo>
                    <a:pt x="1103" y="2146"/>
                    <a:pt x="1078" y="1368"/>
                    <a:pt x="1279" y="682"/>
                  </a:cubicBezTo>
                  <a:cubicBezTo>
                    <a:pt x="1361" y="399"/>
                    <a:pt x="1199" y="105"/>
                    <a:pt x="917" y="22"/>
                  </a:cubicBezTo>
                  <a:cubicBezTo>
                    <a:pt x="867" y="7"/>
                    <a:pt x="817" y="1"/>
                    <a:pt x="7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33"/>
            <p:cNvSpPr/>
            <p:nvPr/>
          </p:nvSpPr>
          <p:spPr>
            <a:xfrm rot="4393538">
              <a:off x="1620909" y="259817"/>
              <a:ext cx="62828" cy="57420"/>
            </a:xfrm>
            <a:custGeom>
              <a:avLst/>
              <a:gdLst/>
              <a:ahLst/>
              <a:cxnLst/>
              <a:rect l="l" t="t" r="r" b="b"/>
              <a:pathLst>
                <a:path w="1615" h="1476" extrusionOk="0">
                  <a:moveTo>
                    <a:pt x="1012" y="0"/>
                  </a:moveTo>
                  <a:cubicBezTo>
                    <a:pt x="904" y="0"/>
                    <a:pt x="795" y="33"/>
                    <a:pt x="701" y="101"/>
                  </a:cubicBezTo>
                  <a:cubicBezTo>
                    <a:pt x="678" y="119"/>
                    <a:pt x="452" y="286"/>
                    <a:pt x="188" y="604"/>
                  </a:cubicBezTo>
                  <a:cubicBezTo>
                    <a:pt x="1" y="830"/>
                    <a:pt x="32" y="1165"/>
                    <a:pt x="258" y="1352"/>
                  </a:cubicBezTo>
                  <a:cubicBezTo>
                    <a:pt x="356" y="1434"/>
                    <a:pt x="477" y="1475"/>
                    <a:pt x="597" y="1475"/>
                  </a:cubicBezTo>
                  <a:cubicBezTo>
                    <a:pt x="749" y="1475"/>
                    <a:pt x="900" y="1408"/>
                    <a:pt x="1006" y="1283"/>
                  </a:cubicBezTo>
                  <a:cubicBezTo>
                    <a:pt x="1179" y="1073"/>
                    <a:pt x="1322" y="964"/>
                    <a:pt x="1327" y="960"/>
                  </a:cubicBezTo>
                  <a:cubicBezTo>
                    <a:pt x="1563" y="787"/>
                    <a:pt x="1615" y="457"/>
                    <a:pt x="1443" y="220"/>
                  </a:cubicBezTo>
                  <a:cubicBezTo>
                    <a:pt x="1340" y="77"/>
                    <a:pt x="1177" y="0"/>
                    <a:pt x="10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9" name="Google Shape;839;p33"/>
          <p:cNvGrpSpPr/>
          <p:nvPr/>
        </p:nvGrpSpPr>
        <p:grpSpPr>
          <a:xfrm>
            <a:off x="-95691" y="4007057"/>
            <a:ext cx="1141002" cy="1091584"/>
            <a:chOff x="630776" y="3608409"/>
            <a:chExt cx="1141002" cy="1091584"/>
          </a:xfrm>
        </p:grpSpPr>
        <p:sp>
          <p:nvSpPr>
            <p:cNvPr id="840" name="Google Shape;840;p33"/>
            <p:cNvSpPr/>
            <p:nvPr/>
          </p:nvSpPr>
          <p:spPr>
            <a:xfrm rot="-162658">
              <a:off x="654784" y="3633675"/>
              <a:ext cx="1092986" cy="1041053"/>
            </a:xfrm>
            <a:custGeom>
              <a:avLst/>
              <a:gdLst/>
              <a:ahLst/>
              <a:cxnLst/>
              <a:rect l="l" t="t" r="r" b="b"/>
              <a:pathLst>
                <a:path w="34179" h="32555" extrusionOk="0">
                  <a:moveTo>
                    <a:pt x="14496" y="1876"/>
                  </a:moveTo>
                  <a:cubicBezTo>
                    <a:pt x="14540" y="1876"/>
                    <a:pt x="14583" y="1882"/>
                    <a:pt x="14622" y="1895"/>
                  </a:cubicBezTo>
                  <a:lnTo>
                    <a:pt x="14679" y="1914"/>
                  </a:lnTo>
                  <a:cubicBezTo>
                    <a:pt x="14792" y="1954"/>
                    <a:pt x="14877" y="2033"/>
                    <a:pt x="14927" y="2147"/>
                  </a:cubicBezTo>
                  <a:cubicBezTo>
                    <a:pt x="14983" y="2272"/>
                    <a:pt x="14983" y="2424"/>
                    <a:pt x="14929" y="2554"/>
                  </a:cubicBezTo>
                  <a:cubicBezTo>
                    <a:pt x="14670" y="3167"/>
                    <a:pt x="14356" y="4141"/>
                    <a:pt x="14335" y="5284"/>
                  </a:cubicBezTo>
                  <a:lnTo>
                    <a:pt x="14314" y="6659"/>
                  </a:lnTo>
                  <a:lnTo>
                    <a:pt x="15926" y="6057"/>
                  </a:lnTo>
                  <a:lnTo>
                    <a:pt x="16092" y="5827"/>
                  </a:lnTo>
                  <a:cubicBezTo>
                    <a:pt x="16385" y="5420"/>
                    <a:pt x="16727" y="5122"/>
                    <a:pt x="17105" y="4941"/>
                  </a:cubicBezTo>
                  <a:cubicBezTo>
                    <a:pt x="17275" y="4861"/>
                    <a:pt x="17453" y="4821"/>
                    <a:pt x="17629" y="4821"/>
                  </a:cubicBezTo>
                  <a:cubicBezTo>
                    <a:pt x="17896" y="4821"/>
                    <a:pt x="18158" y="4912"/>
                    <a:pt x="18383" y="5090"/>
                  </a:cubicBezTo>
                  <a:lnTo>
                    <a:pt x="18696" y="5336"/>
                  </a:lnTo>
                  <a:lnTo>
                    <a:pt x="19090" y="5282"/>
                  </a:lnTo>
                  <a:cubicBezTo>
                    <a:pt x="19694" y="5201"/>
                    <a:pt x="20267" y="5160"/>
                    <a:pt x="20794" y="5160"/>
                  </a:cubicBezTo>
                  <a:cubicBezTo>
                    <a:pt x="25475" y="5160"/>
                    <a:pt x="28381" y="7853"/>
                    <a:pt x="29994" y="10112"/>
                  </a:cubicBezTo>
                  <a:cubicBezTo>
                    <a:pt x="31491" y="12213"/>
                    <a:pt x="32301" y="14767"/>
                    <a:pt x="32274" y="17304"/>
                  </a:cubicBezTo>
                  <a:cubicBezTo>
                    <a:pt x="32247" y="20346"/>
                    <a:pt x="31086" y="23216"/>
                    <a:pt x="28915" y="25602"/>
                  </a:cubicBezTo>
                  <a:cubicBezTo>
                    <a:pt x="26667" y="28068"/>
                    <a:pt x="23475" y="29764"/>
                    <a:pt x="19926" y="30376"/>
                  </a:cubicBezTo>
                  <a:cubicBezTo>
                    <a:pt x="18762" y="30580"/>
                    <a:pt x="17586" y="30682"/>
                    <a:pt x="16431" y="30682"/>
                  </a:cubicBezTo>
                  <a:cubicBezTo>
                    <a:pt x="13605" y="30682"/>
                    <a:pt x="10889" y="30074"/>
                    <a:pt x="8360" y="28876"/>
                  </a:cubicBezTo>
                  <a:cubicBezTo>
                    <a:pt x="4700" y="27145"/>
                    <a:pt x="2294" y="23547"/>
                    <a:pt x="2082" y="19483"/>
                  </a:cubicBezTo>
                  <a:cubicBezTo>
                    <a:pt x="1896" y="16050"/>
                    <a:pt x="2829" y="13184"/>
                    <a:pt x="4853" y="10959"/>
                  </a:cubicBezTo>
                  <a:cubicBezTo>
                    <a:pt x="6106" y="9584"/>
                    <a:pt x="7763" y="8490"/>
                    <a:pt x="9777" y="7711"/>
                  </a:cubicBezTo>
                  <a:lnTo>
                    <a:pt x="10107" y="7582"/>
                  </a:lnTo>
                  <a:lnTo>
                    <a:pt x="10270" y="7268"/>
                  </a:lnTo>
                  <a:cubicBezTo>
                    <a:pt x="10328" y="7157"/>
                    <a:pt x="10407" y="7071"/>
                    <a:pt x="10504" y="7011"/>
                  </a:cubicBezTo>
                  <a:cubicBezTo>
                    <a:pt x="10680" y="6900"/>
                    <a:pt x="10942" y="6845"/>
                    <a:pt x="11270" y="6845"/>
                  </a:cubicBezTo>
                  <a:cubicBezTo>
                    <a:pt x="11498" y="6845"/>
                    <a:pt x="11758" y="6872"/>
                    <a:pt x="12044" y="6927"/>
                  </a:cubicBezTo>
                  <a:lnTo>
                    <a:pt x="12233" y="6962"/>
                  </a:lnTo>
                  <a:lnTo>
                    <a:pt x="12420" y="6921"/>
                  </a:lnTo>
                  <a:cubicBezTo>
                    <a:pt x="12689" y="6864"/>
                    <a:pt x="12964" y="6810"/>
                    <a:pt x="13236" y="6763"/>
                  </a:cubicBezTo>
                  <a:lnTo>
                    <a:pt x="14208" y="6596"/>
                  </a:lnTo>
                  <a:lnTo>
                    <a:pt x="13990" y="5633"/>
                  </a:lnTo>
                  <a:cubicBezTo>
                    <a:pt x="13709" y="4397"/>
                    <a:pt x="13729" y="3242"/>
                    <a:pt x="14045" y="2198"/>
                  </a:cubicBezTo>
                  <a:cubicBezTo>
                    <a:pt x="14080" y="2081"/>
                    <a:pt x="14158" y="1990"/>
                    <a:pt x="14271" y="1930"/>
                  </a:cubicBezTo>
                  <a:cubicBezTo>
                    <a:pt x="14341" y="1894"/>
                    <a:pt x="14421" y="1876"/>
                    <a:pt x="14496" y="1876"/>
                  </a:cubicBezTo>
                  <a:close/>
                  <a:moveTo>
                    <a:pt x="14490" y="0"/>
                  </a:moveTo>
                  <a:cubicBezTo>
                    <a:pt x="14114" y="0"/>
                    <a:pt x="13739" y="90"/>
                    <a:pt x="13403" y="266"/>
                  </a:cubicBezTo>
                  <a:cubicBezTo>
                    <a:pt x="12844" y="557"/>
                    <a:pt x="12434" y="1049"/>
                    <a:pt x="12252" y="1650"/>
                  </a:cubicBezTo>
                  <a:cubicBezTo>
                    <a:pt x="11931" y="2705"/>
                    <a:pt x="11842" y="3835"/>
                    <a:pt x="11984" y="5017"/>
                  </a:cubicBezTo>
                  <a:cubicBezTo>
                    <a:pt x="11736" y="4985"/>
                    <a:pt x="11499" y="4969"/>
                    <a:pt x="11273" y="4969"/>
                  </a:cubicBezTo>
                  <a:cubicBezTo>
                    <a:pt x="10582" y="4969"/>
                    <a:pt x="9992" y="5119"/>
                    <a:pt x="9513" y="5419"/>
                  </a:cubicBezTo>
                  <a:cubicBezTo>
                    <a:pt x="9238" y="5589"/>
                    <a:pt x="9000" y="5814"/>
                    <a:pt x="8809" y="6078"/>
                  </a:cubicBezTo>
                  <a:cubicBezTo>
                    <a:pt x="6654" y="6957"/>
                    <a:pt x="4859" y="8172"/>
                    <a:pt x="3470" y="9696"/>
                  </a:cubicBezTo>
                  <a:cubicBezTo>
                    <a:pt x="1096" y="12305"/>
                    <a:pt x="0" y="15629"/>
                    <a:pt x="212" y="19580"/>
                  </a:cubicBezTo>
                  <a:cubicBezTo>
                    <a:pt x="462" y="24331"/>
                    <a:pt x="3277" y="28541"/>
                    <a:pt x="7560" y="30568"/>
                  </a:cubicBezTo>
                  <a:cubicBezTo>
                    <a:pt x="10340" y="31886"/>
                    <a:pt x="13325" y="32554"/>
                    <a:pt x="16431" y="32554"/>
                  </a:cubicBezTo>
                  <a:cubicBezTo>
                    <a:pt x="17694" y="32554"/>
                    <a:pt x="18977" y="32442"/>
                    <a:pt x="20248" y="32220"/>
                  </a:cubicBezTo>
                  <a:cubicBezTo>
                    <a:pt x="24203" y="31538"/>
                    <a:pt x="27775" y="29635"/>
                    <a:pt x="30301" y="26860"/>
                  </a:cubicBezTo>
                  <a:cubicBezTo>
                    <a:pt x="32786" y="24127"/>
                    <a:pt x="34117" y="20830"/>
                    <a:pt x="34148" y="17320"/>
                  </a:cubicBezTo>
                  <a:cubicBezTo>
                    <a:pt x="34179" y="14393"/>
                    <a:pt x="33246" y="11445"/>
                    <a:pt x="31520" y="9023"/>
                  </a:cubicBezTo>
                  <a:lnTo>
                    <a:pt x="31519" y="9022"/>
                  </a:lnTo>
                  <a:cubicBezTo>
                    <a:pt x="29649" y="6404"/>
                    <a:pt x="26272" y="3284"/>
                    <a:pt x="20793" y="3284"/>
                  </a:cubicBezTo>
                  <a:cubicBezTo>
                    <a:pt x="20289" y="3284"/>
                    <a:pt x="19755" y="3316"/>
                    <a:pt x="19198" y="3379"/>
                  </a:cubicBezTo>
                  <a:cubicBezTo>
                    <a:pt x="18715" y="3092"/>
                    <a:pt x="18174" y="2946"/>
                    <a:pt x="17628" y="2946"/>
                  </a:cubicBezTo>
                  <a:cubicBezTo>
                    <a:pt x="17327" y="2946"/>
                    <a:pt x="17024" y="2991"/>
                    <a:pt x="16729" y="3081"/>
                  </a:cubicBezTo>
                  <a:cubicBezTo>
                    <a:pt x="16906" y="2527"/>
                    <a:pt x="16875" y="1922"/>
                    <a:pt x="16640" y="1388"/>
                  </a:cubicBezTo>
                  <a:cubicBezTo>
                    <a:pt x="16379" y="799"/>
                    <a:pt x="15904" y="358"/>
                    <a:pt x="15290" y="141"/>
                  </a:cubicBezTo>
                  <a:lnTo>
                    <a:pt x="15211" y="114"/>
                  </a:lnTo>
                  <a:cubicBezTo>
                    <a:pt x="14978" y="38"/>
                    <a:pt x="14734" y="0"/>
                    <a:pt x="14490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33"/>
            <p:cNvSpPr/>
            <p:nvPr/>
          </p:nvSpPr>
          <p:spPr>
            <a:xfrm rot="-162658">
              <a:off x="685039" y="3663666"/>
              <a:ext cx="1032675" cy="981190"/>
            </a:xfrm>
            <a:custGeom>
              <a:avLst/>
              <a:gdLst/>
              <a:ahLst/>
              <a:cxnLst/>
              <a:rect l="l" t="t" r="r" b="b"/>
              <a:pathLst>
                <a:path w="32293" h="30683" extrusionOk="0">
                  <a:moveTo>
                    <a:pt x="13545" y="1"/>
                  </a:moveTo>
                  <a:cubicBezTo>
                    <a:pt x="13318" y="1"/>
                    <a:pt x="13092" y="55"/>
                    <a:pt x="12888" y="162"/>
                  </a:cubicBezTo>
                  <a:cubicBezTo>
                    <a:pt x="12553" y="337"/>
                    <a:pt x="12309" y="629"/>
                    <a:pt x="12200" y="987"/>
                  </a:cubicBezTo>
                  <a:cubicBezTo>
                    <a:pt x="11776" y="2379"/>
                    <a:pt x="11867" y="3754"/>
                    <a:pt x="12127" y="4902"/>
                  </a:cubicBezTo>
                  <a:cubicBezTo>
                    <a:pt x="11863" y="4947"/>
                    <a:pt x="11576" y="5001"/>
                    <a:pt x="11271" y="5069"/>
                  </a:cubicBezTo>
                  <a:cubicBezTo>
                    <a:pt x="10927" y="5003"/>
                    <a:pt x="10610" y="4970"/>
                    <a:pt x="10321" y="4970"/>
                  </a:cubicBezTo>
                  <a:cubicBezTo>
                    <a:pt x="9812" y="4970"/>
                    <a:pt x="9390" y="5073"/>
                    <a:pt x="9060" y="5279"/>
                  </a:cubicBezTo>
                  <a:cubicBezTo>
                    <a:pt x="8868" y="5399"/>
                    <a:pt x="8650" y="5595"/>
                    <a:pt x="8492" y="5900"/>
                  </a:cubicBezTo>
                  <a:cubicBezTo>
                    <a:pt x="6701" y="6595"/>
                    <a:pt x="4771" y="7682"/>
                    <a:pt x="3214" y="9391"/>
                  </a:cubicBezTo>
                  <a:cubicBezTo>
                    <a:pt x="1015" y="11809"/>
                    <a:pt x="0" y="14905"/>
                    <a:pt x="199" y="18595"/>
                  </a:cubicBezTo>
                  <a:cubicBezTo>
                    <a:pt x="430" y="23003"/>
                    <a:pt x="3041" y="26908"/>
                    <a:pt x="7011" y="28785"/>
                  </a:cubicBezTo>
                  <a:cubicBezTo>
                    <a:pt x="9667" y="30043"/>
                    <a:pt x="12516" y="30682"/>
                    <a:pt x="15482" y="30682"/>
                  </a:cubicBezTo>
                  <a:cubicBezTo>
                    <a:pt x="16690" y="30682"/>
                    <a:pt x="17921" y="30574"/>
                    <a:pt x="19138" y="30362"/>
                  </a:cubicBezTo>
                  <a:cubicBezTo>
                    <a:pt x="22891" y="29715"/>
                    <a:pt x="26271" y="27916"/>
                    <a:pt x="28658" y="25296"/>
                  </a:cubicBezTo>
                  <a:cubicBezTo>
                    <a:pt x="30986" y="22736"/>
                    <a:pt x="32232" y="19652"/>
                    <a:pt x="32261" y="16376"/>
                  </a:cubicBezTo>
                  <a:cubicBezTo>
                    <a:pt x="32292" y="13642"/>
                    <a:pt x="31421" y="10890"/>
                    <a:pt x="29809" y="8630"/>
                  </a:cubicBezTo>
                  <a:cubicBezTo>
                    <a:pt x="28067" y="6191"/>
                    <a:pt x="24926" y="3284"/>
                    <a:pt x="19846" y="3284"/>
                  </a:cubicBezTo>
                  <a:cubicBezTo>
                    <a:pt x="19249" y="3284"/>
                    <a:pt x="18636" y="3330"/>
                    <a:pt x="18016" y="3416"/>
                  </a:cubicBezTo>
                  <a:cubicBezTo>
                    <a:pt x="17625" y="3106"/>
                    <a:pt x="17158" y="2945"/>
                    <a:pt x="16682" y="2945"/>
                  </a:cubicBezTo>
                  <a:cubicBezTo>
                    <a:pt x="16370" y="2945"/>
                    <a:pt x="16055" y="3014"/>
                    <a:pt x="15756" y="3157"/>
                  </a:cubicBezTo>
                  <a:cubicBezTo>
                    <a:pt x="15227" y="3408"/>
                    <a:pt x="14770" y="3805"/>
                    <a:pt x="14385" y="4343"/>
                  </a:cubicBezTo>
                  <a:cubicBezTo>
                    <a:pt x="14365" y="4352"/>
                    <a:pt x="14344" y="4357"/>
                    <a:pt x="14325" y="4365"/>
                  </a:cubicBezTo>
                  <a:cubicBezTo>
                    <a:pt x="14343" y="3362"/>
                    <a:pt x="14627" y="2499"/>
                    <a:pt x="14845" y="1980"/>
                  </a:cubicBezTo>
                  <a:cubicBezTo>
                    <a:pt x="15000" y="1612"/>
                    <a:pt x="14997" y="1193"/>
                    <a:pt x="14837" y="831"/>
                  </a:cubicBezTo>
                  <a:cubicBezTo>
                    <a:pt x="14682" y="480"/>
                    <a:pt x="14400" y="218"/>
                    <a:pt x="14042" y="92"/>
                  </a:cubicBezTo>
                  <a:lnTo>
                    <a:pt x="13974" y="68"/>
                  </a:lnTo>
                  <a:cubicBezTo>
                    <a:pt x="13835" y="23"/>
                    <a:pt x="13690" y="1"/>
                    <a:pt x="135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33"/>
            <p:cNvSpPr/>
            <p:nvPr/>
          </p:nvSpPr>
          <p:spPr>
            <a:xfrm rot="-162658">
              <a:off x="724831" y="3819570"/>
              <a:ext cx="944063" cy="763386"/>
            </a:xfrm>
            <a:custGeom>
              <a:avLst/>
              <a:gdLst/>
              <a:ahLst/>
              <a:cxnLst/>
              <a:rect l="l" t="t" r="r" b="b"/>
              <a:pathLst>
                <a:path w="29522" h="23872" extrusionOk="0">
                  <a:moveTo>
                    <a:pt x="18938" y="1"/>
                  </a:moveTo>
                  <a:cubicBezTo>
                    <a:pt x="17151" y="1"/>
                    <a:pt x="15085" y="434"/>
                    <a:pt x="12708" y="1508"/>
                  </a:cubicBezTo>
                  <a:cubicBezTo>
                    <a:pt x="12708" y="1508"/>
                    <a:pt x="1" y="2017"/>
                    <a:pt x="614" y="13521"/>
                  </a:cubicBezTo>
                  <a:cubicBezTo>
                    <a:pt x="810" y="17211"/>
                    <a:pt x="3007" y="20525"/>
                    <a:pt x="6347" y="22104"/>
                  </a:cubicBezTo>
                  <a:cubicBezTo>
                    <a:pt x="8381" y="23067"/>
                    <a:pt x="11042" y="23871"/>
                    <a:pt x="14255" y="23871"/>
                  </a:cubicBezTo>
                  <a:cubicBezTo>
                    <a:pt x="15343" y="23871"/>
                    <a:pt x="16496" y="23779"/>
                    <a:pt x="17708" y="23569"/>
                  </a:cubicBezTo>
                  <a:cubicBezTo>
                    <a:pt x="21008" y="22997"/>
                    <a:pt x="24094" y="21468"/>
                    <a:pt x="26350" y="18993"/>
                  </a:cubicBezTo>
                  <a:cubicBezTo>
                    <a:pt x="28007" y="17173"/>
                    <a:pt x="29466" y="14618"/>
                    <a:pt x="29499" y="11257"/>
                  </a:cubicBezTo>
                  <a:cubicBezTo>
                    <a:pt x="29521" y="8869"/>
                    <a:pt x="28761" y="6524"/>
                    <a:pt x="27375" y="4581"/>
                  </a:cubicBezTo>
                  <a:cubicBezTo>
                    <a:pt x="25861" y="2456"/>
                    <a:pt x="23191" y="1"/>
                    <a:pt x="1893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33"/>
            <p:cNvSpPr/>
            <p:nvPr/>
          </p:nvSpPr>
          <p:spPr>
            <a:xfrm rot="-162658">
              <a:off x="687617" y="3768589"/>
              <a:ext cx="1032611" cy="876173"/>
            </a:xfrm>
            <a:custGeom>
              <a:avLst/>
              <a:gdLst/>
              <a:ahLst/>
              <a:cxnLst/>
              <a:rect l="l" t="t" r="r" b="b"/>
              <a:pathLst>
                <a:path w="32291" h="27399" extrusionOk="0">
                  <a:moveTo>
                    <a:pt x="19843" y="983"/>
                  </a:moveTo>
                  <a:cubicBezTo>
                    <a:pt x="24504" y="983"/>
                    <a:pt x="27400" y="3665"/>
                    <a:pt x="29007" y="5913"/>
                  </a:cubicBezTo>
                  <a:cubicBezTo>
                    <a:pt x="30498" y="8007"/>
                    <a:pt x="31305" y="10551"/>
                    <a:pt x="31278" y="13078"/>
                  </a:cubicBezTo>
                  <a:cubicBezTo>
                    <a:pt x="31251" y="16109"/>
                    <a:pt x="30094" y="18968"/>
                    <a:pt x="27931" y="21345"/>
                  </a:cubicBezTo>
                  <a:cubicBezTo>
                    <a:pt x="25690" y="23805"/>
                    <a:pt x="22508" y="25496"/>
                    <a:pt x="18970" y="26106"/>
                  </a:cubicBezTo>
                  <a:cubicBezTo>
                    <a:pt x="17806" y="26310"/>
                    <a:pt x="16633" y="26413"/>
                    <a:pt x="15481" y="26413"/>
                  </a:cubicBezTo>
                  <a:cubicBezTo>
                    <a:pt x="12662" y="26413"/>
                    <a:pt x="9954" y="25808"/>
                    <a:pt x="7431" y="24612"/>
                  </a:cubicBezTo>
                  <a:cubicBezTo>
                    <a:pt x="3787" y="22887"/>
                    <a:pt x="1391" y="19303"/>
                    <a:pt x="1178" y="15257"/>
                  </a:cubicBezTo>
                  <a:cubicBezTo>
                    <a:pt x="995" y="11839"/>
                    <a:pt x="1923" y="8982"/>
                    <a:pt x="3939" y="6768"/>
                  </a:cubicBezTo>
                  <a:cubicBezTo>
                    <a:pt x="7152" y="3242"/>
                    <a:pt x="12124" y="2546"/>
                    <a:pt x="13572" y="2417"/>
                  </a:cubicBezTo>
                  <a:cubicBezTo>
                    <a:pt x="13624" y="2412"/>
                    <a:pt x="13675" y="2398"/>
                    <a:pt x="13723" y="2379"/>
                  </a:cubicBezTo>
                  <a:cubicBezTo>
                    <a:pt x="15871" y="1452"/>
                    <a:pt x="17930" y="983"/>
                    <a:pt x="19843" y="983"/>
                  </a:cubicBezTo>
                  <a:close/>
                  <a:moveTo>
                    <a:pt x="19844" y="1"/>
                  </a:moveTo>
                  <a:cubicBezTo>
                    <a:pt x="17819" y="1"/>
                    <a:pt x="15654" y="487"/>
                    <a:pt x="13407" y="1446"/>
                  </a:cubicBezTo>
                  <a:cubicBezTo>
                    <a:pt x="11777" y="1600"/>
                    <a:pt x="6611" y="2380"/>
                    <a:pt x="3214" y="6107"/>
                  </a:cubicBezTo>
                  <a:cubicBezTo>
                    <a:pt x="1014" y="8524"/>
                    <a:pt x="0" y="11621"/>
                    <a:pt x="198" y="15311"/>
                  </a:cubicBezTo>
                  <a:cubicBezTo>
                    <a:pt x="428" y="19718"/>
                    <a:pt x="3039" y="23622"/>
                    <a:pt x="7011" y="25501"/>
                  </a:cubicBezTo>
                  <a:cubicBezTo>
                    <a:pt x="9666" y="26760"/>
                    <a:pt x="12516" y="27398"/>
                    <a:pt x="15482" y="27398"/>
                  </a:cubicBezTo>
                  <a:cubicBezTo>
                    <a:pt x="16690" y="27398"/>
                    <a:pt x="17920" y="27290"/>
                    <a:pt x="19139" y="27077"/>
                  </a:cubicBezTo>
                  <a:cubicBezTo>
                    <a:pt x="22891" y="26430"/>
                    <a:pt x="26272" y="24630"/>
                    <a:pt x="28659" y="22009"/>
                  </a:cubicBezTo>
                  <a:cubicBezTo>
                    <a:pt x="30987" y="19450"/>
                    <a:pt x="32234" y="16366"/>
                    <a:pt x="32262" y="13090"/>
                  </a:cubicBezTo>
                  <a:cubicBezTo>
                    <a:pt x="32290" y="10357"/>
                    <a:pt x="31418" y="7607"/>
                    <a:pt x="29808" y="5346"/>
                  </a:cubicBezTo>
                  <a:cubicBezTo>
                    <a:pt x="28066" y="2907"/>
                    <a:pt x="24924" y="1"/>
                    <a:pt x="198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33"/>
            <p:cNvSpPr/>
            <p:nvPr/>
          </p:nvSpPr>
          <p:spPr>
            <a:xfrm rot="-162658">
              <a:off x="941571" y="3682522"/>
              <a:ext cx="372067" cy="403470"/>
            </a:xfrm>
            <a:custGeom>
              <a:avLst/>
              <a:gdLst/>
              <a:ahLst/>
              <a:cxnLst/>
              <a:rect l="l" t="t" r="r" b="b"/>
              <a:pathLst>
                <a:path w="11635" h="12617" extrusionOk="0">
                  <a:moveTo>
                    <a:pt x="5119" y="1"/>
                  </a:moveTo>
                  <a:cubicBezTo>
                    <a:pt x="4731" y="1"/>
                    <a:pt x="4365" y="250"/>
                    <a:pt x="4248" y="638"/>
                  </a:cubicBezTo>
                  <a:cubicBezTo>
                    <a:pt x="3676" y="2519"/>
                    <a:pt x="4109" y="4379"/>
                    <a:pt x="4583" y="5620"/>
                  </a:cubicBezTo>
                  <a:cubicBezTo>
                    <a:pt x="3839" y="5323"/>
                    <a:pt x="2771" y="4969"/>
                    <a:pt x="1893" y="4969"/>
                  </a:cubicBezTo>
                  <a:cubicBezTo>
                    <a:pt x="1074" y="4969"/>
                    <a:pt x="420" y="5277"/>
                    <a:pt x="349" y="6225"/>
                  </a:cubicBezTo>
                  <a:cubicBezTo>
                    <a:pt x="349" y="6225"/>
                    <a:pt x="407" y="7749"/>
                    <a:pt x="3080" y="7749"/>
                  </a:cubicBezTo>
                  <a:cubicBezTo>
                    <a:pt x="3080" y="7749"/>
                    <a:pt x="1608" y="8067"/>
                    <a:pt x="877" y="8991"/>
                  </a:cubicBezTo>
                  <a:cubicBezTo>
                    <a:pt x="1" y="10098"/>
                    <a:pt x="912" y="11534"/>
                    <a:pt x="2152" y="11534"/>
                  </a:cubicBezTo>
                  <a:cubicBezTo>
                    <a:pt x="2360" y="11534"/>
                    <a:pt x="2577" y="11494"/>
                    <a:pt x="2796" y="11405"/>
                  </a:cubicBezTo>
                  <a:cubicBezTo>
                    <a:pt x="3452" y="11138"/>
                    <a:pt x="4161" y="10549"/>
                    <a:pt x="4719" y="9330"/>
                  </a:cubicBezTo>
                  <a:lnTo>
                    <a:pt x="4719" y="9330"/>
                  </a:lnTo>
                  <a:cubicBezTo>
                    <a:pt x="4719" y="9330"/>
                    <a:pt x="4662" y="10701"/>
                    <a:pt x="5258" y="11718"/>
                  </a:cubicBezTo>
                  <a:cubicBezTo>
                    <a:pt x="5625" y="12343"/>
                    <a:pt x="6205" y="12617"/>
                    <a:pt x="6782" y="12617"/>
                  </a:cubicBezTo>
                  <a:cubicBezTo>
                    <a:pt x="7789" y="12617"/>
                    <a:pt x="8791" y="11784"/>
                    <a:pt x="8655" y="10528"/>
                  </a:cubicBezTo>
                  <a:cubicBezTo>
                    <a:pt x="8600" y="10015"/>
                    <a:pt x="8416" y="9399"/>
                    <a:pt x="8027" y="8669"/>
                  </a:cubicBezTo>
                  <a:lnTo>
                    <a:pt x="8027" y="8669"/>
                  </a:lnTo>
                  <a:cubicBezTo>
                    <a:pt x="8027" y="8669"/>
                    <a:pt x="8806" y="9156"/>
                    <a:pt x="9700" y="9156"/>
                  </a:cubicBezTo>
                  <a:cubicBezTo>
                    <a:pt x="10105" y="9156"/>
                    <a:pt x="10533" y="9056"/>
                    <a:pt x="10924" y="8766"/>
                  </a:cubicBezTo>
                  <a:cubicBezTo>
                    <a:pt x="11472" y="8360"/>
                    <a:pt x="11635" y="7566"/>
                    <a:pt x="11202" y="7035"/>
                  </a:cubicBezTo>
                  <a:cubicBezTo>
                    <a:pt x="10952" y="6729"/>
                    <a:pt x="10527" y="6471"/>
                    <a:pt x="9806" y="6471"/>
                  </a:cubicBezTo>
                  <a:cubicBezTo>
                    <a:pt x="9472" y="6471"/>
                    <a:pt x="9074" y="6526"/>
                    <a:pt x="8600" y="6658"/>
                  </a:cubicBezTo>
                  <a:cubicBezTo>
                    <a:pt x="8600" y="6658"/>
                    <a:pt x="9352" y="6138"/>
                    <a:pt x="9757" y="5364"/>
                  </a:cubicBezTo>
                  <a:cubicBezTo>
                    <a:pt x="10364" y="4204"/>
                    <a:pt x="9411" y="2946"/>
                    <a:pt x="8255" y="2946"/>
                  </a:cubicBezTo>
                  <a:cubicBezTo>
                    <a:pt x="8022" y="2946"/>
                    <a:pt x="7781" y="2997"/>
                    <a:pt x="7542" y="3110"/>
                  </a:cubicBezTo>
                  <a:cubicBezTo>
                    <a:pt x="6867" y="3431"/>
                    <a:pt x="6141" y="4132"/>
                    <a:pt x="5637" y="5585"/>
                  </a:cubicBezTo>
                  <a:cubicBezTo>
                    <a:pt x="5111" y="3829"/>
                    <a:pt x="5593" y="2190"/>
                    <a:pt x="5968" y="1298"/>
                  </a:cubicBezTo>
                  <a:cubicBezTo>
                    <a:pt x="6171" y="815"/>
                    <a:pt x="5951" y="240"/>
                    <a:pt x="5456" y="66"/>
                  </a:cubicBezTo>
                  <a:cubicBezTo>
                    <a:pt x="5438" y="58"/>
                    <a:pt x="5418" y="52"/>
                    <a:pt x="5398" y="45"/>
                  </a:cubicBezTo>
                  <a:cubicBezTo>
                    <a:pt x="5306" y="15"/>
                    <a:pt x="5212" y="1"/>
                    <a:pt x="51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33"/>
            <p:cNvSpPr/>
            <p:nvPr/>
          </p:nvSpPr>
          <p:spPr>
            <a:xfrm rot="-162658">
              <a:off x="936965" y="3666731"/>
              <a:ext cx="387769" cy="434873"/>
            </a:xfrm>
            <a:custGeom>
              <a:avLst/>
              <a:gdLst/>
              <a:ahLst/>
              <a:cxnLst/>
              <a:rect l="l" t="t" r="r" b="b"/>
              <a:pathLst>
                <a:path w="12126" h="13599" extrusionOk="0">
                  <a:moveTo>
                    <a:pt x="5265" y="982"/>
                  </a:moveTo>
                  <a:cubicBezTo>
                    <a:pt x="5309" y="982"/>
                    <a:pt x="5353" y="989"/>
                    <a:pt x="5396" y="1003"/>
                  </a:cubicBezTo>
                  <a:lnTo>
                    <a:pt x="5441" y="1017"/>
                  </a:lnTo>
                  <a:cubicBezTo>
                    <a:pt x="5566" y="1062"/>
                    <a:pt x="5630" y="1156"/>
                    <a:pt x="5660" y="1226"/>
                  </a:cubicBezTo>
                  <a:cubicBezTo>
                    <a:pt x="5711" y="1343"/>
                    <a:pt x="5711" y="1478"/>
                    <a:pt x="5662" y="1597"/>
                  </a:cubicBezTo>
                  <a:cubicBezTo>
                    <a:pt x="5282" y="2492"/>
                    <a:pt x="4736" y="4284"/>
                    <a:pt x="5311" y="6214"/>
                  </a:cubicBezTo>
                  <a:cubicBezTo>
                    <a:pt x="5372" y="6418"/>
                    <a:pt x="5557" y="6559"/>
                    <a:pt x="5771" y="6565"/>
                  </a:cubicBezTo>
                  <a:cubicBezTo>
                    <a:pt x="5978" y="6565"/>
                    <a:pt x="6175" y="6435"/>
                    <a:pt x="6245" y="6235"/>
                  </a:cubicBezTo>
                  <a:cubicBezTo>
                    <a:pt x="6634" y="5115"/>
                    <a:pt x="7190" y="4379"/>
                    <a:pt x="7897" y="4041"/>
                  </a:cubicBezTo>
                  <a:cubicBezTo>
                    <a:pt x="8072" y="3958"/>
                    <a:pt x="8242" y="3923"/>
                    <a:pt x="8402" y="3923"/>
                  </a:cubicBezTo>
                  <a:cubicBezTo>
                    <a:pt x="8756" y="3923"/>
                    <a:pt x="9061" y="4096"/>
                    <a:pt x="9262" y="4305"/>
                  </a:cubicBezTo>
                  <a:cubicBezTo>
                    <a:pt x="9541" y="4596"/>
                    <a:pt x="9742" y="5096"/>
                    <a:pt x="9465" y="5624"/>
                  </a:cubicBezTo>
                  <a:cubicBezTo>
                    <a:pt x="9125" y="6278"/>
                    <a:pt x="8471" y="6739"/>
                    <a:pt x="8466" y="6743"/>
                  </a:cubicBezTo>
                  <a:cubicBezTo>
                    <a:pt x="8268" y="6878"/>
                    <a:pt x="8198" y="7137"/>
                    <a:pt x="8301" y="7355"/>
                  </a:cubicBezTo>
                  <a:cubicBezTo>
                    <a:pt x="8384" y="7530"/>
                    <a:pt x="8559" y="7638"/>
                    <a:pt x="8745" y="7638"/>
                  </a:cubicBezTo>
                  <a:cubicBezTo>
                    <a:pt x="8789" y="7638"/>
                    <a:pt x="8834" y="7632"/>
                    <a:pt x="8878" y="7619"/>
                  </a:cubicBezTo>
                  <a:cubicBezTo>
                    <a:pt x="9211" y="7526"/>
                    <a:pt x="9594" y="7450"/>
                    <a:pt x="9953" y="7450"/>
                  </a:cubicBezTo>
                  <a:cubicBezTo>
                    <a:pt x="10360" y="7450"/>
                    <a:pt x="10734" y="7548"/>
                    <a:pt x="10968" y="7834"/>
                  </a:cubicBezTo>
                  <a:cubicBezTo>
                    <a:pt x="11104" y="8001"/>
                    <a:pt x="11114" y="8187"/>
                    <a:pt x="11098" y="8314"/>
                  </a:cubicBezTo>
                  <a:cubicBezTo>
                    <a:pt x="11071" y="8529"/>
                    <a:pt x="10953" y="8729"/>
                    <a:pt x="10775" y="8861"/>
                  </a:cubicBezTo>
                  <a:cubicBezTo>
                    <a:pt x="10483" y="9077"/>
                    <a:pt x="10155" y="9152"/>
                    <a:pt x="9838" y="9152"/>
                  </a:cubicBezTo>
                  <a:cubicBezTo>
                    <a:pt x="9107" y="9152"/>
                    <a:pt x="8438" y="8748"/>
                    <a:pt x="8430" y="8742"/>
                  </a:cubicBezTo>
                  <a:cubicBezTo>
                    <a:pt x="8350" y="8692"/>
                    <a:pt x="8260" y="8668"/>
                    <a:pt x="8171" y="8668"/>
                  </a:cubicBezTo>
                  <a:cubicBezTo>
                    <a:pt x="8049" y="8668"/>
                    <a:pt x="7929" y="8713"/>
                    <a:pt x="7835" y="8800"/>
                  </a:cubicBezTo>
                  <a:cubicBezTo>
                    <a:pt x="7671" y="8952"/>
                    <a:pt x="7631" y="9194"/>
                    <a:pt x="7736" y="9390"/>
                  </a:cubicBezTo>
                  <a:cubicBezTo>
                    <a:pt x="8062" y="9999"/>
                    <a:pt x="8255" y="10566"/>
                    <a:pt x="8310" y="11070"/>
                  </a:cubicBezTo>
                  <a:cubicBezTo>
                    <a:pt x="8399" y="11896"/>
                    <a:pt x="7859" y="12380"/>
                    <a:pt x="7368" y="12542"/>
                  </a:cubicBezTo>
                  <a:cubicBezTo>
                    <a:pt x="7230" y="12588"/>
                    <a:pt x="7079" y="12615"/>
                    <a:pt x="6923" y="12615"/>
                  </a:cubicBezTo>
                  <a:cubicBezTo>
                    <a:pt x="6530" y="12615"/>
                    <a:pt x="6111" y="12442"/>
                    <a:pt x="5826" y="11959"/>
                  </a:cubicBezTo>
                  <a:cubicBezTo>
                    <a:pt x="5312" y="11085"/>
                    <a:pt x="5355" y="9854"/>
                    <a:pt x="5355" y="9842"/>
                  </a:cubicBezTo>
                  <a:cubicBezTo>
                    <a:pt x="5363" y="9608"/>
                    <a:pt x="5206" y="9399"/>
                    <a:pt x="4978" y="9344"/>
                  </a:cubicBezTo>
                  <a:cubicBezTo>
                    <a:pt x="4940" y="9334"/>
                    <a:pt x="4902" y="9330"/>
                    <a:pt x="4864" y="9330"/>
                  </a:cubicBezTo>
                  <a:cubicBezTo>
                    <a:pt x="4675" y="9330"/>
                    <a:pt x="4498" y="9439"/>
                    <a:pt x="4420" y="9619"/>
                  </a:cubicBezTo>
                  <a:cubicBezTo>
                    <a:pt x="3991" y="10555"/>
                    <a:pt x="3432" y="11168"/>
                    <a:pt x="2758" y="11442"/>
                  </a:cubicBezTo>
                  <a:cubicBezTo>
                    <a:pt x="2596" y="11508"/>
                    <a:pt x="2442" y="11536"/>
                    <a:pt x="2298" y="11536"/>
                  </a:cubicBezTo>
                  <a:cubicBezTo>
                    <a:pt x="1894" y="11536"/>
                    <a:pt x="1570" y="11313"/>
                    <a:pt x="1388" y="11070"/>
                  </a:cubicBezTo>
                  <a:cubicBezTo>
                    <a:pt x="1275" y="10918"/>
                    <a:pt x="942" y="10380"/>
                    <a:pt x="1411" y="9787"/>
                  </a:cubicBezTo>
                  <a:cubicBezTo>
                    <a:pt x="2020" y="9017"/>
                    <a:pt x="3320" y="8724"/>
                    <a:pt x="3333" y="8720"/>
                  </a:cubicBezTo>
                  <a:cubicBezTo>
                    <a:pt x="3577" y="8666"/>
                    <a:pt x="3743" y="8438"/>
                    <a:pt x="3716" y="8188"/>
                  </a:cubicBezTo>
                  <a:cubicBezTo>
                    <a:pt x="3691" y="7937"/>
                    <a:pt x="3479" y="7749"/>
                    <a:pt x="3228" y="7749"/>
                  </a:cubicBezTo>
                  <a:cubicBezTo>
                    <a:pt x="1237" y="7749"/>
                    <a:pt x="1014" y="6850"/>
                    <a:pt x="990" y="6714"/>
                  </a:cubicBezTo>
                  <a:cubicBezTo>
                    <a:pt x="1028" y="6327"/>
                    <a:pt x="1188" y="6185"/>
                    <a:pt x="1306" y="6111"/>
                  </a:cubicBezTo>
                  <a:cubicBezTo>
                    <a:pt x="1477" y="6004"/>
                    <a:pt x="1725" y="5952"/>
                    <a:pt x="2035" y="5952"/>
                  </a:cubicBezTo>
                  <a:cubicBezTo>
                    <a:pt x="2659" y="5952"/>
                    <a:pt x="3536" y="6162"/>
                    <a:pt x="4548" y="6568"/>
                  </a:cubicBezTo>
                  <a:cubicBezTo>
                    <a:pt x="4607" y="6591"/>
                    <a:pt x="4668" y="6602"/>
                    <a:pt x="4729" y="6602"/>
                  </a:cubicBezTo>
                  <a:cubicBezTo>
                    <a:pt x="4856" y="6602"/>
                    <a:pt x="4981" y="6553"/>
                    <a:pt x="5075" y="6461"/>
                  </a:cubicBezTo>
                  <a:cubicBezTo>
                    <a:pt x="5214" y="6325"/>
                    <a:pt x="5259" y="6119"/>
                    <a:pt x="5190" y="5937"/>
                  </a:cubicBezTo>
                  <a:cubicBezTo>
                    <a:pt x="4747" y="4774"/>
                    <a:pt x="4332" y="3022"/>
                    <a:pt x="4865" y="1271"/>
                  </a:cubicBezTo>
                  <a:cubicBezTo>
                    <a:pt x="4896" y="1168"/>
                    <a:pt x="4967" y="1084"/>
                    <a:pt x="5067" y="1031"/>
                  </a:cubicBezTo>
                  <a:cubicBezTo>
                    <a:pt x="5130" y="998"/>
                    <a:pt x="5197" y="982"/>
                    <a:pt x="5265" y="982"/>
                  </a:cubicBezTo>
                  <a:close/>
                  <a:moveTo>
                    <a:pt x="5264" y="1"/>
                  </a:moveTo>
                  <a:cubicBezTo>
                    <a:pt x="5038" y="1"/>
                    <a:pt x="4813" y="55"/>
                    <a:pt x="4609" y="161"/>
                  </a:cubicBezTo>
                  <a:cubicBezTo>
                    <a:pt x="4274" y="335"/>
                    <a:pt x="4030" y="628"/>
                    <a:pt x="3921" y="986"/>
                  </a:cubicBezTo>
                  <a:cubicBezTo>
                    <a:pt x="3447" y="2547"/>
                    <a:pt x="3617" y="4089"/>
                    <a:pt x="3949" y="5310"/>
                  </a:cubicBezTo>
                  <a:cubicBezTo>
                    <a:pt x="3218" y="5081"/>
                    <a:pt x="2582" y="4967"/>
                    <a:pt x="2044" y="4967"/>
                  </a:cubicBezTo>
                  <a:cubicBezTo>
                    <a:pt x="1533" y="4967"/>
                    <a:pt x="1112" y="5070"/>
                    <a:pt x="781" y="5276"/>
                  </a:cubicBezTo>
                  <a:cubicBezTo>
                    <a:pt x="457" y="5478"/>
                    <a:pt x="62" y="5884"/>
                    <a:pt x="2" y="6678"/>
                  </a:cubicBezTo>
                  <a:cubicBezTo>
                    <a:pt x="1" y="6697"/>
                    <a:pt x="0" y="6714"/>
                    <a:pt x="1" y="6734"/>
                  </a:cubicBezTo>
                  <a:cubicBezTo>
                    <a:pt x="3" y="6795"/>
                    <a:pt x="67" y="7916"/>
                    <a:pt x="1460" y="8451"/>
                  </a:cubicBezTo>
                  <a:cubicBezTo>
                    <a:pt x="1158" y="8643"/>
                    <a:pt x="867" y="8881"/>
                    <a:pt x="635" y="9174"/>
                  </a:cubicBezTo>
                  <a:cubicBezTo>
                    <a:pt x="44" y="9923"/>
                    <a:pt x="28" y="10898"/>
                    <a:pt x="598" y="11657"/>
                  </a:cubicBezTo>
                  <a:cubicBezTo>
                    <a:pt x="1014" y="12212"/>
                    <a:pt x="1641" y="12513"/>
                    <a:pt x="2296" y="12513"/>
                  </a:cubicBezTo>
                  <a:cubicBezTo>
                    <a:pt x="2571" y="12513"/>
                    <a:pt x="2852" y="12460"/>
                    <a:pt x="3124" y="12349"/>
                  </a:cubicBezTo>
                  <a:cubicBezTo>
                    <a:pt x="3653" y="12134"/>
                    <a:pt x="4123" y="11781"/>
                    <a:pt x="4528" y="11293"/>
                  </a:cubicBezTo>
                  <a:cubicBezTo>
                    <a:pt x="4619" y="11676"/>
                    <a:pt x="4759" y="12084"/>
                    <a:pt x="4978" y="12456"/>
                  </a:cubicBezTo>
                  <a:cubicBezTo>
                    <a:pt x="5408" y="13186"/>
                    <a:pt x="6140" y="13598"/>
                    <a:pt x="6930" y="13598"/>
                  </a:cubicBezTo>
                  <a:cubicBezTo>
                    <a:pt x="7175" y="13598"/>
                    <a:pt x="7427" y="13558"/>
                    <a:pt x="7675" y="13477"/>
                  </a:cubicBezTo>
                  <a:cubicBezTo>
                    <a:pt x="8580" y="13179"/>
                    <a:pt x="9428" y="12286"/>
                    <a:pt x="9284" y="10968"/>
                  </a:cubicBezTo>
                  <a:cubicBezTo>
                    <a:pt x="9254" y="10672"/>
                    <a:pt x="9186" y="10366"/>
                    <a:pt x="9084" y="10050"/>
                  </a:cubicBezTo>
                  <a:lnTo>
                    <a:pt x="9084" y="10050"/>
                  </a:lnTo>
                  <a:cubicBezTo>
                    <a:pt x="9318" y="10104"/>
                    <a:pt x="9575" y="10141"/>
                    <a:pt x="9842" y="10141"/>
                  </a:cubicBezTo>
                  <a:cubicBezTo>
                    <a:pt x="10336" y="10141"/>
                    <a:pt x="10865" y="10017"/>
                    <a:pt x="11357" y="9653"/>
                  </a:cubicBezTo>
                  <a:cubicBezTo>
                    <a:pt x="11751" y="9362"/>
                    <a:pt x="12009" y="8919"/>
                    <a:pt x="12070" y="8439"/>
                  </a:cubicBezTo>
                  <a:cubicBezTo>
                    <a:pt x="12126" y="7991"/>
                    <a:pt x="12004" y="7557"/>
                    <a:pt x="11726" y="7216"/>
                  </a:cubicBezTo>
                  <a:cubicBezTo>
                    <a:pt x="11439" y="6863"/>
                    <a:pt x="10942" y="6511"/>
                    <a:pt x="10095" y="6475"/>
                  </a:cubicBezTo>
                  <a:cubicBezTo>
                    <a:pt x="10182" y="6352"/>
                    <a:pt x="10263" y="6222"/>
                    <a:pt x="10336" y="6083"/>
                  </a:cubicBezTo>
                  <a:cubicBezTo>
                    <a:pt x="10764" y="5265"/>
                    <a:pt x="10619" y="4302"/>
                    <a:pt x="9969" y="3626"/>
                  </a:cubicBezTo>
                  <a:cubicBezTo>
                    <a:pt x="9540" y="3179"/>
                    <a:pt x="8978" y="2944"/>
                    <a:pt x="8404" y="2944"/>
                  </a:cubicBezTo>
                  <a:cubicBezTo>
                    <a:pt x="8092" y="2944"/>
                    <a:pt x="7776" y="3013"/>
                    <a:pt x="7476" y="3156"/>
                  </a:cubicBezTo>
                  <a:cubicBezTo>
                    <a:pt x="6919" y="3420"/>
                    <a:pt x="6439" y="3846"/>
                    <a:pt x="6041" y="4428"/>
                  </a:cubicBezTo>
                  <a:cubicBezTo>
                    <a:pt x="6048" y="3397"/>
                    <a:pt x="6340" y="2509"/>
                    <a:pt x="6565" y="1979"/>
                  </a:cubicBezTo>
                  <a:cubicBezTo>
                    <a:pt x="6720" y="1611"/>
                    <a:pt x="6717" y="1192"/>
                    <a:pt x="6556" y="830"/>
                  </a:cubicBezTo>
                  <a:cubicBezTo>
                    <a:pt x="6402" y="480"/>
                    <a:pt x="6121" y="217"/>
                    <a:pt x="5763" y="92"/>
                  </a:cubicBezTo>
                  <a:lnTo>
                    <a:pt x="5695" y="69"/>
                  </a:lnTo>
                  <a:cubicBezTo>
                    <a:pt x="5555" y="23"/>
                    <a:pt x="5410" y="1"/>
                    <a:pt x="52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33"/>
            <p:cNvSpPr/>
            <p:nvPr/>
          </p:nvSpPr>
          <p:spPr>
            <a:xfrm rot="-162658">
              <a:off x="1358742" y="4429180"/>
              <a:ext cx="143295" cy="95839"/>
            </a:xfrm>
            <a:custGeom>
              <a:avLst/>
              <a:gdLst/>
              <a:ahLst/>
              <a:cxnLst/>
              <a:rect l="l" t="t" r="r" b="b"/>
              <a:pathLst>
                <a:path w="4481" h="2997" extrusionOk="0">
                  <a:moveTo>
                    <a:pt x="3929" y="0"/>
                  </a:moveTo>
                  <a:cubicBezTo>
                    <a:pt x="3819" y="0"/>
                    <a:pt x="3708" y="37"/>
                    <a:pt x="3617" y="113"/>
                  </a:cubicBezTo>
                  <a:cubicBezTo>
                    <a:pt x="2656" y="906"/>
                    <a:pt x="1563" y="1558"/>
                    <a:pt x="371" y="2051"/>
                  </a:cubicBezTo>
                  <a:cubicBezTo>
                    <a:pt x="119" y="2155"/>
                    <a:pt x="1" y="2442"/>
                    <a:pt x="105" y="2692"/>
                  </a:cubicBezTo>
                  <a:cubicBezTo>
                    <a:pt x="183" y="2881"/>
                    <a:pt x="366" y="2997"/>
                    <a:pt x="559" y="2997"/>
                  </a:cubicBezTo>
                  <a:cubicBezTo>
                    <a:pt x="621" y="2997"/>
                    <a:pt x="685" y="2984"/>
                    <a:pt x="748" y="2958"/>
                  </a:cubicBezTo>
                  <a:cubicBezTo>
                    <a:pt x="2030" y="2427"/>
                    <a:pt x="3206" y="1725"/>
                    <a:pt x="4242" y="870"/>
                  </a:cubicBezTo>
                  <a:cubicBezTo>
                    <a:pt x="4451" y="697"/>
                    <a:pt x="4481" y="388"/>
                    <a:pt x="4308" y="179"/>
                  </a:cubicBezTo>
                  <a:cubicBezTo>
                    <a:pt x="4211" y="61"/>
                    <a:pt x="4071" y="0"/>
                    <a:pt x="39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33"/>
            <p:cNvSpPr/>
            <p:nvPr/>
          </p:nvSpPr>
          <p:spPr>
            <a:xfrm rot="-162658">
              <a:off x="1501200" y="4372180"/>
              <a:ext cx="49918" cy="48255"/>
            </a:xfrm>
            <a:custGeom>
              <a:avLst/>
              <a:gdLst/>
              <a:ahLst/>
              <a:cxnLst/>
              <a:rect l="l" t="t" r="r" b="b"/>
              <a:pathLst>
                <a:path w="1561" h="1509" extrusionOk="0">
                  <a:moveTo>
                    <a:pt x="1010" y="1"/>
                  </a:moveTo>
                  <a:cubicBezTo>
                    <a:pt x="870" y="1"/>
                    <a:pt x="730" y="61"/>
                    <a:pt x="633" y="176"/>
                  </a:cubicBezTo>
                  <a:cubicBezTo>
                    <a:pt x="488" y="349"/>
                    <a:pt x="339" y="518"/>
                    <a:pt x="186" y="680"/>
                  </a:cubicBezTo>
                  <a:cubicBezTo>
                    <a:pt x="0" y="878"/>
                    <a:pt x="10" y="1189"/>
                    <a:pt x="207" y="1375"/>
                  </a:cubicBezTo>
                  <a:cubicBezTo>
                    <a:pt x="302" y="1464"/>
                    <a:pt x="423" y="1508"/>
                    <a:pt x="544" y="1508"/>
                  </a:cubicBezTo>
                  <a:cubicBezTo>
                    <a:pt x="674" y="1508"/>
                    <a:pt x="805" y="1455"/>
                    <a:pt x="903" y="1353"/>
                  </a:cubicBezTo>
                  <a:cubicBezTo>
                    <a:pt x="1068" y="1178"/>
                    <a:pt x="1231" y="995"/>
                    <a:pt x="1387" y="808"/>
                  </a:cubicBezTo>
                  <a:cubicBezTo>
                    <a:pt x="1561" y="599"/>
                    <a:pt x="1534" y="290"/>
                    <a:pt x="1327" y="116"/>
                  </a:cubicBezTo>
                  <a:cubicBezTo>
                    <a:pt x="1234" y="39"/>
                    <a:pt x="1121" y="1"/>
                    <a:pt x="10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8" name="Google Shape;848;p33"/>
          <p:cNvGrpSpPr/>
          <p:nvPr/>
        </p:nvGrpSpPr>
        <p:grpSpPr>
          <a:xfrm>
            <a:off x="8184965" y="3620778"/>
            <a:ext cx="807032" cy="749653"/>
            <a:chOff x="6841358" y="2997754"/>
            <a:chExt cx="1766963" cy="1606237"/>
          </a:xfrm>
        </p:grpSpPr>
        <p:sp>
          <p:nvSpPr>
            <p:cNvPr id="849" name="Google Shape;849;p33"/>
            <p:cNvSpPr/>
            <p:nvPr/>
          </p:nvSpPr>
          <p:spPr>
            <a:xfrm rot="-508132">
              <a:off x="6935006" y="3106503"/>
              <a:ext cx="1579666" cy="1388739"/>
            </a:xfrm>
            <a:custGeom>
              <a:avLst/>
              <a:gdLst/>
              <a:ahLst/>
              <a:cxnLst/>
              <a:rect l="l" t="t" r="r" b="b"/>
              <a:pathLst>
                <a:path w="39904" h="35081" extrusionOk="0">
                  <a:moveTo>
                    <a:pt x="2926" y="8856"/>
                  </a:moveTo>
                  <a:cubicBezTo>
                    <a:pt x="3370" y="8856"/>
                    <a:pt x="3780" y="9133"/>
                    <a:pt x="3936" y="9571"/>
                  </a:cubicBezTo>
                  <a:cubicBezTo>
                    <a:pt x="4973" y="12509"/>
                    <a:pt x="7911" y="18889"/>
                    <a:pt x="13875" y="18889"/>
                  </a:cubicBezTo>
                  <a:cubicBezTo>
                    <a:pt x="13876" y="18889"/>
                    <a:pt x="13876" y="18889"/>
                    <a:pt x="13877" y="18889"/>
                  </a:cubicBezTo>
                  <a:cubicBezTo>
                    <a:pt x="14428" y="18889"/>
                    <a:pt x="15008" y="18835"/>
                    <a:pt x="15612" y="18718"/>
                  </a:cubicBezTo>
                  <a:lnTo>
                    <a:pt x="15634" y="18715"/>
                  </a:lnTo>
                  <a:lnTo>
                    <a:pt x="15634" y="18715"/>
                  </a:lnTo>
                  <a:lnTo>
                    <a:pt x="15547" y="18738"/>
                  </a:lnTo>
                  <a:cubicBezTo>
                    <a:pt x="14956" y="18901"/>
                    <a:pt x="14008" y="19095"/>
                    <a:pt x="12853" y="19095"/>
                  </a:cubicBezTo>
                  <a:cubicBezTo>
                    <a:pt x="9619" y="19095"/>
                    <a:pt x="5100" y="17574"/>
                    <a:pt x="1944" y="10326"/>
                  </a:cubicBezTo>
                  <a:cubicBezTo>
                    <a:pt x="1825" y="10053"/>
                    <a:pt x="1826" y="9739"/>
                    <a:pt x="1947" y="9465"/>
                  </a:cubicBezTo>
                  <a:cubicBezTo>
                    <a:pt x="2064" y="9204"/>
                    <a:pt x="2263" y="9020"/>
                    <a:pt x="2525" y="8931"/>
                  </a:cubicBezTo>
                  <a:cubicBezTo>
                    <a:pt x="2559" y="8919"/>
                    <a:pt x="2593" y="8909"/>
                    <a:pt x="2628" y="8899"/>
                  </a:cubicBezTo>
                  <a:cubicBezTo>
                    <a:pt x="2727" y="8870"/>
                    <a:pt x="2827" y="8856"/>
                    <a:pt x="2926" y="8856"/>
                  </a:cubicBezTo>
                  <a:close/>
                  <a:moveTo>
                    <a:pt x="20505" y="1773"/>
                  </a:moveTo>
                  <a:cubicBezTo>
                    <a:pt x="20882" y="1773"/>
                    <a:pt x="21258" y="1892"/>
                    <a:pt x="21572" y="2116"/>
                  </a:cubicBezTo>
                  <a:cubicBezTo>
                    <a:pt x="21971" y="2399"/>
                    <a:pt x="22240" y="2838"/>
                    <a:pt x="22307" y="3323"/>
                  </a:cubicBezTo>
                  <a:cubicBezTo>
                    <a:pt x="22368" y="3755"/>
                    <a:pt x="22428" y="4428"/>
                    <a:pt x="22370" y="5183"/>
                  </a:cubicBezTo>
                  <a:lnTo>
                    <a:pt x="22320" y="5849"/>
                  </a:lnTo>
                  <a:lnTo>
                    <a:pt x="22945" y="6082"/>
                  </a:lnTo>
                  <a:cubicBezTo>
                    <a:pt x="23221" y="6186"/>
                    <a:pt x="23465" y="6348"/>
                    <a:pt x="23669" y="6572"/>
                  </a:cubicBezTo>
                  <a:cubicBezTo>
                    <a:pt x="23932" y="6855"/>
                    <a:pt x="24099" y="7208"/>
                    <a:pt x="24153" y="7588"/>
                  </a:cubicBezTo>
                  <a:lnTo>
                    <a:pt x="24306" y="8683"/>
                  </a:lnTo>
                  <a:lnTo>
                    <a:pt x="25291" y="8314"/>
                  </a:lnTo>
                  <a:cubicBezTo>
                    <a:pt x="25436" y="8306"/>
                    <a:pt x="25580" y="8301"/>
                    <a:pt x="25724" y="8301"/>
                  </a:cubicBezTo>
                  <a:cubicBezTo>
                    <a:pt x="28617" y="8301"/>
                    <a:pt x="31210" y="10050"/>
                    <a:pt x="32273" y="12776"/>
                  </a:cubicBezTo>
                  <a:cubicBezTo>
                    <a:pt x="32907" y="14406"/>
                    <a:pt x="32912" y="16204"/>
                    <a:pt x="32284" y="17838"/>
                  </a:cubicBezTo>
                  <a:lnTo>
                    <a:pt x="31898" y="18842"/>
                  </a:lnTo>
                  <a:lnTo>
                    <a:pt x="32956" y="19030"/>
                  </a:lnTo>
                  <a:cubicBezTo>
                    <a:pt x="33121" y="19060"/>
                    <a:pt x="33261" y="19087"/>
                    <a:pt x="33374" y="19110"/>
                  </a:cubicBezTo>
                  <a:lnTo>
                    <a:pt x="33943" y="19230"/>
                  </a:lnTo>
                  <a:lnTo>
                    <a:pt x="34072" y="19049"/>
                  </a:lnTo>
                  <a:cubicBezTo>
                    <a:pt x="35595" y="19843"/>
                    <a:pt x="36767" y="21148"/>
                    <a:pt x="37394" y="22756"/>
                  </a:cubicBezTo>
                  <a:cubicBezTo>
                    <a:pt x="38084" y="24523"/>
                    <a:pt x="38043" y="26456"/>
                    <a:pt x="37278" y="28197"/>
                  </a:cubicBezTo>
                  <a:cubicBezTo>
                    <a:pt x="36514" y="29939"/>
                    <a:pt x="35121" y="31278"/>
                    <a:pt x="33354" y="31966"/>
                  </a:cubicBezTo>
                  <a:cubicBezTo>
                    <a:pt x="32730" y="32209"/>
                    <a:pt x="31950" y="32337"/>
                    <a:pt x="31094" y="32337"/>
                  </a:cubicBezTo>
                  <a:lnTo>
                    <a:pt x="31092" y="32337"/>
                  </a:lnTo>
                  <a:cubicBezTo>
                    <a:pt x="29170" y="32337"/>
                    <a:pt x="27272" y="31699"/>
                    <a:pt x="26139" y="30670"/>
                  </a:cubicBezTo>
                  <a:lnTo>
                    <a:pt x="25444" y="30039"/>
                  </a:lnTo>
                  <a:lnTo>
                    <a:pt x="24854" y="30768"/>
                  </a:lnTo>
                  <a:cubicBezTo>
                    <a:pt x="24839" y="30788"/>
                    <a:pt x="24824" y="30806"/>
                    <a:pt x="24807" y="30828"/>
                  </a:cubicBezTo>
                  <a:cubicBezTo>
                    <a:pt x="24067" y="31717"/>
                    <a:pt x="23102" y="32412"/>
                    <a:pt x="22021" y="32833"/>
                  </a:cubicBezTo>
                  <a:cubicBezTo>
                    <a:pt x="21220" y="33146"/>
                    <a:pt x="20381" y="33306"/>
                    <a:pt x="19528" y="33306"/>
                  </a:cubicBezTo>
                  <a:cubicBezTo>
                    <a:pt x="16704" y="33306"/>
                    <a:pt x="14120" y="31543"/>
                    <a:pt x="13096" y="28917"/>
                  </a:cubicBezTo>
                  <a:cubicBezTo>
                    <a:pt x="11841" y="25700"/>
                    <a:pt x="13180" y="22025"/>
                    <a:pt x="16208" y="20370"/>
                  </a:cubicBezTo>
                  <a:lnTo>
                    <a:pt x="22927" y="16699"/>
                  </a:lnTo>
                  <a:lnTo>
                    <a:pt x="17278" y="18260"/>
                  </a:lnTo>
                  <a:lnTo>
                    <a:pt x="16023" y="17176"/>
                  </a:lnTo>
                  <a:cubicBezTo>
                    <a:pt x="14140" y="15550"/>
                    <a:pt x="12854" y="13481"/>
                    <a:pt x="12205" y="11027"/>
                  </a:cubicBezTo>
                  <a:cubicBezTo>
                    <a:pt x="12001" y="10271"/>
                    <a:pt x="12356" y="9491"/>
                    <a:pt x="13081" y="9124"/>
                  </a:cubicBezTo>
                  <a:lnTo>
                    <a:pt x="13622" y="8865"/>
                  </a:lnTo>
                  <a:lnTo>
                    <a:pt x="13582" y="8267"/>
                  </a:lnTo>
                  <a:cubicBezTo>
                    <a:pt x="13500" y="7025"/>
                    <a:pt x="13709" y="5915"/>
                    <a:pt x="14204" y="4966"/>
                  </a:cubicBezTo>
                  <a:cubicBezTo>
                    <a:pt x="14380" y="4628"/>
                    <a:pt x="14654" y="4358"/>
                    <a:pt x="14995" y="4184"/>
                  </a:cubicBezTo>
                  <a:cubicBezTo>
                    <a:pt x="15261" y="4049"/>
                    <a:pt x="15548" y="3980"/>
                    <a:pt x="15834" y="3980"/>
                  </a:cubicBezTo>
                  <a:cubicBezTo>
                    <a:pt x="16004" y="3980"/>
                    <a:pt x="16173" y="4005"/>
                    <a:pt x="16338" y="4054"/>
                  </a:cubicBezTo>
                  <a:lnTo>
                    <a:pt x="16929" y="4227"/>
                  </a:lnTo>
                  <a:lnTo>
                    <a:pt x="17297" y="3735"/>
                  </a:lnTo>
                  <a:cubicBezTo>
                    <a:pt x="17826" y="3032"/>
                    <a:pt x="18429" y="2507"/>
                    <a:pt x="19095" y="2172"/>
                  </a:cubicBezTo>
                  <a:cubicBezTo>
                    <a:pt x="19429" y="2001"/>
                    <a:pt x="19786" y="1878"/>
                    <a:pt x="20159" y="1807"/>
                  </a:cubicBezTo>
                  <a:cubicBezTo>
                    <a:pt x="20274" y="1784"/>
                    <a:pt x="20390" y="1773"/>
                    <a:pt x="20505" y="1773"/>
                  </a:cubicBezTo>
                  <a:close/>
                  <a:moveTo>
                    <a:pt x="20500" y="0"/>
                  </a:moveTo>
                  <a:cubicBezTo>
                    <a:pt x="20271" y="0"/>
                    <a:pt x="20042" y="22"/>
                    <a:pt x="19817" y="67"/>
                  </a:cubicBezTo>
                  <a:cubicBezTo>
                    <a:pt x="19285" y="169"/>
                    <a:pt x="18769" y="346"/>
                    <a:pt x="18289" y="590"/>
                  </a:cubicBezTo>
                  <a:cubicBezTo>
                    <a:pt x="17532" y="973"/>
                    <a:pt x="16842" y="1523"/>
                    <a:pt x="16233" y="2229"/>
                  </a:cubicBezTo>
                  <a:cubicBezTo>
                    <a:pt x="16101" y="2214"/>
                    <a:pt x="15968" y="2207"/>
                    <a:pt x="15835" y="2207"/>
                  </a:cubicBezTo>
                  <a:cubicBezTo>
                    <a:pt x="15272" y="2207"/>
                    <a:pt x="14710" y="2340"/>
                    <a:pt x="14190" y="2603"/>
                  </a:cubicBezTo>
                  <a:cubicBezTo>
                    <a:pt x="13516" y="2946"/>
                    <a:pt x="12976" y="3482"/>
                    <a:pt x="12629" y="4148"/>
                  </a:cubicBezTo>
                  <a:cubicBezTo>
                    <a:pt x="12059" y="5243"/>
                    <a:pt x="11779" y="6481"/>
                    <a:pt x="11791" y="7837"/>
                  </a:cubicBezTo>
                  <a:cubicBezTo>
                    <a:pt x="10647" y="8660"/>
                    <a:pt x="10116" y="10089"/>
                    <a:pt x="10490" y="11484"/>
                  </a:cubicBezTo>
                  <a:cubicBezTo>
                    <a:pt x="11046" y="13581"/>
                    <a:pt x="12050" y="15487"/>
                    <a:pt x="13431" y="17087"/>
                  </a:cubicBezTo>
                  <a:cubicBezTo>
                    <a:pt x="8863" y="16715"/>
                    <a:pt x="6477" y="11446"/>
                    <a:pt x="5607" y="8980"/>
                  </a:cubicBezTo>
                  <a:cubicBezTo>
                    <a:pt x="5198" y="7819"/>
                    <a:pt x="4103" y="7083"/>
                    <a:pt x="2925" y="7083"/>
                  </a:cubicBezTo>
                  <a:cubicBezTo>
                    <a:pt x="2662" y="7083"/>
                    <a:pt x="2394" y="7120"/>
                    <a:pt x="2128" y="7197"/>
                  </a:cubicBezTo>
                  <a:cubicBezTo>
                    <a:pt x="2071" y="7213"/>
                    <a:pt x="2016" y="7231"/>
                    <a:pt x="1961" y="7249"/>
                  </a:cubicBezTo>
                  <a:cubicBezTo>
                    <a:pt x="1227" y="7496"/>
                    <a:pt x="646" y="8028"/>
                    <a:pt x="327" y="8745"/>
                  </a:cubicBezTo>
                  <a:cubicBezTo>
                    <a:pt x="4" y="9473"/>
                    <a:pt x="1" y="10305"/>
                    <a:pt x="318" y="11033"/>
                  </a:cubicBezTo>
                  <a:cubicBezTo>
                    <a:pt x="3859" y="19162"/>
                    <a:pt x="9090" y="20868"/>
                    <a:pt x="12854" y="20868"/>
                  </a:cubicBezTo>
                  <a:lnTo>
                    <a:pt x="12863" y="20868"/>
                  </a:lnTo>
                  <a:cubicBezTo>
                    <a:pt x="10900" y="23231"/>
                    <a:pt x="10271" y="26556"/>
                    <a:pt x="11445" y="29561"/>
                  </a:cubicBezTo>
                  <a:cubicBezTo>
                    <a:pt x="12732" y="32864"/>
                    <a:pt x="15981" y="35081"/>
                    <a:pt x="19528" y="35081"/>
                  </a:cubicBezTo>
                  <a:cubicBezTo>
                    <a:pt x="20602" y="35081"/>
                    <a:pt x="21657" y="34881"/>
                    <a:pt x="22661" y="34490"/>
                  </a:cubicBezTo>
                  <a:cubicBezTo>
                    <a:pt x="23781" y="34053"/>
                    <a:pt x="24798" y="33386"/>
                    <a:pt x="25643" y="32540"/>
                  </a:cubicBezTo>
                  <a:cubicBezTo>
                    <a:pt x="27088" y="33535"/>
                    <a:pt x="29056" y="34113"/>
                    <a:pt x="31087" y="34113"/>
                  </a:cubicBezTo>
                  <a:lnTo>
                    <a:pt x="31088" y="34113"/>
                  </a:lnTo>
                  <a:cubicBezTo>
                    <a:pt x="32162" y="34113"/>
                    <a:pt x="33166" y="33944"/>
                    <a:pt x="33993" y="33622"/>
                  </a:cubicBezTo>
                  <a:cubicBezTo>
                    <a:pt x="36201" y="32761"/>
                    <a:pt x="37943" y="31087"/>
                    <a:pt x="38897" y="28912"/>
                  </a:cubicBezTo>
                  <a:cubicBezTo>
                    <a:pt x="39851" y="26736"/>
                    <a:pt x="39903" y="24320"/>
                    <a:pt x="39041" y="22113"/>
                  </a:cubicBezTo>
                  <a:cubicBezTo>
                    <a:pt x="38206" y="19967"/>
                    <a:pt x="36590" y="18252"/>
                    <a:pt x="34498" y="17287"/>
                  </a:cubicBezTo>
                  <a:cubicBezTo>
                    <a:pt x="34438" y="17259"/>
                    <a:pt x="34376" y="17235"/>
                    <a:pt x="34313" y="17217"/>
                  </a:cubicBezTo>
                  <a:cubicBezTo>
                    <a:pt x="34686" y="15529"/>
                    <a:pt x="34555" y="13765"/>
                    <a:pt x="33919" y="12133"/>
                  </a:cubicBezTo>
                  <a:cubicBezTo>
                    <a:pt x="32587" y="8720"/>
                    <a:pt x="29343" y="6529"/>
                    <a:pt x="25720" y="6529"/>
                  </a:cubicBezTo>
                  <a:lnTo>
                    <a:pt x="25692" y="6529"/>
                  </a:lnTo>
                  <a:cubicBezTo>
                    <a:pt x="25528" y="6103"/>
                    <a:pt x="25282" y="5710"/>
                    <a:pt x="24967" y="5369"/>
                  </a:cubicBezTo>
                  <a:cubicBezTo>
                    <a:pt x="24727" y="5107"/>
                    <a:pt x="24457" y="4887"/>
                    <a:pt x="24160" y="4709"/>
                  </a:cubicBezTo>
                  <a:cubicBezTo>
                    <a:pt x="24170" y="4049"/>
                    <a:pt x="24114" y="3477"/>
                    <a:pt x="24058" y="3078"/>
                  </a:cubicBezTo>
                  <a:cubicBezTo>
                    <a:pt x="23923" y="2112"/>
                    <a:pt x="23389" y="1235"/>
                    <a:pt x="22596" y="671"/>
                  </a:cubicBezTo>
                  <a:cubicBezTo>
                    <a:pt x="21980" y="232"/>
                    <a:pt x="21242" y="0"/>
                    <a:pt x="20500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33"/>
            <p:cNvSpPr/>
            <p:nvPr/>
          </p:nvSpPr>
          <p:spPr>
            <a:xfrm rot="-508132">
              <a:off x="6970996" y="3141616"/>
              <a:ext cx="1507697" cy="1318592"/>
            </a:xfrm>
            <a:custGeom>
              <a:avLst/>
              <a:gdLst/>
              <a:ahLst/>
              <a:cxnLst/>
              <a:rect l="l" t="t" r="r" b="b"/>
              <a:pathLst>
                <a:path w="38086" h="33309" extrusionOk="0">
                  <a:moveTo>
                    <a:pt x="19594" y="1"/>
                  </a:moveTo>
                  <a:cubicBezTo>
                    <a:pt x="19421" y="1"/>
                    <a:pt x="19248" y="17"/>
                    <a:pt x="19077" y="51"/>
                  </a:cubicBezTo>
                  <a:cubicBezTo>
                    <a:pt x="18626" y="137"/>
                    <a:pt x="18189" y="287"/>
                    <a:pt x="17782" y="494"/>
                  </a:cubicBezTo>
                  <a:cubicBezTo>
                    <a:pt x="16996" y="892"/>
                    <a:pt x="16289" y="1503"/>
                    <a:pt x="15679" y="2315"/>
                  </a:cubicBezTo>
                  <a:cubicBezTo>
                    <a:pt x="15432" y="2242"/>
                    <a:pt x="15178" y="2205"/>
                    <a:pt x="14923" y="2205"/>
                  </a:cubicBezTo>
                  <a:cubicBezTo>
                    <a:pt x="14501" y="2205"/>
                    <a:pt x="14077" y="2305"/>
                    <a:pt x="13684" y="2504"/>
                  </a:cubicBezTo>
                  <a:cubicBezTo>
                    <a:pt x="13175" y="2763"/>
                    <a:pt x="12768" y="3167"/>
                    <a:pt x="12506" y="3669"/>
                  </a:cubicBezTo>
                  <a:cubicBezTo>
                    <a:pt x="11936" y="4764"/>
                    <a:pt x="11695" y="6031"/>
                    <a:pt x="11787" y="7437"/>
                  </a:cubicBezTo>
                  <a:lnTo>
                    <a:pt x="11754" y="7453"/>
                  </a:lnTo>
                  <a:cubicBezTo>
                    <a:pt x="10666" y="8003"/>
                    <a:pt x="10126" y="9201"/>
                    <a:pt x="10438" y="10367"/>
                  </a:cubicBezTo>
                  <a:cubicBezTo>
                    <a:pt x="11274" y="13530"/>
                    <a:pt x="13000" y="15635"/>
                    <a:pt x="14531" y="16960"/>
                  </a:cubicBezTo>
                  <a:cubicBezTo>
                    <a:pt x="13999" y="17063"/>
                    <a:pt x="13489" y="17111"/>
                    <a:pt x="13000" y="17111"/>
                  </a:cubicBezTo>
                  <a:cubicBezTo>
                    <a:pt x="7565" y="17111"/>
                    <a:pt x="4830" y="11135"/>
                    <a:pt x="3860" y="8388"/>
                  </a:cubicBezTo>
                  <a:cubicBezTo>
                    <a:pt x="3578" y="7588"/>
                    <a:pt x="2824" y="7082"/>
                    <a:pt x="2013" y="7082"/>
                  </a:cubicBezTo>
                  <a:cubicBezTo>
                    <a:pt x="1832" y="7082"/>
                    <a:pt x="1649" y="7107"/>
                    <a:pt x="1467" y="7160"/>
                  </a:cubicBezTo>
                  <a:cubicBezTo>
                    <a:pt x="1422" y="7174"/>
                    <a:pt x="1376" y="7189"/>
                    <a:pt x="1331" y="7203"/>
                  </a:cubicBezTo>
                  <a:cubicBezTo>
                    <a:pt x="835" y="7370"/>
                    <a:pt x="442" y="7730"/>
                    <a:pt x="226" y="8219"/>
                  </a:cubicBezTo>
                  <a:cubicBezTo>
                    <a:pt x="3" y="8718"/>
                    <a:pt x="1" y="9293"/>
                    <a:pt x="219" y="9793"/>
                  </a:cubicBezTo>
                  <a:cubicBezTo>
                    <a:pt x="3608" y="17572"/>
                    <a:pt x="8575" y="19096"/>
                    <a:pt x="11942" y="19096"/>
                  </a:cubicBezTo>
                  <a:cubicBezTo>
                    <a:pt x="13198" y="19096"/>
                    <a:pt x="14226" y="18885"/>
                    <a:pt x="14871" y="18707"/>
                  </a:cubicBezTo>
                  <a:lnTo>
                    <a:pt x="14871" y="18707"/>
                  </a:lnTo>
                  <a:cubicBezTo>
                    <a:pt x="11492" y="20552"/>
                    <a:pt x="9922" y="24674"/>
                    <a:pt x="11358" y="28354"/>
                  </a:cubicBezTo>
                  <a:cubicBezTo>
                    <a:pt x="12556" y="31424"/>
                    <a:pt x="15502" y="33308"/>
                    <a:pt x="18615" y="33308"/>
                  </a:cubicBezTo>
                  <a:cubicBezTo>
                    <a:pt x="19554" y="33308"/>
                    <a:pt x="20507" y="33137"/>
                    <a:pt x="21431" y="32777"/>
                  </a:cubicBezTo>
                  <a:cubicBezTo>
                    <a:pt x="22653" y="32301"/>
                    <a:pt x="23741" y="31518"/>
                    <a:pt x="24578" y="30512"/>
                  </a:cubicBezTo>
                  <a:cubicBezTo>
                    <a:pt x="24596" y="30489"/>
                    <a:pt x="24612" y="30467"/>
                    <a:pt x="24632" y="30443"/>
                  </a:cubicBezTo>
                  <a:cubicBezTo>
                    <a:pt x="26028" y="31712"/>
                    <a:pt x="28208" y="32340"/>
                    <a:pt x="30176" y="32340"/>
                  </a:cubicBezTo>
                  <a:cubicBezTo>
                    <a:pt x="30178" y="32340"/>
                    <a:pt x="30180" y="32340"/>
                    <a:pt x="30181" y="32340"/>
                  </a:cubicBezTo>
                  <a:cubicBezTo>
                    <a:pt x="31129" y="32340"/>
                    <a:pt x="32026" y="32195"/>
                    <a:pt x="32764" y="31909"/>
                  </a:cubicBezTo>
                  <a:cubicBezTo>
                    <a:pt x="34752" y="31133"/>
                    <a:pt x="36319" y="29628"/>
                    <a:pt x="37179" y="27669"/>
                  </a:cubicBezTo>
                  <a:cubicBezTo>
                    <a:pt x="38040" y="25707"/>
                    <a:pt x="38085" y="23534"/>
                    <a:pt x="37310" y="21545"/>
                  </a:cubicBezTo>
                  <a:cubicBezTo>
                    <a:pt x="36557" y="19614"/>
                    <a:pt x="35104" y="18071"/>
                    <a:pt x="33220" y="17202"/>
                  </a:cubicBezTo>
                  <a:cubicBezTo>
                    <a:pt x="33157" y="17173"/>
                    <a:pt x="33091" y="17159"/>
                    <a:pt x="33026" y="17159"/>
                  </a:cubicBezTo>
                  <a:cubicBezTo>
                    <a:pt x="32878" y="17159"/>
                    <a:pt x="32735" y="17231"/>
                    <a:pt x="32648" y="17354"/>
                  </a:cubicBezTo>
                  <a:cubicBezTo>
                    <a:pt x="32527" y="17328"/>
                    <a:pt x="32376" y="17299"/>
                    <a:pt x="32200" y="17268"/>
                  </a:cubicBezTo>
                  <a:cubicBezTo>
                    <a:pt x="32908" y="15426"/>
                    <a:pt x="32904" y="13406"/>
                    <a:pt x="32187" y="11565"/>
                  </a:cubicBezTo>
                  <a:cubicBezTo>
                    <a:pt x="30989" y="8495"/>
                    <a:pt x="28073" y="6525"/>
                    <a:pt x="24816" y="6525"/>
                  </a:cubicBezTo>
                  <a:cubicBezTo>
                    <a:pt x="24628" y="6525"/>
                    <a:pt x="24439" y="6532"/>
                    <a:pt x="24249" y="6545"/>
                  </a:cubicBezTo>
                  <a:cubicBezTo>
                    <a:pt x="24204" y="6548"/>
                    <a:pt x="24161" y="6560"/>
                    <a:pt x="24120" y="6575"/>
                  </a:cubicBezTo>
                  <a:cubicBezTo>
                    <a:pt x="24043" y="6027"/>
                    <a:pt x="23800" y="5502"/>
                    <a:pt x="23408" y="5081"/>
                  </a:cubicBezTo>
                  <a:cubicBezTo>
                    <a:pt x="23111" y="4758"/>
                    <a:pt x="22749" y="4515"/>
                    <a:pt x="22343" y="4364"/>
                  </a:cubicBezTo>
                  <a:cubicBezTo>
                    <a:pt x="22406" y="3542"/>
                    <a:pt x="22344" y="2809"/>
                    <a:pt x="22274" y="2312"/>
                  </a:cubicBezTo>
                  <a:cubicBezTo>
                    <a:pt x="22173" y="1588"/>
                    <a:pt x="21772" y="929"/>
                    <a:pt x="21174" y="506"/>
                  </a:cubicBezTo>
                  <a:cubicBezTo>
                    <a:pt x="20710" y="176"/>
                    <a:pt x="20155" y="1"/>
                    <a:pt x="195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33"/>
            <p:cNvSpPr/>
            <p:nvPr/>
          </p:nvSpPr>
          <p:spPr>
            <a:xfrm rot="-508132">
              <a:off x="6967411" y="3507584"/>
              <a:ext cx="590672" cy="438660"/>
            </a:xfrm>
            <a:custGeom>
              <a:avLst/>
              <a:gdLst/>
              <a:ahLst/>
              <a:cxnLst/>
              <a:rect l="l" t="t" r="r" b="b"/>
              <a:pathLst>
                <a:path w="14921" h="11081" extrusionOk="0">
                  <a:moveTo>
                    <a:pt x="1707" y="1"/>
                  </a:moveTo>
                  <a:cubicBezTo>
                    <a:pt x="1569" y="1"/>
                    <a:pt x="1428" y="20"/>
                    <a:pt x="1289" y="60"/>
                  </a:cubicBezTo>
                  <a:cubicBezTo>
                    <a:pt x="1248" y="72"/>
                    <a:pt x="1208" y="85"/>
                    <a:pt x="1170" y="98"/>
                  </a:cubicBezTo>
                  <a:cubicBezTo>
                    <a:pt x="374" y="366"/>
                    <a:pt x="0" y="1291"/>
                    <a:pt x="336" y="2061"/>
                  </a:cubicBezTo>
                  <a:cubicBezTo>
                    <a:pt x="3629" y="9619"/>
                    <a:pt x="8435" y="11080"/>
                    <a:pt x="11658" y="11080"/>
                  </a:cubicBezTo>
                  <a:cubicBezTo>
                    <a:pt x="12918" y="11080"/>
                    <a:pt x="13936" y="10857"/>
                    <a:pt x="14527" y="10687"/>
                  </a:cubicBezTo>
                  <a:cubicBezTo>
                    <a:pt x="14807" y="10606"/>
                    <a:pt x="14920" y="10269"/>
                    <a:pt x="14749" y="10030"/>
                  </a:cubicBezTo>
                  <a:cubicBezTo>
                    <a:pt x="14669" y="9920"/>
                    <a:pt x="14540" y="9859"/>
                    <a:pt x="14406" y="9859"/>
                  </a:cubicBezTo>
                  <a:cubicBezTo>
                    <a:pt x="14378" y="9859"/>
                    <a:pt x="14350" y="9862"/>
                    <a:pt x="14322" y="9868"/>
                  </a:cubicBezTo>
                  <a:cubicBezTo>
                    <a:pt x="13754" y="9978"/>
                    <a:pt x="13210" y="10030"/>
                    <a:pt x="12690" y="10030"/>
                  </a:cubicBezTo>
                  <a:cubicBezTo>
                    <a:pt x="6883" y="10030"/>
                    <a:pt x="4027" y="3588"/>
                    <a:pt x="3113" y="996"/>
                  </a:cubicBezTo>
                  <a:cubicBezTo>
                    <a:pt x="2898" y="386"/>
                    <a:pt x="2324" y="1"/>
                    <a:pt x="170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33"/>
            <p:cNvSpPr/>
            <p:nvPr/>
          </p:nvSpPr>
          <p:spPr>
            <a:xfrm rot="-508132">
              <a:off x="6955121" y="3488816"/>
              <a:ext cx="619571" cy="475634"/>
            </a:xfrm>
            <a:custGeom>
              <a:avLst/>
              <a:gdLst/>
              <a:ahLst/>
              <a:cxnLst/>
              <a:rect l="l" t="t" r="r" b="b"/>
              <a:pathLst>
                <a:path w="15651" h="12015" extrusionOk="0">
                  <a:moveTo>
                    <a:pt x="2015" y="932"/>
                  </a:moveTo>
                  <a:cubicBezTo>
                    <a:pt x="2440" y="932"/>
                    <a:pt x="2836" y="1198"/>
                    <a:pt x="2985" y="1617"/>
                  </a:cubicBezTo>
                  <a:cubicBezTo>
                    <a:pt x="3477" y="3011"/>
                    <a:pt x="4582" y="5664"/>
                    <a:pt x="6463" y="7772"/>
                  </a:cubicBezTo>
                  <a:cubicBezTo>
                    <a:pt x="8355" y="9894"/>
                    <a:pt x="10541" y="10965"/>
                    <a:pt x="12977" y="10965"/>
                  </a:cubicBezTo>
                  <a:cubicBezTo>
                    <a:pt x="13215" y="10965"/>
                    <a:pt x="13455" y="10955"/>
                    <a:pt x="13698" y="10934"/>
                  </a:cubicBezTo>
                  <a:lnTo>
                    <a:pt x="13698" y="10934"/>
                  </a:lnTo>
                  <a:cubicBezTo>
                    <a:pt x="13208" y="11018"/>
                    <a:pt x="12625" y="11080"/>
                    <a:pt x="11976" y="11080"/>
                  </a:cubicBezTo>
                  <a:cubicBezTo>
                    <a:pt x="8874" y="11080"/>
                    <a:pt x="4260" y="9658"/>
                    <a:pt x="1073" y="2341"/>
                  </a:cubicBezTo>
                  <a:cubicBezTo>
                    <a:pt x="959" y="2079"/>
                    <a:pt x="960" y="1778"/>
                    <a:pt x="1077" y="1516"/>
                  </a:cubicBezTo>
                  <a:cubicBezTo>
                    <a:pt x="1186" y="1269"/>
                    <a:pt x="1382" y="1087"/>
                    <a:pt x="1627" y="1005"/>
                  </a:cubicBezTo>
                  <a:cubicBezTo>
                    <a:pt x="1659" y="994"/>
                    <a:pt x="1693" y="984"/>
                    <a:pt x="1728" y="974"/>
                  </a:cubicBezTo>
                  <a:cubicBezTo>
                    <a:pt x="1824" y="946"/>
                    <a:pt x="1919" y="932"/>
                    <a:pt x="2015" y="932"/>
                  </a:cubicBezTo>
                  <a:close/>
                  <a:moveTo>
                    <a:pt x="2015" y="1"/>
                  </a:moveTo>
                  <a:cubicBezTo>
                    <a:pt x="1834" y="1"/>
                    <a:pt x="1650" y="26"/>
                    <a:pt x="1468" y="79"/>
                  </a:cubicBezTo>
                  <a:cubicBezTo>
                    <a:pt x="1421" y="92"/>
                    <a:pt x="1376" y="107"/>
                    <a:pt x="1332" y="122"/>
                  </a:cubicBezTo>
                  <a:cubicBezTo>
                    <a:pt x="836" y="289"/>
                    <a:pt x="443" y="649"/>
                    <a:pt x="226" y="1137"/>
                  </a:cubicBezTo>
                  <a:cubicBezTo>
                    <a:pt x="4" y="1637"/>
                    <a:pt x="1" y="2211"/>
                    <a:pt x="220" y="2711"/>
                  </a:cubicBezTo>
                  <a:cubicBezTo>
                    <a:pt x="3607" y="10492"/>
                    <a:pt x="8576" y="12015"/>
                    <a:pt x="11942" y="12015"/>
                  </a:cubicBezTo>
                  <a:cubicBezTo>
                    <a:pt x="13257" y="12015"/>
                    <a:pt x="14327" y="11783"/>
                    <a:pt x="14965" y="11600"/>
                  </a:cubicBezTo>
                  <a:cubicBezTo>
                    <a:pt x="15241" y="11520"/>
                    <a:pt x="15462" y="11310"/>
                    <a:pt x="15556" y="11037"/>
                  </a:cubicBezTo>
                  <a:cubicBezTo>
                    <a:pt x="15651" y="10762"/>
                    <a:pt x="15604" y="10459"/>
                    <a:pt x="15435" y="10225"/>
                  </a:cubicBezTo>
                  <a:cubicBezTo>
                    <a:pt x="15268" y="9993"/>
                    <a:pt x="14997" y="9860"/>
                    <a:pt x="14714" y="9860"/>
                  </a:cubicBezTo>
                  <a:cubicBezTo>
                    <a:pt x="14657" y="9860"/>
                    <a:pt x="14599" y="9865"/>
                    <a:pt x="14542" y="9876"/>
                  </a:cubicBezTo>
                  <a:cubicBezTo>
                    <a:pt x="14005" y="9981"/>
                    <a:pt x="13491" y="10030"/>
                    <a:pt x="13000" y="10030"/>
                  </a:cubicBezTo>
                  <a:cubicBezTo>
                    <a:pt x="7565" y="10030"/>
                    <a:pt x="4830" y="4055"/>
                    <a:pt x="3861" y="1307"/>
                  </a:cubicBezTo>
                  <a:cubicBezTo>
                    <a:pt x="3578" y="507"/>
                    <a:pt x="2825" y="1"/>
                    <a:pt x="20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33"/>
            <p:cNvSpPr/>
            <p:nvPr/>
          </p:nvSpPr>
          <p:spPr>
            <a:xfrm rot="-508132">
              <a:off x="7452205" y="3443286"/>
              <a:ext cx="983372" cy="921419"/>
            </a:xfrm>
            <a:custGeom>
              <a:avLst/>
              <a:gdLst/>
              <a:ahLst/>
              <a:cxnLst/>
              <a:rect l="l" t="t" r="r" b="b"/>
              <a:pathLst>
                <a:path w="24841" h="23276" extrusionOk="0">
                  <a:moveTo>
                    <a:pt x="12920" y="1"/>
                  </a:moveTo>
                  <a:cubicBezTo>
                    <a:pt x="12446" y="1"/>
                    <a:pt x="11967" y="54"/>
                    <a:pt x="11492" y="162"/>
                  </a:cubicBezTo>
                  <a:cubicBezTo>
                    <a:pt x="11354" y="460"/>
                    <a:pt x="11185" y="766"/>
                    <a:pt x="10988" y="1070"/>
                  </a:cubicBezTo>
                  <a:cubicBezTo>
                    <a:pt x="11243" y="1298"/>
                    <a:pt x="11451" y="1577"/>
                    <a:pt x="11597" y="1900"/>
                  </a:cubicBezTo>
                  <a:cubicBezTo>
                    <a:pt x="11948" y="2673"/>
                    <a:pt x="11884" y="3562"/>
                    <a:pt x="11421" y="4278"/>
                  </a:cubicBezTo>
                  <a:cubicBezTo>
                    <a:pt x="10780" y="5264"/>
                    <a:pt x="9836" y="6115"/>
                    <a:pt x="8609" y="6798"/>
                  </a:cubicBezTo>
                  <a:cubicBezTo>
                    <a:pt x="8331" y="6953"/>
                    <a:pt x="8132" y="7109"/>
                    <a:pt x="7998" y="7277"/>
                  </a:cubicBezTo>
                  <a:cubicBezTo>
                    <a:pt x="7597" y="7779"/>
                    <a:pt x="7636" y="8202"/>
                    <a:pt x="7699" y="8477"/>
                  </a:cubicBezTo>
                  <a:cubicBezTo>
                    <a:pt x="7802" y="8921"/>
                    <a:pt x="7671" y="9383"/>
                    <a:pt x="7354" y="9699"/>
                  </a:cubicBezTo>
                  <a:cubicBezTo>
                    <a:pt x="7791" y="10452"/>
                    <a:pt x="8367" y="11089"/>
                    <a:pt x="9035" y="11589"/>
                  </a:cubicBezTo>
                  <a:cubicBezTo>
                    <a:pt x="8343" y="11321"/>
                    <a:pt x="7601" y="11179"/>
                    <a:pt x="6845" y="11179"/>
                  </a:cubicBezTo>
                  <a:cubicBezTo>
                    <a:pt x="6115" y="11179"/>
                    <a:pt x="5372" y="11312"/>
                    <a:pt x="4649" y="11594"/>
                  </a:cubicBezTo>
                  <a:cubicBezTo>
                    <a:pt x="1538" y="12807"/>
                    <a:pt x="0" y="16313"/>
                    <a:pt x="1215" y="19425"/>
                  </a:cubicBezTo>
                  <a:cubicBezTo>
                    <a:pt x="2146" y="21815"/>
                    <a:pt x="4430" y="23276"/>
                    <a:pt x="6848" y="23276"/>
                  </a:cubicBezTo>
                  <a:cubicBezTo>
                    <a:pt x="7579" y="23276"/>
                    <a:pt x="8322" y="23143"/>
                    <a:pt x="9044" y="22861"/>
                  </a:cubicBezTo>
                  <a:cubicBezTo>
                    <a:pt x="10861" y="22153"/>
                    <a:pt x="12141" y="20661"/>
                    <a:pt x="12649" y="18924"/>
                  </a:cubicBezTo>
                  <a:cubicBezTo>
                    <a:pt x="13707" y="20951"/>
                    <a:pt x="15800" y="22167"/>
                    <a:pt x="18005" y="22167"/>
                  </a:cubicBezTo>
                  <a:cubicBezTo>
                    <a:pt x="18734" y="22167"/>
                    <a:pt x="19475" y="22034"/>
                    <a:pt x="20195" y="21754"/>
                  </a:cubicBezTo>
                  <a:cubicBezTo>
                    <a:pt x="23304" y="20541"/>
                    <a:pt x="24841" y="17042"/>
                    <a:pt x="23628" y="13934"/>
                  </a:cubicBezTo>
                  <a:cubicBezTo>
                    <a:pt x="22728" y="11623"/>
                    <a:pt x="20560" y="10184"/>
                    <a:pt x="18232" y="10095"/>
                  </a:cubicBezTo>
                  <a:cubicBezTo>
                    <a:pt x="19395" y="8394"/>
                    <a:pt x="19728" y="6167"/>
                    <a:pt x="18922" y="4102"/>
                  </a:cubicBezTo>
                  <a:cubicBezTo>
                    <a:pt x="17931" y="1559"/>
                    <a:pt x="15497" y="1"/>
                    <a:pt x="129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33"/>
            <p:cNvSpPr/>
            <p:nvPr/>
          </p:nvSpPr>
          <p:spPr>
            <a:xfrm rot="-508132">
              <a:off x="7406422" y="3225707"/>
              <a:ext cx="415501" cy="609476"/>
            </a:xfrm>
            <a:custGeom>
              <a:avLst/>
              <a:gdLst/>
              <a:ahLst/>
              <a:cxnLst/>
              <a:rect l="l" t="t" r="r" b="b"/>
              <a:pathLst>
                <a:path w="10496" h="15396" extrusionOk="0">
                  <a:moveTo>
                    <a:pt x="7560" y="0"/>
                  </a:moveTo>
                  <a:cubicBezTo>
                    <a:pt x="7501" y="0"/>
                    <a:pt x="7442" y="6"/>
                    <a:pt x="7382" y="18"/>
                  </a:cubicBezTo>
                  <a:cubicBezTo>
                    <a:pt x="4911" y="497"/>
                    <a:pt x="3982" y="3780"/>
                    <a:pt x="3982" y="3780"/>
                  </a:cubicBezTo>
                  <a:cubicBezTo>
                    <a:pt x="3934" y="3279"/>
                    <a:pt x="3795" y="2902"/>
                    <a:pt x="3624" y="2623"/>
                  </a:cubicBezTo>
                  <a:cubicBezTo>
                    <a:pt x="3456" y="2346"/>
                    <a:pt x="3171" y="2212"/>
                    <a:pt x="2883" y="2212"/>
                  </a:cubicBezTo>
                  <a:cubicBezTo>
                    <a:pt x="2558" y="2212"/>
                    <a:pt x="2229" y="2382"/>
                    <a:pt x="2060" y="2708"/>
                  </a:cubicBezTo>
                  <a:cubicBezTo>
                    <a:pt x="774" y="5181"/>
                    <a:pt x="2196" y="8258"/>
                    <a:pt x="2196" y="8258"/>
                  </a:cubicBezTo>
                  <a:cubicBezTo>
                    <a:pt x="1909" y="7690"/>
                    <a:pt x="1520" y="7392"/>
                    <a:pt x="1147" y="7239"/>
                  </a:cubicBezTo>
                  <a:cubicBezTo>
                    <a:pt x="1053" y="7200"/>
                    <a:pt x="957" y="7182"/>
                    <a:pt x="864" y="7182"/>
                  </a:cubicBezTo>
                  <a:cubicBezTo>
                    <a:pt x="398" y="7182"/>
                    <a:pt x="0" y="7629"/>
                    <a:pt x="133" y="8125"/>
                  </a:cubicBezTo>
                  <a:cubicBezTo>
                    <a:pt x="1586" y="13615"/>
                    <a:pt x="6085" y="15396"/>
                    <a:pt x="6085" y="15396"/>
                  </a:cubicBezTo>
                  <a:cubicBezTo>
                    <a:pt x="5846" y="14365"/>
                    <a:pt x="6239" y="13573"/>
                    <a:pt x="6642" y="13071"/>
                  </a:cubicBezTo>
                  <a:cubicBezTo>
                    <a:pt x="6913" y="12732"/>
                    <a:pt x="7264" y="12472"/>
                    <a:pt x="7642" y="12262"/>
                  </a:cubicBezTo>
                  <a:cubicBezTo>
                    <a:pt x="8889" y="11565"/>
                    <a:pt x="9593" y="10786"/>
                    <a:pt x="9989" y="10176"/>
                  </a:cubicBezTo>
                  <a:cubicBezTo>
                    <a:pt x="10435" y="9486"/>
                    <a:pt x="10032" y="8536"/>
                    <a:pt x="9219" y="8417"/>
                  </a:cubicBezTo>
                  <a:cubicBezTo>
                    <a:pt x="9100" y="8400"/>
                    <a:pt x="8980" y="8392"/>
                    <a:pt x="8862" y="8392"/>
                  </a:cubicBezTo>
                  <a:cubicBezTo>
                    <a:pt x="8533" y="8392"/>
                    <a:pt x="8215" y="8452"/>
                    <a:pt x="7937" y="8531"/>
                  </a:cubicBezTo>
                  <a:lnTo>
                    <a:pt x="7937" y="8531"/>
                  </a:lnTo>
                  <a:cubicBezTo>
                    <a:pt x="9254" y="7794"/>
                    <a:pt x="9933" y="6448"/>
                    <a:pt x="10265" y="5495"/>
                  </a:cubicBezTo>
                  <a:cubicBezTo>
                    <a:pt x="10496" y="4833"/>
                    <a:pt x="9986" y="4189"/>
                    <a:pt x="9336" y="4189"/>
                  </a:cubicBezTo>
                  <a:cubicBezTo>
                    <a:pt x="9250" y="4189"/>
                    <a:pt x="9163" y="4200"/>
                    <a:pt x="9074" y="4223"/>
                  </a:cubicBezTo>
                  <a:cubicBezTo>
                    <a:pt x="8321" y="4423"/>
                    <a:pt x="7677" y="4898"/>
                    <a:pt x="7677" y="4898"/>
                  </a:cubicBezTo>
                  <a:cubicBezTo>
                    <a:pt x="8668" y="3561"/>
                    <a:pt x="8610" y="1789"/>
                    <a:pt x="8467" y="776"/>
                  </a:cubicBezTo>
                  <a:cubicBezTo>
                    <a:pt x="8403" y="319"/>
                    <a:pt x="8005" y="0"/>
                    <a:pt x="7560" y="0"/>
                  </a:cubicBezTo>
                  <a:close/>
                </a:path>
              </a:pathLst>
            </a:custGeom>
            <a:solidFill>
              <a:srgbClr val="00BB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33"/>
            <p:cNvSpPr/>
            <p:nvPr/>
          </p:nvSpPr>
          <p:spPr>
            <a:xfrm rot="-508132">
              <a:off x="8101288" y="3770097"/>
              <a:ext cx="58469" cy="56569"/>
            </a:xfrm>
            <a:custGeom>
              <a:avLst/>
              <a:gdLst/>
              <a:ahLst/>
              <a:cxnLst/>
              <a:rect l="l" t="t" r="r" b="b"/>
              <a:pathLst>
                <a:path w="1477" h="1429" extrusionOk="0">
                  <a:moveTo>
                    <a:pt x="955" y="0"/>
                  </a:moveTo>
                  <a:cubicBezTo>
                    <a:pt x="820" y="0"/>
                    <a:pt x="685" y="59"/>
                    <a:pt x="594" y="172"/>
                  </a:cubicBezTo>
                  <a:cubicBezTo>
                    <a:pt x="461" y="336"/>
                    <a:pt x="322" y="492"/>
                    <a:pt x="181" y="637"/>
                  </a:cubicBezTo>
                  <a:cubicBezTo>
                    <a:pt x="0" y="820"/>
                    <a:pt x="4" y="1116"/>
                    <a:pt x="187" y="1295"/>
                  </a:cubicBezTo>
                  <a:cubicBezTo>
                    <a:pt x="279" y="1383"/>
                    <a:pt x="396" y="1428"/>
                    <a:pt x="513" y="1428"/>
                  </a:cubicBezTo>
                  <a:cubicBezTo>
                    <a:pt x="635" y="1428"/>
                    <a:pt x="754" y="1382"/>
                    <a:pt x="844" y="1288"/>
                  </a:cubicBezTo>
                  <a:cubicBezTo>
                    <a:pt x="1006" y="1123"/>
                    <a:pt x="1163" y="945"/>
                    <a:pt x="1315" y="758"/>
                  </a:cubicBezTo>
                  <a:cubicBezTo>
                    <a:pt x="1477" y="558"/>
                    <a:pt x="1448" y="266"/>
                    <a:pt x="1248" y="104"/>
                  </a:cubicBezTo>
                  <a:cubicBezTo>
                    <a:pt x="1162" y="34"/>
                    <a:pt x="1058" y="0"/>
                    <a:pt x="9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33"/>
            <p:cNvSpPr/>
            <p:nvPr/>
          </p:nvSpPr>
          <p:spPr>
            <a:xfrm rot="-508132">
              <a:off x="7953441" y="3845075"/>
              <a:ext cx="149756" cy="64883"/>
            </a:xfrm>
            <a:custGeom>
              <a:avLst/>
              <a:gdLst/>
              <a:ahLst/>
              <a:cxnLst/>
              <a:rect l="l" t="t" r="r" b="b"/>
              <a:pathLst>
                <a:path w="3783" h="1639" extrusionOk="0">
                  <a:moveTo>
                    <a:pt x="3250" y="0"/>
                  </a:moveTo>
                  <a:cubicBezTo>
                    <a:pt x="3170" y="0"/>
                    <a:pt x="3089" y="21"/>
                    <a:pt x="3016" y="64"/>
                  </a:cubicBezTo>
                  <a:cubicBezTo>
                    <a:pt x="2048" y="632"/>
                    <a:pt x="1174" y="707"/>
                    <a:pt x="779" y="707"/>
                  </a:cubicBezTo>
                  <a:cubicBezTo>
                    <a:pt x="643" y="707"/>
                    <a:pt x="564" y="698"/>
                    <a:pt x="558" y="698"/>
                  </a:cubicBezTo>
                  <a:cubicBezTo>
                    <a:pt x="537" y="695"/>
                    <a:pt x="517" y="694"/>
                    <a:pt x="496" y="694"/>
                  </a:cubicBezTo>
                  <a:cubicBezTo>
                    <a:pt x="266" y="694"/>
                    <a:pt x="68" y="863"/>
                    <a:pt x="36" y="1096"/>
                  </a:cubicBezTo>
                  <a:cubicBezTo>
                    <a:pt x="1" y="1350"/>
                    <a:pt x="178" y="1584"/>
                    <a:pt x="434" y="1620"/>
                  </a:cubicBezTo>
                  <a:cubicBezTo>
                    <a:pt x="451" y="1622"/>
                    <a:pt x="577" y="1638"/>
                    <a:pt x="788" y="1638"/>
                  </a:cubicBezTo>
                  <a:cubicBezTo>
                    <a:pt x="1311" y="1638"/>
                    <a:pt x="2346" y="1536"/>
                    <a:pt x="3487" y="866"/>
                  </a:cubicBezTo>
                  <a:cubicBezTo>
                    <a:pt x="3708" y="737"/>
                    <a:pt x="3783" y="451"/>
                    <a:pt x="3652" y="230"/>
                  </a:cubicBezTo>
                  <a:cubicBezTo>
                    <a:pt x="3566" y="82"/>
                    <a:pt x="3410" y="0"/>
                    <a:pt x="3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33"/>
            <p:cNvSpPr/>
            <p:nvPr/>
          </p:nvSpPr>
          <p:spPr>
            <a:xfrm rot="-508132">
              <a:off x="8321558" y="4138946"/>
              <a:ext cx="63062" cy="55896"/>
            </a:xfrm>
            <a:custGeom>
              <a:avLst/>
              <a:gdLst/>
              <a:ahLst/>
              <a:cxnLst/>
              <a:rect l="l" t="t" r="r" b="b"/>
              <a:pathLst>
                <a:path w="1593" h="1412" extrusionOk="0">
                  <a:moveTo>
                    <a:pt x="1077" y="0"/>
                  </a:moveTo>
                  <a:cubicBezTo>
                    <a:pt x="962" y="0"/>
                    <a:pt x="848" y="42"/>
                    <a:pt x="758" y="127"/>
                  </a:cubicBezTo>
                  <a:cubicBezTo>
                    <a:pt x="585" y="290"/>
                    <a:pt x="409" y="444"/>
                    <a:pt x="235" y="583"/>
                  </a:cubicBezTo>
                  <a:cubicBezTo>
                    <a:pt x="34" y="743"/>
                    <a:pt x="1" y="1036"/>
                    <a:pt x="161" y="1237"/>
                  </a:cubicBezTo>
                  <a:cubicBezTo>
                    <a:pt x="252" y="1352"/>
                    <a:pt x="389" y="1412"/>
                    <a:pt x="525" y="1412"/>
                  </a:cubicBezTo>
                  <a:cubicBezTo>
                    <a:pt x="626" y="1412"/>
                    <a:pt x="729" y="1378"/>
                    <a:pt x="813" y="1311"/>
                  </a:cubicBezTo>
                  <a:cubicBezTo>
                    <a:pt x="1009" y="1156"/>
                    <a:pt x="1206" y="986"/>
                    <a:pt x="1398" y="804"/>
                  </a:cubicBezTo>
                  <a:cubicBezTo>
                    <a:pt x="1584" y="628"/>
                    <a:pt x="1593" y="332"/>
                    <a:pt x="1416" y="147"/>
                  </a:cubicBezTo>
                  <a:cubicBezTo>
                    <a:pt x="1324" y="49"/>
                    <a:pt x="1200" y="0"/>
                    <a:pt x="10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33"/>
            <p:cNvSpPr/>
            <p:nvPr/>
          </p:nvSpPr>
          <p:spPr>
            <a:xfrm rot="-508132">
              <a:off x="8139234" y="4214212"/>
              <a:ext cx="165789" cy="51265"/>
            </a:xfrm>
            <a:custGeom>
              <a:avLst/>
              <a:gdLst/>
              <a:ahLst/>
              <a:cxnLst/>
              <a:rect l="l" t="t" r="r" b="b"/>
              <a:pathLst>
                <a:path w="4188" h="1295" extrusionOk="0">
                  <a:moveTo>
                    <a:pt x="533" y="1"/>
                  </a:moveTo>
                  <a:cubicBezTo>
                    <a:pt x="375" y="1"/>
                    <a:pt x="220" y="81"/>
                    <a:pt x="133" y="227"/>
                  </a:cubicBezTo>
                  <a:cubicBezTo>
                    <a:pt x="1" y="447"/>
                    <a:pt x="72" y="733"/>
                    <a:pt x="293" y="864"/>
                  </a:cubicBezTo>
                  <a:cubicBezTo>
                    <a:pt x="335" y="889"/>
                    <a:pt x="1030" y="1294"/>
                    <a:pt x="2126" y="1294"/>
                  </a:cubicBezTo>
                  <a:cubicBezTo>
                    <a:pt x="2618" y="1294"/>
                    <a:pt x="3193" y="1212"/>
                    <a:pt x="3825" y="980"/>
                  </a:cubicBezTo>
                  <a:cubicBezTo>
                    <a:pt x="4065" y="889"/>
                    <a:pt x="4187" y="622"/>
                    <a:pt x="4099" y="381"/>
                  </a:cubicBezTo>
                  <a:cubicBezTo>
                    <a:pt x="4028" y="194"/>
                    <a:pt x="3850" y="78"/>
                    <a:pt x="3662" y="78"/>
                  </a:cubicBezTo>
                  <a:cubicBezTo>
                    <a:pt x="3608" y="78"/>
                    <a:pt x="3553" y="87"/>
                    <a:pt x="3500" y="107"/>
                  </a:cubicBezTo>
                  <a:cubicBezTo>
                    <a:pt x="2979" y="300"/>
                    <a:pt x="2513" y="366"/>
                    <a:pt x="2120" y="366"/>
                  </a:cubicBezTo>
                  <a:cubicBezTo>
                    <a:pt x="1305" y="366"/>
                    <a:pt x="801" y="84"/>
                    <a:pt x="768" y="65"/>
                  </a:cubicBezTo>
                  <a:cubicBezTo>
                    <a:pt x="694" y="21"/>
                    <a:pt x="613" y="1"/>
                    <a:pt x="5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33"/>
            <p:cNvSpPr/>
            <p:nvPr/>
          </p:nvSpPr>
          <p:spPr>
            <a:xfrm rot="-508132">
              <a:off x="7791964" y="4321591"/>
              <a:ext cx="69989" cy="42635"/>
            </a:xfrm>
            <a:custGeom>
              <a:avLst/>
              <a:gdLst/>
              <a:ahLst/>
              <a:cxnLst/>
              <a:rect l="l" t="t" r="r" b="b"/>
              <a:pathLst>
                <a:path w="1768" h="1077" extrusionOk="0">
                  <a:moveTo>
                    <a:pt x="1254" y="0"/>
                  </a:moveTo>
                  <a:cubicBezTo>
                    <a:pt x="1216" y="0"/>
                    <a:pt x="1177" y="5"/>
                    <a:pt x="1139" y="15"/>
                  </a:cubicBezTo>
                  <a:cubicBezTo>
                    <a:pt x="902" y="74"/>
                    <a:pt x="664" y="120"/>
                    <a:pt x="434" y="151"/>
                  </a:cubicBezTo>
                  <a:cubicBezTo>
                    <a:pt x="179" y="184"/>
                    <a:pt x="0" y="418"/>
                    <a:pt x="33" y="673"/>
                  </a:cubicBezTo>
                  <a:cubicBezTo>
                    <a:pt x="65" y="907"/>
                    <a:pt x="264" y="1077"/>
                    <a:pt x="495" y="1077"/>
                  </a:cubicBezTo>
                  <a:cubicBezTo>
                    <a:pt x="514" y="1077"/>
                    <a:pt x="535" y="1076"/>
                    <a:pt x="554" y="1074"/>
                  </a:cubicBezTo>
                  <a:cubicBezTo>
                    <a:pt x="821" y="1039"/>
                    <a:pt x="1095" y="985"/>
                    <a:pt x="1366" y="916"/>
                  </a:cubicBezTo>
                  <a:cubicBezTo>
                    <a:pt x="1617" y="853"/>
                    <a:pt x="1768" y="600"/>
                    <a:pt x="1704" y="351"/>
                  </a:cubicBezTo>
                  <a:cubicBezTo>
                    <a:pt x="1650" y="141"/>
                    <a:pt x="1461" y="0"/>
                    <a:pt x="12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33"/>
            <p:cNvSpPr/>
            <p:nvPr/>
          </p:nvSpPr>
          <p:spPr>
            <a:xfrm rot="-508132">
              <a:off x="7633962" y="4300830"/>
              <a:ext cx="134990" cy="81628"/>
            </a:xfrm>
            <a:custGeom>
              <a:avLst/>
              <a:gdLst/>
              <a:ahLst/>
              <a:cxnLst/>
              <a:rect l="l" t="t" r="r" b="b"/>
              <a:pathLst>
                <a:path w="3410" h="2062" extrusionOk="0">
                  <a:moveTo>
                    <a:pt x="518" y="1"/>
                  </a:moveTo>
                  <a:cubicBezTo>
                    <a:pt x="406" y="1"/>
                    <a:pt x="293" y="41"/>
                    <a:pt x="203" y="124"/>
                  </a:cubicBezTo>
                  <a:cubicBezTo>
                    <a:pt x="13" y="296"/>
                    <a:pt x="1" y="592"/>
                    <a:pt x="174" y="780"/>
                  </a:cubicBezTo>
                  <a:cubicBezTo>
                    <a:pt x="212" y="821"/>
                    <a:pt x="1125" y="1797"/>
                    <a:pt x="2842" y="2056"/>
                  </a:cubicBezTo>
                  <a:cubicBezTo>
                    <a:pt x="2865" y="2059"/>
                    <a:pt x="2890" y="2061"/>
                    <a:pt x="2912" y="2061"/>
                  </a:cubicBezTo>
                  <a:cubicBezTo>
                    <a:pt x="3138" y="2061"/>
                    <a:pt x="3337" y="1895"/>
                    <a:pt x="3372" y="1666"/>
                  </a:cubicBezTo>
                  <a:cubicBezTo>
                    <a:pt x="3410" y="1411"/>
                    <a:pt x="3235" y="1174"/>
                    <a:pt x="2981" y="1136"/>
                  </a:cubicBezTo>
                  <a:cubicBezTo>
                    <a:pt x="1611" y="930"/>
                    <a:pt x="873" y="164"/>
                    <a:pt x="858" y="149"/>
                  </a:cubicBezTo>
                  <a:cubicBezTo>
                    <a:pt x="767" y="51"/>
                    <a:pt x="643" y="1"/>
                    <a:pt x="5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33"/>
            <p:cNvSpPr/>
            <p:nvPr/>
          </p:nvSpPr>
          <p:spPr>
            <a:xfrm rot="-508132">
              <a:off x="7406383" y="3225713"/>
              <a:ext cx="415501" cy="609476"/>
            </a:xfrm>
            <a:custGeom>
              <a:avLst/>
              <a:gdLst/>
              <a:ahLst/>
              <a:cxnLst/>
              <a:rect l="l" t="t" r="r" b="b"/>
              <a:pathLst>
                <a:path w="10496" h="15396" extrusionOk="0">
                  <a:moveTo>
                    <a:pt x="7559" y="1"/>
                  </a:moveTo>
                  <a:cubicBezTo>
                    <a:pt x="7501" y="1"/>
                    <a:pt x="7441" y="6"/>
                    <a:pt x="7382" y="18"/>
                  </a:cubicBezTo>
                  <a:cubicBezTo>
                    <a:pt x="4912" y="497"/>
                    <a:pt x="3981" y="3780"/>
                    <a:pt x="3981" y="3780"/>
                  </a:cubicBezTo>
                  <a:cubicBezTo>
                    <a:pt x="3935" y="3279"/>
                    <a:pt x="3796" y="2903"/>
                    <a:pt x="3624" y="2623"/>
                  </a:cubicBezTo>
                  <a:cubicBezTo>
                    <a:pt x="3455" y="2345"/>
                    <a:pt x="3170" y="2212"/>
                    <a:pt x="2882" y="2212"/>
                  </a:cubicBezTo>
                  <a:cubicBezTo>
                    <a:pt x="2557" y="2212"/>
                    <a:pt x="2229" y="2382"/>
                    <a:pt x="2060" y="2708"/>
                  </a:cubicBezTo>
                  <a:cubicBezTo>
                    <a:pt x="773" y="5181"/>
                    <a:pt x="2195" y="8258"/>
                    <a:pt x="2195" y="8258"/>
                  </a:cubicBezTo>
                  <a:cubicBezTo>
                    <a:pt x="1909" y="7690"/>
                    <a:pt x="1521" y="7392"/>
                    <a:pt x="1147" y="7239"/>
                  </a:cubicBezTo>
                  <a:cubicBezTo>
                    <a:pt x="1052" y="7200"/>
                    <a:pt x="957" y="7182"/>
                    <a:pt x="864" y="7182"/>
                  </a:cubicBezTo>
                  <a:cubicBezTo>
                    <a:pt x="397" y="7182"/>
                    <a:pt x="0" y="7628"/>
                    <a:pt x="131" y="8125"/>
                  </a:cubicBezTo>
                  <a:cubicBezTo>
                    <a:pt x="1585" y="13615"/>
                    <a:pt x="6084" y="15396"/>
                    <a:pt x="6084" y="15396"/>
                  </a:cubicBezTo>
                  <a:cubicBezTo>
                    <a:pt x="5846" y="14365"/>
                    <a:pt x="6238" y="13574"/>
                    <a:pt x="6640" y="13072"/>
                  </a:cubicBezTo>
                  <a:cubicBezTo>
                    <a:pt x="6909" y="12733"/>
                    <a:pt x="7263" y="12473"/>
                    <a:pt x="7640" y="12263"/>
                  </a:cubicBezTo>
                  <a:cubicBezTo>
                    <a:pt x="8887" y="11566"/>
                    <a:pt x="9592" y="10787"/>
                    <a:pt x="9987" y="10177"/>
                  </a:cubicBezTo>
                  <a:cubicBezTo>
                    <a:pt x="10433" y="9489"/>
                    <a:pt x="10030" y="8538"/>
                    <a:pt x="9217" y="8418"/>
                  </a:cubicBezTo>
                  <a:cubicBezTo>
                    <a:pt x="9098" y="8401"/>
                    <a:pt x="8980" y="8393"/>
                    <a:pt x="8862" y="8393"/>
                  </a:cubicBezTo>
                  <a:cubicBezTo>
                    <a:pt x="8526" y="8393"/>
                    <a:pt x="8201" y="8457"/>
                    <a:pt x="7920" y="8538"/>
                  </a:cubicBezTo>
                  <a:cubicBezTo>
                    <a:pt x="9245" y="7803"/>
                    <a:pt x="9930" y="6454"/>
                    <a:pt x="10265" y="5496"/>
                  </a:cubicBezTo>
                  <a:cubicBezTo>
                    <a:pt x="10496" y="4833"/>
                    <a:pt x="9986" y="4189"/>
                    <a:pt x="9336" y="4189"/>
                  </a:cubicBezTo>
                  <a:cubicBezTo>
                    <a:pt x="9250" y="4189"/>
                    <a:pt x="9162" y="4200"/>
                    <a:pt x="9074" y="4223"/>
                  </a:cubicBezTo>
                  <a:cubicBezTo>
                    <a:pt x="8321" y="4423"/>
                    <a:pt x="7677" y="4898"/>
                    <a:pt x="7677" y="4898"/>
                  </a:cubicBezTo>
                  <a:cubicBezTo>
                    <a:pt x="8669" y="3563"/>
                    <a:pt x="8611" y="1789"/>
                    <a:pt x="8466" y="776"/>
                  </a:cubicBezTo>
                  <a:cubicBezTo>
                    <a:pt x="8403" y="318"/>
                    <a:pt x="8005" y="1"/>
                    <a:pt x="75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33"/>
            <p:cNvSpPr/>
            <p:nvPr/>
          </p:nvSpPr>
          <p:spPr>
            <a:xfrm rot="-508132">
              <a:off x="7965638" y="3747207"/>
              <a:ext cx="554965" cy="600886"/>
            </a:xfrm>
            <a:custGeom>
              <a:avLst/>
              <a:gdLst/>
              <a:ahLst/>
              <a:cxnLst/>
              <a:rect l="l" t="t" r="r" b="b"/>
              <a:pathLst>
                <a:path w="14019" h="15179" extrusionOk="0">
                  <a:moveTo>
                    <a:pt x="8960" y="0"/>
                  </a:moveTo>
                  <a:cubicBezTo>
                    <a:pt x="8784" y="0"/>
                    <a:pt x="8615" y="100"/>
                    <a:pt x="8536" y="271"/>
                  </a:cubicBezTo>
                  <a:cubicBezTo>
                    <a:pt x="8428" y="504"/>
                    <a:pt x="8531" y="780"/>
                    <a:pt x="8764" y="888"/>
                  </a:cubicBezTo>
                  <a:cubicBezTo>
                    <a:pt x="10429" y="1656"/>
                    <a:pt x="11711" y="3017"/>
                    <a:pt x="12377" y="4725"/>
                  </a:cubicBezTo>
                  <a:cubicBezTo>
                    <a:pt x="13061" y="6482"/>
                    <a:pt x="13020" y="8403"/>
                    <a:pt x="12261" y="10134"/>
                  </a:cubicBezTo>
                  <a:cubicBezTo>
                    <a:pt x="11502" y="11865"/>
                    <a:pt x="10116" y="13196"/>
                    <a:pt x="8362" y="13880"/>
                  </a:cubicBezTo>
                  <a:cubicBezTo>
                    <a:pt x="7729" y="14127"/>
                    <a:pt x="6945" y="14251"/>
                    <a:pt x="6114" y="14251"/>
                  </a:cubicBezTo>
                  <a:cubicBezTo>
                    <a:pt x="4201" y="14251"/>
                    <a:pt x="2035" y="13594"/>
                    <a:pt x="869" y="12269"/>
                  </a:cubicBezTo>
                  <a:cubicBezTo>
                    <a:pt x="777" y="12165"/>
                    <a:pt x="648" y="12111"/>
                    <a:pt x="519" y="12111"/>
                  </a:cubicBezTo>
                  <a:cubicBezTo>
                    <a:pt x="410" y="12111"/>
                    <a:pt x="300" y="12149"/>
                    <a:pt x="212" y="12227"/>
                  </a:cubicBezTo>
                  <a:cubicBezTo>
                    <a:pt x="20" y="12398"/>
                    <a:pt x="1" y="12691"/>
                    <a:pt x="171" y="12884"/>
                  </a:cubicBezTo>
                  <a:cubicBezTo>
                    <a:pt x="1525" y="14423"/>
                    <a:pt x="3952" y="15179"/>
                    <a:pt x="6118" y="15179"/>
                  </a:cubicBezTo>
                  <a:cubicBezTo>
                    <a:pt x="7065" y="15179"/>
                    <a:pt x="7964" y="15035"/>
                    <a:pt x="8699" y="14746"/>
                  </a:cubicBezTo>
                  <a:cubicBezTo>
                    <a:pt x="10687" y="13972"/>
                    <a:pt x="12255" y="12465"/>
                    <a:pt x="13114" y="10507"/>
                  </a:cubicBezTo>
                  <a:cubicBezTo>
                    <a:pt x="13973" y="8548"/>
                    <a:pt x="14019" y="6375"/>
                    <a:pt x="13244" y="4386"/>
                  </a:cubicBezTo>
                  <a:cubicBezTo>
                    <a:pt x="12490" y="2454"/>
                    <a:pt x="11038" y="912"/>
                    <a:pt x="9154" y="42"/>
                  </a:cubicBezTo>
                  <a:cubicBezTo>
                    <a:pt x="9091" y="14"/>
                    <a:pt x="9025" y="0"/>
                    <a:pt x="89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33"/>
            <p:cNvSpPr/>
            <p:nvPr/>
          </p:nvSpPr>
          <p:spPr>
            <a:xfrm rot="-508132">
              <a:off x="7672222" y="3363154"/>
              <a:ext cx="586120" cy="626855"/>
            </a:xfrm>
            <a:custGeom>
              <a:avLst/>
              <a:gdLst/>
              <a:ahLst/>
              <a:cxnLst/>
              <a:rect l="l" t="t" r="r" b="b"/>
              <a:pathLst>
                <a:path w="14806" h="15835" extrusionOk="0">
                  <a:moveTo>
                    <a:pt x="6704" y="1"/>
                  </a:moveTo>
                  <a:cubicBezTo>
                    <a:pt x="6517" y="1"/>
                    <a:pt x="6328" y="7"/>
                    <a:pt x="6139" y="20"/>
                  </a:cubicBezTo>
                  <a:cubicBezTo>
                    <a:pt x="5883" y="39"/>
                    <a:pt x="5690" y="261"/>
                    <a:pt x="5708" y="516"/>
                  </a:cubicBezTo>
                  <a:cubicBezTo>
                    <a:pt x="5724" y="763"/>
                    <a:pt x="5935" y="949"/>
                    <a:pt x="6176" y="949"/>
                  </a:cubicBezTo>
                  <a:cubicBezTo>
                    <a:pt x="6185" y="949"/>
                    <a:pt x="6194" y="948"/>
                    <a:pt x="6204" y="948"/>
                  </a:cubicBezTo>
                  <a:cubicBezTo>
                    <a:pt x="6373" y="936"/>
                    <a:pt x="6541" y="930"/>
                    <a:pt x="6708" y="930"/>
                  </a:cubicBezTo>
                  <a:cubicBezTo>
                    <a:pt x="9584" y="930"/>
                    <a:pt x="12154" y="2669"/>
                    <a:pt x="13211" y="5379"/>
                  </a:cubicBezTo>
                  <a:cubicBezTo>
                    <a:pt x="13853" y="7027"/>
                    <a:pt x="13847" y="8840"/>
                    <a:pt x="13193" y="10484"/>
                  </a:cubicBezTo>
                  <a:cubicBezTo>
                    <a:pt x="12481" y="12286"/>
                    <a:pt x="11040" y="13724"/>
                    <a:pt x="9239" y="14426"/>
                  </a:cubicBezTo>
                  <a:cubicBezTo>
                    <a:pt x="8684" y="14643"/>
                    <a:pt x="8107" y="14787"/>
                    <a:pt x="7523" y="14856"/>
                  </a:cubicBezTo>
                  <a:cubicBezTo>
                    <a:pt x="7254" y="14887"/>
                    <a:pt x="6985" y="14903"/>
                    <a:pt x="6716" y="14903"/>
                  </a:cubicBezTo>
                  <a:cubicBezTo>
                    <a:pt x="5664" y="14903"/>
                    <a:pt x="4620" y="14665"/>
                    <a:pt x="3658" y="14199"/>
                  </a:cubicBezTo>
                  <a:cubicBezTo>
                    <a:pt x="2548" y="13664"/>
                    <a:pt x="1599" y="12845"/>
                    <a:pt x="914" y="11829"/>
                  </a:cubicBezTo>
                  <a:cubicBezTo>
                    <a:pt x="824" y="11696"/>
                    <a:pt x="677" y="11625"/>
                    <a:pt x="528" y="11625"/>
                  </a:cubicBezTo>
                  <a:cubicBezTo>
                    <a:pt x="439" y="11625"/>
                    <a:pt x="348" y="11651"/>
                    <a:pt x="268" y="11704"/>
                  </a:cubicBezTo>
                  <a:cubicBezTo>
                    <a:pt x="56" y="11848"/>
                    <a:pt x="1" y="12136"/>
                    <a:pt x="143" y="12350"/>
                  </a:cubicBezTo>
                  <a:cubicBezTo>
                    <a:pt x="919" y="13501"/>
                    <a:pt x="1996" y="14431"/>
                    <a:pt x="3253" y="15037"/>
                  </a:cubicBezTo>
                  <a:cubicBezTo>
                    <a:pt x="4339" y="15565"/>
                    <a:pt x="5519" y="15834"/>
                    <a:pt x="6709" y="15834"/>
                  </a:cubicBezTo>
                  <a:cubicBezTo>
                    <a:pt x="7017" y="15834"/>
                    <a:pt x="7324" y="15816"/>
                    <a:pt x="7631" y="15779"/>
                  </a:cubicBezTo>
                  <a:cubicBezTo>
                    <a:pt x="8295" y="15703"/>
                    <a:pt x="8949" y="15538"/>
                    <a:pt x="9578" y="15293"/>
                  </a:cubicBezTo>
                  <a:cubicBezTo>
                    <a:pt x="11618" y="14496"/>
                    <a:pt x="13252" y="12869"/>
                    <a:pt x="14059" y="10826"/>
                  </a:cubicBezTo>
                  <a:cubicBezTo>
                    <a:pt x="14800" y="8964"/>
                    <a:pt x="14805" y="6909"/>
                    <a:pt x="14077" y="5040"/>
                  </a:cubicBezTo>
                  <a:cubicBezTo>
                    <a:pt x="12879" y="1970"/>
                    <a:pt x="9961" y="1"/>
                    <a:pt x="67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33"/>
            <p:cNvSpPr/>
            <p:nvPr/>
          </p:nvSpPr>
          <p:spPr>
            <a:xfrm rot="-508132">
              <a:off x="7330887" y="3155365"/>
              <a:ext cx="562289" cy="750959"/>
            </a:xfrm>
            <a:custGeom>
              <a:avLst/>
              <a:gdLst/>
              <a:ahLst/>
              <a:cxnLst/>
              <a:rect l="l" t="t" r="r" b="b"/>
              <a:pathLst>
                <a:path w="14204" h="18970" extrusionOk="0">
                  <a:moveTo>
                    <a:pt x="9464" y="930"/>
                  </a:moveTo>
                  <a:cubicBezTo>
                    <a:pt x="9833" y="930"/>
                    <a:pt x="10200" y="1044"/>
                    <a:pt x="10506" y="1263"/>
                  </a:cubicBezTo>
                  <a:cubicBezTo>
                    <a:pt x="10896" y="1539"/>
                    <a:pt x="11157" y="1969"/>
                    <a:pt x="11223" y="2441"/>
                  </a:cubicBezTo>
                  <a:cubicBezTo>
                    <a:pt x="11296" y="2962"/>
                    <a:pt x="11361" y="3765"/>
                    <a:pt x="11250" y="4643"/>
                  </a:cubicBezTo>
                  <a:cubicBezTo>
                    <a:pt x="11220" y="4885"/>
                    <a:pt x="11378" y="5107"/>
                    <a:pt x="11616" y="5156"/>
                  </a:cubicBezTo>
                  <a:cubicBezTo>
                    <a:pt x="11996" y="5236"/>
                    <a:pt x="12333" y="5427"/>
                    <a:pt x="12595" y="5712"/>
                  </a:cubicBezTo>
                  <a:cubicBezTo>
                    <a:pt x="13060" y="6212"/>
                    <a:pt x="13207" y="6924"/>
                    <a:pt x="12983" y="7567"/>
                  </a:cubicBezTo>
                  <a:lnTo>
                    <a:pt x="12983" y="7568"/>
                  </a:lnTo>
                  <a:cubicBezTo>
                    <a:pt x="12887" y="7843"/>
                    <a:pt x="12777" y="8115"/>
                    <a:pt x="12654" y="8374"/>
                  </a:cubicBezTo>
                  <a:cubicBezTo>
                    <a:pt x="12519" y="8662"/>
                    <a:pt x="12360" y="8950"/>
                    <a:pt x="12181" y="9226"/>
                  </a:cubicBezTo>
                  <a:cubicBezTo>
                    <a:pt x="12057" y="9419"/>
                    <a:pt x="12090" y="9674"/>
                    <a:pt x="12262" y="9826"/>
                  </a:cubicBezTo>
                  <a:cubicBezTo>
                    <a:pt x="12473" y="10015"/>
                    <a:pt x="12640" y="10241"/>
                    <a:pt x="12757" y="10500"/>
                  </a:cubicBezTo>
                  <a:cubicBezTo>
                    <a:pt x="13044" y="11131"/>
                    <a:pt x="12990" y="11853"/>
                    <a:pt x="12614" y="12434"/>
                  </a:cubicBezTo>
                  <a:cubicBezTo>
                    <a:pt x="12014" y="13359"/>
                    <a:pt x="11123" y="14156"/>
                    <a:pt x="9966" y="14801"/>
                  </a:cubicBezTo>
                  <a:cubicBezTo>
                    <a:pt x="9632" y="14986"/>
                    <a:pt x="9389" y="15181"/>
                    <a:pt x="9219" y="15395"/>
                  </a:cubicBezTo>
                  <a:cubicBezTo>
                    <a:pt x="8633" y="16128"/>
                    <a:pt x="8781" y="16775"/>
                    <a:pt x="8830" y="16988"/>
                  </a:cubicBezTo>
                  <a:cubicBezTo>
                    <a:pt x="8896" y="17278"/>
                    <a:pt x="8814" y="17574"/>
                    <a:pt x="8602" y="17786"/>
                  </a:cubicBezTo>
                  <a:cubicBezTo>
                    <a:pt x="8585" y="17802"/>
                    <a:pt x="8569" y="17817"/>
                    <a:pt x="8553" y="17831"/>
                  </a:cubicBezTo>
                  <a:cubicBezTo>
                    <a:pt x="8500" y="17876"/>
                    <a:pt x="8440" y="17917"/>
                    <a:pt x="8380" y="17946"/>
                  </a:cubicBezTo>
                  <a:cubicBezTo>
                    <a:pt x="8258" y="18009"/>
                    <a:pt x="8123" y="18040"/>
                    <a:pt x="7989" y="18040"/>
                  </a:cubicBezTo>
                  <a:cubicBezTo>
                    <a:pt x="7883" y="18040"/>
                    <a:pt x="7776" y="18020"/>
                    <a:pt x="7675" y="17980"/>
                  </a:cubicBezTo>
                  <a:cubicBezTo>
                    <a:pt x="7476" y="17899"/>
                    <a:pt x="2750" y="15945"/>
                    <a:pt x="1209" y="10128"/>
                  </a:cubicBezTo>
                  <a:cubicBezTo>
                    <a:pt x="1013" y="9390"/>
                    <a:pt x="1358" y="8632"/>
                    <a:pt x="2045" y="8284"/>
                  </a:cubicBezTo>
                  <a:cubicBezTo>
                    <a:pt x="2130" y="8241"/>
                    <a:pt x="2213" y="8207"/>
                    <a:pt x="2292" y="8182"/>
                  </a:cubicBezTo>
                  <a:cubicBezTo>
                    <a:pt x="2503" y="8117"/>
                    <a:pt x="2640" y="7911"/>
                    <a:pt x="2616" y="7691"/>
                  </a:cubicBezTo>
                  <a:cubicBezTo>
                    <a:pt x="2476" y="6326"/>
                    <a:pt x="2676" y="5119"/>
                    <a:pt x="3207" y="4097"/>
                  </a:cubicBezTo>
                  <a:cubicBezTo>
                    <a:pt x="3379" y="3766"/>
                    <a:pt x="3645" y="3502"/>
                    <a:pt x="3979" y="3333"/>
                  </a:cubicBezTo>
                  <a:cubicBezTo>
                    <a:pt x="4239" y="3200"/>
                    <a:pt x="4519" y="3134"/>
                    <a:pt x="4798" y="3134"/>
                  </a:cubicBezTo>
                  <a:cubicBezTo>
                    <a:pt x="5048" y="3134"/>
                    <a:pt x="5296" y="3187"/>
                    <a:pt x="5527" y="3295"/>
                  </a:cubicBezTo>
                  <a:cubicBezTo>
                    <a:pt x="5589" y="3324"/>
                    <a:pt x="5656" y="3338"/>
                    <a:pt x="5721" y="3338"/>
                  </a:cubicBezTo>
                  <a:cubicBezTo>
                    <a:pt x="5870" y="3338"/>
                    <a:pt x="6016" y="3266"/>
                    <a:pt x="6105" y="3135"/>
                  </a:cubicBezTo>
                  <a:cubicBezTo>
                    <a:pt x="6674" y="2305"/>
                    <a:pt x="7335" y="1696"/>
                    <a:pt x="8074" y="1323"/>
                  </a:cubicBezTo>
                  <a:cubicBezTo>
                    <a:pt x="8406" y="1154"/>
                    <a:pt x="8759" y="1033"/>
                    <a:pt x="9126" y="962"/>
                  </a:cubicBezTo>
                  <a:cubicBezTo>
                    <a:pt x="9238" y="941"/>
                    <a:pt x="9351" y="930"/>
                    <a:pt x="9464" y="930"/>
                  </a:cubicBezTo>
                  <a:close/>
                  <a:moveTo>
                    <a:pt x="9467" y="0"/>
                  </a:moveTo>
                  <a:cubicBezTo>
                    <a:pt x="9294" y="0"/>
                    <a:pt x="9122" y="17"/>
                    <a:pt x="8951" y="50"/>
                  </a:cubicBezTo>
                  <a:cubicBezTo>
                    <a:pt x="8499" y="136"/>
                    <a:pt x="8063" y="286"/>
                    <a:pt x="7656" y="493"/>
                  </a:cubicBezTo>
                  <a:cubicBezTo>
                    <a:pt x="6870" y="890"/>
                    <a:pt x="6163" y="1502"/>
                    <a:pt x="5553" y="2314"/>
                  </a:cubicBezTo>
                  <a:cubicBezTo>
                    <a:pt x="5306" y="2241"/>
                    <a:pt x="5052" y="2204"/>
                    <a:pt x="4797" y="2204"/>
                  </a:cubicBezTo>
                  <a:cubicBezTo>
                    <a:pt x="4375" y="2204"/>
                    <a:pt x="3951" y="2304"/>
                    <a:pt x="3558" y="2503"/>
                  </a:cubicBezTo>
                  <a:cubicBezTo>
                    <a:pt x="3049" y="2762"/>
                    <a:pt x="2642" y="3166"/>
                    <a:pt x="2380" y="3668"/>
                  </a:cubicBezTo>
                  <a:cubicBezTo>
                    <a:pt x="1811" y="4763"/>
                    <a:pt x="1569" y="6030"/>
                    <a:pt x="1661" y="7436"/>
                  </a:cubicBezTo>
                  <a:lnTo>
                    <a:pt x="1628" y="7452"/>
                  </a:lnTo>
                  <a:cubicBezTo>
                    <a:pt x="540" y="8001"/>
                    <a:pt x="0" y="9200"/>
                    <a:pt x="312" y="10366"/>
                  </a:cubicBezTo>
                  <a:cubicBezTo>
                    <a:pt x="1971" y="16629"/>
                    <a:pt x="7113" y="18755"/>
                    <a:pt x="7332" y="18843"/>
                  </a:cubicBezTo>
                  <a:cubicBezTo>
                    <a:pt x="7544" y="18928"/>
                    <a:pt x="7767" y="18970"/>
                    <a:pt x="7991" y="18970"/>
                  </a:cubicBezTo>
                  <a:cubicBezTo>
                    <a:pt x="8269" y="18970"/>
                    <a:pt x="8548" y="18904"/>
                    <a:pt x="8805" y="18778"/>
                  </a:cubicBezTo>
                  <a:cubicBezTo>
                    <a:pt x="8933" y="18713"/>
                    <a:pt x="9052" y="18632"/>
                    <a:pt x="9164" y="18537"/>
                  </a:cubicBezTo>
                  <a:cubicBezTo>
                    <a:pt x="9204" y="18502"/>
                    <a:pt x="9241" y="18468"/>
                    <a:pt x="9270" y="18437"/>
                  </a:cubicBezTo>
                  <a:cubicBezTo>
                    <a:pt x="9702" y="18005"/>
                    <a:pt x="9877" y="17386"/>
                    <a:pt x="9739" y="16782"/>
                  </a:cubicBezTo>
                  <a:cubicBezTo>
                    <a:pt x="9690" y="16562"/>
                    <a:pt x="9680" y="16313"/>
                    <a:pt x="9950" y="15976"/>
                  </a:cubicBezTo>
                  <a:cubicBezTo>
                    <a:pt x="10044" y="15858"/>
                    <a:pt x="10200" y="15739"/>
                    <a:pt x="10423" y="15613"/>
                  </a:cubicBezTo>
                  <a:cubicBezTo>
                    <a:pt x="11712" y="14893"/>
                    <a:pt x="12714" y="13994"/>
                    <a:pt x="13398" y="12938"/>
                  </a:cubicBezTo>
                  <a:cubicBezTo>
                    <a:pt x="13947" y="12092"/>
                    <a:pt x="14025" y="11037"/>
                    <a:pt x="13608" y="10117"/>
                  </a:cubicBezTo>
                  <a:cubicBezTo>
                    <a:pt x="13491" y="9859"/>
                    <a:pt x="13343" y="9625"/>
                    <a:pt x="13161" y="9414"/>
                  </a:cubicBezTo>
                  <a:cubicBezTo>
                    <a:pt x="13285" y="9202"/>
                    <a:pt x="13398" y="8985"/>
                    <a:pt x="13500" y="8769"/>
                  </a:cubicBezTo>
                  <a:cubicBezTo>
                    <a:pt x="13634" y="8481"/>
                    <a:pt x="13759" y="8180"/>
                    <a:pt x="13864" y="7873"/>
                  </a:cubicBezTo>
                  <a:cubicBezTo>
                    <a:pt x="14204" y="6903"/>
                    <a:pt x="13981" y="5834"/>
                    <a:pt x="13282" y="5080"/>
                  </a:cubicBezTo>
                  <a:cubicBezTo>
                    <a:pt x="12985" y="4757"/>
                    <a:pt x="12623" y="4514"/>
                    <a:pt x="12217" y="4363"/>
                  </a:cubicBezTo>
                  <a:cubicBezTo>
                    <a:pt x="12281" y="3542"/>
                    <a:pt x="12219" y="2809"/>
                    <a:pt x="12148" y="2313"/>
                  </a:cubicBezTo>
                  <a:cubicBezTo>
                    <a:pt x="12046" y="1588"/>
                    <a:pt x="11646" y="929"/>
                    <a:pt x="11048" y="506"/>
                  </a:cubicBezTo>
                  <a:cubicBezTo>
                    <a:pt x="10585" y="175"/>
                    <a:pt x="10028" y="0"/>
                    <a:pt x="94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33"/>
            <p:cNvSpPr/>
            <p:nvPr/>
          </p:nvSpPr>
          <p:spPr>
            <a:xfrm rot="-508132">
              <a:off x="7411415" y="3849297"/>
              <a:ext cx="676180" cy="611060"/>
            </a:xfrm>
            <a:custGeom>
              <a:avLst/>
              <a:gdLst/>
              <a:ahLst/>
              <a:cxnLst/>
              <a:rect l="l" t="t" r="r" b="b"/>
              <a:pathLst>
                <a:path w="17081" h="15436" extrusionOk="0">
                  <a:moveTo>
                    <a:pt x="7464" y="1"/>
                  </a:moveTo>
                  <a:cubicBezTo>
                    <a:pt x="7436" y="1"/>
                    <a:pt x="7407" y="3"/>
                    <a:pt x="7379" y="8"/>
                  </a:cubicBezTo>
                  <a:cubicBezTo>
                    <a:pt x="6907" y="97"/>
                    <a:pt x="6434" y="232"/>
                    <a:pt x="5979" y="410"/>
                  </a:cubicBezTo>
                  <a:cubicBezTo>
                    <a:pt x="1984" y="1968"/>
                    <a:pt x="0" y="6487"/>
                    <a:pt x="1559" y="10482"/>
                  </a:cubicBezTo>
                  <a:cubicBezTo>
                    <a:pt x="2757" y="13552"/>
                    <a:pt x="5702" y="15435"/>
                    <a:pt x="8817" y="15435"/>
                  </a:cubicBezTo>
                  <a:cubicBezTo>
                    <a:pt x="9755" y="15435"/>
                    <a:pt x="10708" y="15265"/>
                    <a:pt x="11632" y="14903"/>
                  </a:cubicBezTo>
                  <a:cubicBezTo>
                    <a:pt x="12853" y="14427"/>
                    <a:pt x="13941" y="13644"/>
                    <a:pt x="14778" y="12638"/>
                  </a:cubicBezTo>
                  <a:cubicBezTo>
                    <a:pt x="16593" y="10456"/>
                    <a:pt x="17080" y="7464"/>
                    <a:pt x="16054" y="4828"/>
                  </a:cubicBezTo>
                  <a:cubicBezTo>
                    <a:pt x="16027" y="4759"/>
                    <a:pt x="16007" y="4709"/>
                    <a:pt x="15993" y="4667"/>
                  </a:cubicBezTo>
                  <a:cubicBezTo>
                    <a:pt x="15948" y="4544"/>
                    <a:pt x="15920" y="4472"/>
                    <a:pt x="15824" y="4289"/>
                  </a:cubicBezTo>
                  <a:cubicBezTo>
                    <a:pt x="15741" y="4130"/>
                    <a:pt x="15580" y="4040"/>
                    <a:pt x="15413" y="4040"/>
                  </a:cubicBezTo>
                  <a:cubicBezTo>
                    <a:pt x="15340" y="4040"/>
                    <a:pt x="15266" y="4057"/>
                    <a:pt x="15196" y="4094"/>
                  </a:cubicBezTo>
                  <a:cubicBezTo>
                    <a:pt x="14969" y="4213"/>
                    <a:pt x="14880" y="4494"/>
                    <a:pt x="15001" y="4721"/>
                  </a:cubicBezTo>
                  <a:cubicBezTo>
                    <a:pt x="15072" y="4856"/>
                    <a:pt x="15084" y="4888"/>
                    <a:pt x="15120" y="4985"/>
                  </a:cubicBezTo>
                  <a:cubicBezTo>
                    <a:pt x="15136" y="5032"/>
                    <a:pt x="15155" y="5087"/>
                    <a:pt x="15187" y="5164"/>
                  </a:cubicBezTo>
                  <a:cubicBezTo>
                    <a:pt x="16092" y="7485"/>
                    <a:pt x="15660" y="10121"/>
                    <a:pt x="14063" y="12043"/>
                  </a:cubicBezTo>
                  <a:cubicBezTo>
                    <a:pt x="13326" y="12927"/>
                    <a:pt x="12370" y="13617"/>
                    <a:pt x="11294" y="14037"/>
                  </a:cubicBezTo>
                  <a:cubicBezTo>
                    <a:pt x="10479" y="14354"/>
                    <a:pt x="9640" y="14505"/>
                    <a:pt x="8815" y="14505"/>
                  </a:cubicBezTo>
                  <a:cubicBezTo>
                    <a:pt x="6074" y="14505"/>
                    <a:pt x="3480" y="12847"/>
                    <a:pt x="2426" y="10143"/>
                  </a:cubicBezTo>
                  <a:cubicBezTo>
                    <a:pt x="1053" y="6627"/>
                    <a:pt x="2799" y="2648"/>
                    <a:pt x="6317" y="1276"/>
                  </a:cubicBezTo>
                  <a:cubicBezTo>
                    <a:pt x="6719" y="1119"/>
                    <a:pt x="7133" y="1001"/>
                    <a:pt x="7549" y="923"/>
                  </a:cubicBezTo>
                  <a:cubicBezTo>
                    <a:pt x="7802" y="877"/>
                    <a:pt x="7969" y="633"/>
                    <a:pt x="7921" y="381"/>
                  </a:cubicBezTo>
                  <a:cubicBezTo>
                    <a:pt x="7879" y="157"/>
                    <a:pt x="7684" y="1"/>
                    <a:pt x="7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6" name="Google Shape;866;p33"/>
          <p:cNvGrpSpPr/>
          <p:nvPr/>
        </p:nvGrpSpPr>
        <p:grpSpPr>
          <a:xfrm>
            <a:off x="7606338" y="-390980"/>
            <a:ext cx="1450535" cy="1489880"/>
            <a:chOff x="6916245" y="83753"/>
            <a:chExt cx="1450535" cy="1489880"/>
          </a:xfrm>
        </p:grpSpPr>
        <p:sp>
          <p:nvSpPr>
            <p:cNvPr id="867" name="Google Shape;867;p33"/>
            <p:cNvSpPr/>
            <p:nvPr/>
          </p:nvSpPr>
          <p:spPr>
            <a:xfrm rot="1825215">
              <a:off x="7132051" y="263970"/>
              <a:ext cx="1018923" cy="1129446"/>
            </a:xfrm>
            <a:custGeom>
              <a:avLst/>
              <a:gdLst/>
              <a:ahLst/>
              <a:cxnLst/>
              <a:rect l="l" t="t" r="r" b="b"/>
              <a:pathLst>
                <a:path w="33447" h="37075" extrusionOk="0">
                  <a:moveTo>
                    <a:pt x="29821" y="2020"/>
                  </a:moveTo>
                  <a:cubicBezTo>
                    <a:pt x="30098" y="2020"/>
                    <a:pt x="30542" y="2159"/>
                    <a:pt x="31015" y="3049"/>
                  </a:cubicBezTo>
                  <a:cubicBezTo>
                    <a:pt x="31168" y="4100"/>
                    <a:pt x="30750" y="4349"/>
                    <a:pt x="29708" y="4970"/>
                  </a:cubicBezTo>
                  <a:cubicBezTo>
                    <a:pt x="28629" y="5615"/>
                    <a:pt x="27151" y="6496"/>
                    <a:pt x="26610" y="8726"/>
                  </a:cubicBezTo>
                  <a:lnTo>
                    <a:pt x="26427" y="9483"/>
                  </a:lnTo>
                  <a:lnTo>
                    <a:pt x="27114" y="9853"/>
                  </a:lnTo>
                  <a:cubicBezTo>
                    <a:pt x="28163" y="10417"/>
                    <a:pt x="28979" y="11449"/>
                    <a:pt x="29189" y="12480"/>
                  </a:cubicBezTo>
                  <a:cubicBezTo>
                    <a:pt x="29269" y="12865"/>
                    <a:pt x="29292" y="13412"/>
                    <a:pt x="28960" y="13828"/>
                  </a:cubicBezTo>
                  <a:lnTo>
                    <a:pt x="28672" y="14188"/>
                  </a:lnTo>
                  <a:lnTo>
                    <a:pt x="28756" y="14641"/>
                  </a:lnTo>
                  <a:cubicBezTo>
                    <a:pt x="28844" y="15113"/>
                    <a:pt x="28874" y="15679"/>
                    <a:pt x="28845" y="16318"/>
                  </a:cubicBezTo>
                  <a:lnTo>
                    <a:pt x="28816" y="17000"/>
                  </a:lnTo>
                  <a:lnTo>
                    <a:pt x="29193" y="17171"/>
                  </a:lnTo>
                  <a:cubicBezTo>
                    <a:pt x="29368" y="26117"/>
                    <a:pt x="20962" y="34597"/>
                    <a:pt x="11412" y="35047"/>
                  </a:cubicBezTo>
                  <a:cubicBezTo>
                    <a:pt x="11138" y="35053"/>
                    <a:pt x="10869" y="35056"/>
                    <a:pt x="10605" y="35056"/>
                  </a:cubicBezTo>
                  <a:cubicBezTo>
                    <a:pt x="6763" y="35056"/>
                    <a:pt x="3995" y="34413"/>
                    <a:pt x="2768" y="33222"/>
                  </a:cubicBezTo>
                  <a:cubicBezTo>
                    <a:pt x="2281" y="32749"/>
                    <a:pt x="2038" y="32188"/>
                    <a:pt x="2021" y="31504"/>
                  </a:cubicBezTo>
                  <a:cubicBezTo>
                    <a:pt x="2100" y="30699"/>
                    <a:pt x="2598" y="30064"/>
                    <a:pt x="3363" y="29794"/>
                  </a:cubicBezTo>
                  <a:cubicBezTo>
                    <a:pt x="7462" y="28750"/>
                    <a:pt x="12360" y="24189"/>
                    <a:pt x="12895" y="19263"/>
                  </a:cubicBezTo>
                  <a:cubicBezTo>
                    <a:pt x="13307" y="17080"/>
                    <a:pt x="14477" y="13136"/>
                    <a:pt x="17721" y="10951"/>
                  </a:cubicBezTo>
                  <a:lnTo>
                    <a:pt x="17802" y="10896"/>
                  </a:lnTo>
                  <a:cubicBezTo>
                    <a:pt x="17885" y="10840"/>
                    <a:pt x="18020" y="10746"/>
                    <a:pt x="18117" y="10694"/>
                  </a:cubicBezTo>
                  <a:lnTo>
                    <a:pt x="18562" y="10850"/>
                  </a:lnTo>
                  <a:lnTo>
                    <a:pt x="19012" y="10378"/>
                  </a:lnTo>
                  <a:cubicBezTo>
                    <a:pt x="19106" y="10280"/>
                    <a:pt x="19208" y="10184"/>
                    <a:pt x="19316" y="10092"/>
                  </a:cubicBezTo>
                  <a:lnTo>
                    <a:pt x="19699" y="9769"/>
                  </a:lnTo>
                  <a:lnTo>
                    <a:pt x="19673" y="9268"/>
                  </a:lnTo>
                  <a:cubicBezTo>
                    <a:pt x="19650" y="8828"/>
                    <a:pt x="19816" y="8372"/>
                    <a:pt x="20104" y="8080"/>
                  </a:cubicBezTo>
                  <a:cubicBezTo>
                    <a:pt x="20317" y="7866"/>
                    <a:pt x="20575" y="7756"/>
                    <a:pt x="20885" y="7756"/>
                  </a:cubicBezTo>
                  <a:cubicBezTo>
                    <a:pt x="20903" y="7756"/>
                    <a:pt x="20920" y="7757"/>
                    <a:pt x="20938" y="7758"/>
                  </a:cubicBezTo>
                  <a:lnTo>
                    <a:pt x="20962" y="7759"/>
                  </a:lnTo>
                  <a:lnTo>
                    <a:pt x="21020" y="7759"/>
                  </a:lnTo>
                  <a:cubicBezTo>
                    <a:pt x="21800" y="7759"/>
                    <a:pt x="22795" y="7962"/>
                    <a:pt x="23983" y="8365"/>
                  </a:cubicBezTo>
                  <a:lnTo>
                    <a:pt x="25177" y="8769"/>
                  </a:lnTo>
                  <a:lnTo>
                    <a:pt x="25311" y="7515"/>
                  </a:lnTo>
                  <a:cubicBezTo>
                    <a:pt x="25459" y="6123"/>
                    <a:pt x="27853" y="2356"/>
                    <a:pt x="29627" y="2040"/>
                  </a:cubicBezTo>
                  <a:cubicBezTo>
                    <a:pt x="29675" y="2031"/>
                    <a:pt x="29741" y="2020"/>
                    <a:pt x="29821" y="2020"/>
                  </a:cubicBezTo>
                  <a:close/>
                  <a:moveTo>
                    <a:pt x="29820" y="1"/>
                  </a:moveTo>
                  <a:cubicBezTo>
                    <a:pt x="29619" y="1"/>
                    <a:pt x="29436" y="21"/>
                    <a:pt x="29278" y="49"/>
                  </a:cubicBezTo>
                  <a:cubicBezTo>
                    <a:pt x="26885" y="477"/>
                    <a:pt x="24454" y="3839"/>
                    <a:pt x="23607" y="6134"/>
                  </a:cubicBezTo>
                  <a:cubicBezTo>
                    <a:pt x="22630" y="5867"/>
                    <a:pt x="21783" y="5738"/>
                    <a:pt x="21017" y="5738"/>
                  </a:cubicBezTo>
                  <a:cubicBezTo>
                    <a:pt x="21011" y="5738"/>
                    <a:pt x="21005" y="5738"/>
                    <a:pt x="20998" y="5738"/>
                  </a:cubicBezTo>
                  <a:cubicBezTo>
                    <a:pt x="20961" y="5736"/>
                    <a:pt x="20924" y="5736"/>
                    <a:pt x="20887" y="5736"/>
                  </a:cubicBezTo>
                  <a:cubicBezTo>
                    <a:pt x="20044" y="5736"/>
                    <a:pt x="19263" y="6063"/>
                    <a:pt x="18672" y="6660"/>
                  </a:cubicBezTo>
                  <a:cubicBezTo>
                    <a:pt x="18139" y="7198"/>
                    <a:pt x="17791" y="7930"/>
                    <a:pt x="17688" y="8701"/>
                  </a:cubicBezTo>
                  <a:cubicBezTo>
                    <a:pt x="17268" y="8811"/>
                    <a:pt x="16911" y="9058"/>
                    <a:pt x="16657" y="9234"/>
                  </a:cubicBezTo>
                  <a:lnTo>
                    <a:pt x="16589" y="9279"/>
                  </a:lnTo>
                  <a:cubicBezTo>
                    <a:pt x="12719" y="11887"/>
                    <a:pt x="11366" y="16446"/>
                    <a:pt x="10903" y="18932"/>
                  </a:cubicBezTo>
                  <a:lnTo>
                    <a:pt x="10891" y="19013"/>
                  </a:lnTo>
                  <a:cubicBezTo>
                    <a:pt x="10449" y="23291"/>
                    <a:pt x="5824" y="27101"/>
                    <a:pt x="2833" y="27845"/>
                  </a:cubicBezTo>
                  <a:lnTo>
                    <a:pt x="2758" y="27867"/>
                  </a:lnTo>
                  <a:cubicBezTo>
                    <a:pt x="1191" y="28389"/>
                    <a:pt x="135" y="29739"/>
                    <a:pt x="5" y="31386"/>
                  </a:cubicBezTo>
                  <a:lnTo>
                    <a:pt x="0" y="31430"/>
                  </a:lnTo>
                  <a:lnTo>
                    <a:pt x="0" y="31475"/>
                  </a:lnTo>
                  <a:cubicBezTo>
                    <a:pt x="10" y="32729"/>
                    <a:pt x="468" y="33806"/>
                    <a:pt x="1360" y="34671"/>
                  </a:cubicBezTo>
                  <a:cubicBezTo>
                    <a:pt x="3006" y="36267"/>
                    <a:pt x="6103" y="37074"/>
                    <a:pt x="10595" y="37074"/>
                  </a:cubicBezTo>
                  <a:cubicBezTo>
                    <a:pt x="10884" y="37074"/>
                    <a:pt x="11180" y="37072"/>
                    <a:pt x="11487" y="37064"/>
                  </a:cubicBezTo>
                  <a:cubicBezTo>
                    <a:pt x="22210" y="36557"/>
                    <a:pt x="31610" y="26901"/>
                    <a:pt x="31207" y="16780"/>
                  </a:cubicBezTo>
                  <a:cubicBezTo>
                    <a:pt x="31185" y="16460"/>
                    <a:pt x="31070" y="16163"/>
                    <a:pt x="30881" y="15917"/>
                  </a:cubicBezTo>
                  <a:cubicBezTo>
                    <a:pt x="30883" y="15479"/>
                    <a:pt x="30860" y="15075"/>
                    <a:pt x="30813" y="14693"/>
                  </a:cubicBezTo>
                  <a:cubicBezTo>
                    <a:pt x="31242" y="13950"/>
                    <a:pt x="31372" y="13037"/>
                    <a:pt x="31174" y="12073"/>
                  </a:cubicBezTo>
                  <a:cubicBezTo>
                    <a:pt x="30897" y="10715"/>
                    <a:pt x="30015" y="9417"/>
                    <a:pt x="28806" y="8533"/>
                  </a:cubicBezTo>
                  <a:cubicBezTo>
                    <a:pt x="29226" y="7613"/>
                    <a:pt x="29943" y="7185"/>
                    <a:pt x="30750" y="6703"/>
                  </a:cubicBezTo>
                  <a:cubicBezTo>
                    <a:pt x="31888" y="6023"/>
                    <a:pt x="33446" y="5095"/>
                    <a:pt x="32986" y="2549"/>
                  </a:cubicBezTo>
                  <a:lnTo>
                    <a:pt x="32961" y="2409"/>
                  </a:lnTo>
                  <a:lnTo>
                    <a:pt x="32898" y="2280"/>
                  </a:lnTo>
                  <a:cubicBezTo>
                    <a:pt x="31968" y="401"/>
                    <a:pt x="30717" y="1"/>
                    <a:pt x="29820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33"/>
            <p:cNvSpPr/>
            <p:nvPr/>
          </p:nvSpPr>
          <p:spPr>
            <a:xfrm rot="1825215">
              <a:off x="8250415" y="640894"/>
              <a:ext cx="1279" cy="6336"/>
            </a:xfrm>
            <a:custGeom>
              <a:avLst/>
              <a:gdLst/>
              <a:ahLst/>
              <a:cxnLst/>
              <a:rect l="l" t="t" r="r" b="b"/>
              <a:pathLst>
                <a:path w="42" h="208" extrusionOk="0">
                  <a:moveTo>
                    <a:pt x="0" y="0"/>
                  </a:moveTo>
                  <a:lnTo>
                    <a:pt x="0" y="0"/>
                  </a:lnTo>
                  <a:cubicBezTo>
                    <a:pt x="20" y="69"/>
                    <a:pt x="35" y="139"/>
                    <a:pt x="41" y="207"/>
                  </a:cubicBezTo>
                  <a:cubicBezTo>
                    <a:pt x="35" y="139"/>
                    <a:pt x="21" y="69"/>
                    <a:pt x="0" y="0"/>
                  </a:cubicBezTo>
                  <a:close/>
                </a:path>
              </a:pathLst>
            </a:custGeom>
            <a:solidFill>
              <a:srgbClr val="FFEB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33"/>
            <p:cNvSpPr/>
            <p:nvPr/>
          </p:nvSpPr>
          <p:spPr>
            <a:xfrm rot="1825215">
              <a:off x="7162381" y="296179"/>
              <a:ext cx="963266" cy="1068000"/>
            </a:xfrm>
            <a:custGeom>
              <a:avLst/>
              <a:gdLst/>
              <a:ahLst/>
              <a:cxnLst/>
              <a:rect l="l" t="t" r="r" b="b"/>
              <a:pathLst>
                <a:path w="31620" h="35058" extrusionOk="0">
                  <a:moveTo>
                    <a:pt x="28817" y="1"/>
                  </a:moveTo>
                  <a:cubicBezTo>
                    <a:pt x="26354" y="1"/>
                    <a:pt x="23487" y="4634"/>
                    <a:pt x="23300" y="6398"/>
                  </a:cubicBezTo>
                  <a:cubicBezTo>
                    <a:pt x="22240" y="6040"/>
                    <a:pt x="21054" y="5740"/>
                    <a:pt x="20011" y="5740"/>
                  </a:cubicBezTo>
                  <a:cubicBezTo>
                    <a:pt x="19998" y="5740"/>
                    <a:pt x="19985" y="5740"/>
                    <a:pt x="19972" y="5740"/>
                  </a:cubicBezTo>
                  <a:cubicBezTo>
                    <a:pt x="19940" y="5739"/>
                    <a:pt x="19908" y="5738"/>
                    <a:pt x="19877" y="5738"/>
                  </a:cubicBezTo>
                  <a:cubicBezTo>
                    <a:pt x="18445" y="5738"/>
                    <a:pt x="17592" y="7067"/>
                    <a:pt x="17658" y="8313"/>
                  </a:cubicBezTo>
                  <a:cubicBezTo>
                    <a:pt x="17510" y="8437"/>
                    <a:pt x="17381" y="8561"/>
                    <a:pt x="17273" y="8673"/>
                  </a:cubicBezTo>
                  <a:cubicBezTo>
                    <a:pt x="17220" y="8655"/>
                    <a:pt x="17165" y="8647"/>
                    <a:pt x="17109" y="8647"/>
                  </a:cubicBezTo>
                  <a:cubicBezTo>
                    <a:pt x="16783" y="8647"/>
                    <a:pt x="16414" y="8924"/>
                    <a:pt x="16143" y="9109"/>
                  </a:cubicBezTo>
                  <a:cubicBezTo>
                    <a:pt x="12578" y="11510"/>
                    <a:pt x="11318" y="15779"/>
                    <a:pt x="10885" y="18110"/>
                  </a:cubicBezTo>
                  <a:cubicBezTo>
                    <a:pt x="10401" y="22791"/>
                    <a:pt x="5576" y="26945"/>
                    <a:pt x="2067" y="27819"/>
                  </a:cubicBezTo>
                  <a:cubicBezTo>
                    <a:pt x="892" y="28210"/>
                    <a:pt x="99" y="29221"/>
                    <a:pt x="1" y="30459"/>
                  </a:cubicBezTo>
                  <a:cubicBezTo>
                    <a:pt x="34" y="34529"/>
                    <a:pt x="6021" y="35057"/>
                    <a:pt x="9572" y="35057"/>
                  </a:cubicBezTo>
                  <a:cubicBezTo>
                    <a:pt x="9876" y="35057"/>
                    <a:pt x="10163" y="35053"/>
                    <a:pt x="10427" y="35047"/>
                  </a:cubicBezTo>
                  <a:cubicBezTo>
                    <a:pt x="20147" y="34589"/>
                    <a:pt x="29582" y="25771"/>
                    <a:pt x="29186" y="15839"/>
                  </a:cubicBezTo>
                  <a:cubicBezTo>
                    <a:pt x="29172" y="15619"/>
                    <a:pt x="29033" y="15438"/>
                    <a:pt x="28847" y="15353"/>
                  </a:cubicBezTo>
                  <a:cubicBezTo>
                    <a:pt x="28881" y="14589"/>
                    <a:pt x="28838" y="13964"/>
                    <a:pt x="28742" y="13450"/>
                  </a:cubicBezTo>
                  <a:cubicBezTo>
                    <a:pt x="29960" y="11925"/>
                    <a:pt x="28841" y="9167"/>
                    <a:pt x="26585" y="7955"/>
                  </a:cubicBezTo>
                  <a:cubicBezTo>
                    <a:pt x="27509" y="4140"/>
                    <a:pt x="31620" y="5269"/>
                    <a:pt x="30979" y="1719"/>
                  </a:cubicBezTo>
                  <a:cubicBezTo>
                    <a:pt x="30371" y="488"/>
                    <a:pt x="29615" y="1"/>
                    <a:pt x="2881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33"/>
            <p:cNvSpPr/>
            <p:nvPr/>
          </p:nvSpPr>
          <p:spPr>
            <a:xfrm rot="1825215">
              <a:off x="7184322" y="576553"/>
              <a:ext cx="821000" cy="703805"/>
            </a:xfrm>
            <a:custGeom>
              <a:avLst/>
              <a:gdLst/>
              <a:ahLst/>
              <a:cxnLst/>
              <a:rect l="l" t="t" r="r" b="b"/>
              <a:pathLst>
                <a:path w="26950" h="23103" extrusionOk="0">
                  <a:moveTo>
                    <a:pt x="19353" y="0"/>
                  </a:moveTo>
                  <a:cubicBezTo>
                    <a:pt x="12633" y="0"/>
                    <a:pt x="10792" y="6145"/>
                    <a:pt x="10302" y="8927"/>
                  </a:cubicBezTo>
                  <a:cubicBezTo>
                    <a:pt x="9972" y="10812"/>
                    <a:pt x="9288" y="12632"/>
                    <a:pt x="8160" y="14177"/>
                  </a:cubicBezTo>
                  <a:cubicBezTo>
                    <a:pt x="6125" y="16965"/>
                    <a:pt x="3382" y="18383"/>
                    <a:pt x="1308" y="19097"/>
                  </a:cubicBezTo>
                  <a:cubicBezTo>
                    <a:pt x="101" y="19512"/>
                    <a:pt x="0" y="21173"/>
                    <a:pt x="1141" y="21743"/>
                  </a:cubicBezTo>
                  <a:cubicBezTo>
                    <a:pt x="3132" y="22736"/>
                    <a:pt x="5225" y="23102"/>
                    <a:pt x="7231" y="23102"/>
                  </a:cubicBezTo>
                  <a:cubicBezTo>
                    <a:pt x="7689" y="23102"/>
                    <a:pt x="8143" y="23083"/>
                    <a:pt x="8590" y="23048"/>
                  </a:cubicBezTo>
                  <a:cubicBezTo>
                    <a:pt x="14936" y="22548"/>
                    <a:pt x="20560" y="18601"/>
                    <a:pt x="23246" y="12830"/>
                  </a:cubicBezTo>
                  <a:cubicBezTo>
                    <a:pt x="26950" y="4877"/>
                    <a:pt x="21795" y="244"/>
                    <a:pt x="21795" y="244"/>
                  </a:cubicBezTo>
                  <a:cubicBezTo>
                    <a:pt x="20917" y="77"/>
                    <a:pt x="20105" y="0"/>
                    <a:pt x="193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71" name="Google Shape;871;p33"/>
            <p:cNvSpPr/>
            <p:nvPr/>
          </p:nvSpPr>
          <p:spPr>
            <a:xfrm rot="1825215">
              <a:off x="7100641" y="525467"/>
              <a:ext cx="896580" cy="806011"/>
            </a:xfrm>
            <a:custGeom>
              <a:avLst/>
              <a:gdLst/>
              <a:ahLst/>
              <a:cxnLst/>
              <a:rect l="l" t="t" r="r" b="b"/>
              <a:pathLst>
                <a:path w="29431" h="26458" extrusionOk="0">
                  <a:moveTo>
                    <a:pt x="17158" y="0"/>
                  </a:moveTo>
                  <a:cubicBezTo>
                    <a:pt x="17062" y="0"/>
                    <a:pt x="16964" y="24"/>
                    <a:pt x="16874" y="75"/>
                  </a:cubicBezTo>
                  <a:cubicBezTo>
                    <a:pt x="16659" y="197"/>
                    <a:pt x="16443" y="331"/>
                    <a:pt x="16235" y="472"/>
                  </a:cubicBezTo>
                  <a:cubicBezTo>
                    <a:pt x="12671" y="2873"/>
                    <a:pt x="11410" y="7142"/>
                    <a:pt x="10977" y="9473"/>
                  </a:cubicBezTo>
                  <a:cubicBezTo>
                    <a:pt x="10611" y="11425"/>
                    <a:pt x="9903" y="13110"/>
                    <a:pt x="8875" y="14484"/>
                  </a:cubicBezTo>
                  <a:cubicBezTo>
                    <a:pt x="6846" y="17201"/>
                    <a:pt x="4105" y="18538"/>
                    <a:pt x="2159" y="19181"/>
                  </a:cubicBezTo>
                  <a:cubicBezTo>
                    <a:pt x="983" y="19573"/>
                    <a:pt x="191" y="20583"/>
                    <a:pt x="93" y="21821"/>
                  </a:cubicBezTo>
                  <a:cubicBezTo>
                    <a:pt x="0" y="23063"/>
                    <a:pt x="631" y="24189"/>
                    <a:pt x="1739" y="24757"/>
                  </a:cubicBezTo>
                  <a:cubicBezTo>
                    <a:pt x="3417" y="25618"/>
                    <a:pt x="5279" y="26157"/>
                    <a:pt x="7274" y="26362"/>
                  </a:cubicBezTo>
                  <a:cubicBezTo>
                    <a:pt x="7886" y="26426"/>
                    <a:pt x="8512" y="26457"/>
                    <a:pt x="9147" y="26457"/>
                  </a:cubicBezTo>
                  <a:cubicBezTo>
                    <a:pt x="9600" y="26457"/>
                    <a:pt x="10059" y="26441"/>
                    <a:pt x="10516" y="26414"/>
                  </a:cubicBezTo>
                  <a:cubicBezTo>
                    <a:pt x="17880" y="25919"/>
                    <a:pt x="24449" y="21449"/>
                    <a:pt x="27662" y="14747"/>
                  </a:cubicBezTo>
                  <a:cubicBezTo>
                    <a:pt x="28888" y="12184"/>
                    <a:pt x="29430" y="9647"/>
                    <a:pt x="29275" y="7203"/>
                  </a:cubicBezTo>
                  <a:cubicBezTo>
                    <a:pt x="29255" y="6898"/>
                    <a:pt x="29000" y="6664"/>
                    <a:pt x="28700" y="6664"/>
                  </a:cubicBezTo>
                  <a:cubicBezTo>
                    <a:pt x="28688" y="6664"/>
                    <a:pt x="28677" y="6664"/>
                    <a:pt x="28665" y="6665"/>
                  </a:cubicBezTo>
                  <a:cubicBezTo>
                    <a:pt x="28348" y="6686"/>
                    <a:pt x="28106" y="6958"/>
                    <a:pt x="28126" y="7275"/>
                  </a:cubicBezTo>
                  <a:cubicBezTo>
                    <a:pt x="28269" y="9520"/>
                    <a:pt x="27764" y="11865"/>
                    <a:pt x="26623" y="14247"/>
                  </a:cubicBezTo>
                  <a:cubicBezTo>
                    <a:pt x="23591" y="20577"/>
                    <a:pt x="17390" y="24798"/>
                    <a:pt x="10437" y="25263"/>
                  </a:cubicBezTo>
                  <a:cubicBezTo>
                    <a:pt x="10004" y="25294"/>
                    <a:pt x="9573" y="25309"/>
                    <a:pt x="9146" y="25309"/>
                  </a:cubicBezTo>
                  <a:cubicBezTo>
                    <a:pt x="8550" y="25309"/>
                    <a:pt x="7963" y="25279"/>
                    <a:pt x="7389" y="25220"/>
                  </a:cubicBezTo>
                  <a:cubicBezTo>
                    <a:pt x="5536" y="25031"/>
                    <a:pt x="3812" y="24530"/>
                    <a:pt x="2262" y="23735"/>
                  </a:cubicBezTo>
                  <a:cubicBezTo>
                    <a:pt x="1573" y="23382"/>
                    <a:pt x="1181" y="22682"/>
                    <a:pt x="1238" y="21912"/>
                  </a:cubicBezTo>
                  <a:cubicBezTo>
                    <a:pt x="1301" y="21144"/>
                    <a:pt x="1792" y="20517"/>
                    <a:pt x="2521" y="20275"/>
                  </a:cubicBezTo>
                  <a:cubicBezTo>
                    <a:pt x="4622" y="19579"/>
                    <a:pt x="7589" y="18130"/>
                    <a:pt x="9794" y="15174"/>
                  </a:cubicBezTo>
                  <a:cubicBezTo>
                    <a:pt x="10931" y="13659"/>
                    <a:pt x="11709" y="11811"/>
                    <a:pt x="12108" y="9685"/>
                  </a:cubicBezTo>
                  <a:cubicBezTo>
                    <a:pt x="12508" y="7530"/>
                    <a:pt x="13661" y="3593"/>
                    <a:pt x="16878" y="1426"/>
                  </a:cubicBezTo>
                  <a:cubicBezTo>
                    <a:pt x="17062" y="1301"/>
                    <a:pt x="17252" y="1183"/>
                    <a:pt x="17442" y="1076"/>
                  </a:cubicBezTo>
                  <a:cubicBezTo>
                    <a:pt x="17719" y="919"/>
                    <a:pt x="17816" y="568"/>
                    <a:pt x="17659" y="292"/>
                  </a:cubicBezTo>
                  <a:cubicBezTo>
                    <a:pt x="17553" y="105"/>
                    <a:pt x="17358" y="0"/>
                    <a:pt x="171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33"/>
            <p:cNvSpPr/>
            <p:nvPr/>
          </p:nvSpPr>
          <p:spPr>
            <a:xfrm rot="1825215">
              <a:off x="7417941" y="1151587"/>
              <a:ext cx="67965" cy="53890"/>
            </a:xfrm>
            <a:custGeom>
              <a:avLst/>
              <a:gdLst/>
              <a:ahLst/>
              <a:cxnLst/>
              <a:rect l="l" t="t" r="r" b="b"/>
              <a:pathLst>
                <a:path w="2231" h="1769" extrusionOk="0">
                  <a:moveTo>
                    <a:pt x="1489" y="0"/>
                  </a:moveTo>
                  <a:cubicBezTo>
                    <a:pt x="1361" y="0"/>
                    <a:pt x="1231" y="38"/>
                    <a:pt x="1117" y="117"/>
                  </a:cubicBezTo>
                  <a:cubicBezTo>
                    <a:pt x="894" y="270"/>
                    <a:pt x="664" y="414"/>
                    <a:pt x="428" y="547"/>
                  </a:cubicBezTo>
                  <a:cubicBezTo>
                    <a:pt x="114" y="723"/>
                    <a:pt x="1" y="1121"/>
                    <a:pt x="177" y="1435"/>
                  </a:cubicBezTo>
                  <a:cubicBezTo>
                    <a:pt x="298" y="1649"/>
                    <a:pt x="519" y="1769"/>
                    <a:pt x="747" y="1769"/>
                  </a:cubicBezTo>
                  <a:cubicBezTo>
                    <a:pt x="855" y="1769"/>
                    <a:pt x="964" y="1742"/>
                    <a:pt x="1065" y="1686"/>
                  </a:cubicBezTo>
                  <a:cubicBezTo>
                    <a:pt x="1336" y="1535"/>
                    <a:pt x="1605" y="1368"/>
                    <a:pt x="1861" y="1190"/>
                  </a:cubicBezTo>
                  <a:cubicBezTo>
                    <a:pt x="2158" y="983"/>
                    <a:pt x="2230" y="577"/>
                    <a:pt x="2025" y="281"/>
                  </a:cubicBezTo>
                  <a:cubicBezTo>
                    <a:pt x="1898" y="98"/>
                    <a:pt x="1695" y="0"/>
                    <a:pt x="14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33"/>
            <p:cNvSpPr/>
            <p:nvPr/>
          </p:nvSpPr>
          <p:spPr>
            <a:xfrm rot="1825215">
              <a:off x="7282893" y="1130987"/>
              <a:ext cx="126790" cy="54622"/>
            </a:xfrm>
            <a:custGeom>
              <a:avLst/>
              <a:gdLst/>
              <a:ahLst/>
              <a:cxnLst/>
              <a:rect l="l" t="t" r="r" b="b"/>
              <a:pathLst>
                <a:path w="4162" h="1793" extrusionOk="0">
                  <a:moveTo>
                    <a:pt x="3429" y="1"/>
                  </a:moveTo>
                  <a:cubicBezTo>
                    <a:pt x="3361" y="1"/>
                    <a:pt x="3291" y="11"/>
                    <a:pt x="3223" y="34"/>
                  </a:cubicBezTo>
                  <a:cubicBezTo>
                    <a:pt x="2397" y="306"/>
                    <a:pt x="1529" y="458"/>
                    <a:pt x="644" y="487"/>
                  </a:cubicBezTo>
                  <a:cubicBezTo>
                    <a:pt x="282" y="498"/>
                    <a:pt x="1" y="800"/>
                    <a:pt x="12" y="1159"/>
                  </a:cubicBezTo>
                  <a:cubicBezTo>
                    <a:pt x="23" y="1512"/>
                    <a:pt x="314" y="1792"/>
                    <a:pt x="664" y="1792"/>
                  </a:cubicBezTo>
                  <a:cubicBezTo>
                    <a:pt x="671" y="1792"/>
                    <a:pt x="677" y="1792"/>
                    <a:pt x="686" y="1793"/>
                  </a:cubicBezTo>
                  <a:cubicBezTo>
                    <a:pt x="1695" y="1761"/>
                    <a:pt x="2687" y="1587"/>
                    <a:pt x="3633" y="1274"/>
                  </a:cubicBezTo>
                  <a:cubicBezTo>
                    <a:pt x="3976" y="1161"/>
                    <a:pt x="4161" y="791"/>
                    <a:pt x="4048" y="449"/>
                  </a:cubicBezTo>
                  <a:cubicBezTo>
                    <a:pt x="3957" y="174"/>
                    <a:pt x="3703" y="1"/>
                    <a:pt x="34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33"/>
            <p:cNvSpPr/>
            <p:nvPr/>
          </p:nvSpPr>
          <p:spPr>
            <a:xfrm rot="1825215">
              <a:off x="8035944" y="555622"/>
              <a:ext cx="184458" cy="248707"/>
            </a:xfrm>
            <a:custGeom>
              <a:avLst/>
              <a:gdLst/>
              <a:ahLst/>
              <a:cxnLst/>
              <a:rect l="l" t="t" r="r" b="b"/>
              <a:pathLst>
                <a:path w="6055" h="8164" extrusionOk="0">
                  <a:moveTo>
                    <a:pt x="4701" y="0"/>
                  </a:moveTo>
                  <a:cubicBezTo>
                    <a:pt x="4477" y="0"/>
                    <a:pt x="4249" y="61"/>
                    <a:pt x="4046" y="192"/>
                  </a:cubicBezTo>
                  <a:cubicBezTo>
                    <a:pt x="782" y="2299"/>
                    <a:pt x="134" y="6410"/>
                    <a:pt x="19" y="7491"/>
                  </a:cubicBezTo>
                  <a:cubicBezTo>
                    <a:pt x="0" y="7665"/>
                    <a:pt x="60" y="7838"/>
                    <a:pt x="183" y="7963"/>
                  </a:cubicBezTo>
                  <a:cubicBezTo>
                    <a:pt x="191" y="7972"/>
                    <a:pt x="198" y="7980"/>
                    <a:pt x="205" y="7988"/>
                  </a:cubicBezTo>
                  <a:cubicBezTo>
                    <a:pt x="323" y="8108"/>
                    <a:pt x="471" y="8163"/>
                    <a:pt x="617" y="8163"/>
                  </a:cubicBezTo>
                  <a:cubicBezTo>
                    <a:pt x="886" y="8163"/>
                    <a:pt x="1148" y="7976"/>
                    <a:pt x="1195" y="7668"/>
                  </a:cubicBezTo>
                  <a:cubicBezTo>
                    <a:pt x="1723" y="4219"/>
                    <a:pt x="3922" y="2848"/>
                    <a:pt x="5142" y="2345"/>
                  </a:cubicBezTo>
                  <a:cubicBezTo>
                    <a:pt x="5725" y="2105"/>
                    <a:pt x="6055" y="1469"/>
                    <a:pt x="5875" y="865"/>
                  </a:cubicBezTo>
                  <a:cubicBezTo>
                    <a:pt x="5871" y="853"/>
                    <a:pt x="5867" y="839"/>
                    <a:pt x="5864" y="827"/>
                  </a:cubicBezTo>
                  <a:cubicBezTo>
                    <a:pt x="5698" y="309"/>
                    <a:pt x="5207" y="0"/>
                    <a:pt x="47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33"/>
            <p:cNvSpPr/>
            <p:nvPr/>
          </p:nvSpPr>
          <p:spPr>
            <a:xfrm rot="1825215">
              <a:off x="7795363" y="649028"/>
              <a:ext cx="302170" cy="229880"/>
            </a:xfrm>
            <a:custGeom>
              <a:avLst/>
              <a:gdLst/>
              <a:ahLst/>
              <a:cxnLst/>
              <a:rect l="l" t="t" r="r" b="b"/>
              <a:pathLst>
                <a:path w="9919" h="7546" extrusionOk="0">
                  <a:moveTo>
                    <a:pt x="1696" y="0"/>
                  </a:moveTo>
                  <a:cubicBezTo>
                    <a:pt x="1684" y="0"/>
                    <a:pt x="1673" y="0"/>
                    <a:pt x="1661" y="0"/>
                  </a:cubicBezTo>
                  <a:cubicBezTo>
                    <a:pt x="264" y="12"/>
                    <a:pt x="0" y="2001"/>
                    <a:pt x="1344" y="2377"/>
                  </a:cubicBezTo>
                  <a:cubicBezTo>
                    <a:pt x="1724" y="2483"/>
                    <a:pt x="2208" y="2553"/>
                    <a:pt x="2822" y="2553"/>
                  </a:cubicBezTo>
                  <a:cubicBezTo>
                    <a:pt x="2939" y="2553"/>
                    <a:pt x="3061" y="2551"/>
                    <a:pt x="3188" y="2545"/>
                  </a:cubicBezTo>
                  <a:lnTo>
                    <a:pt x="3188" y="2545"/>
                  </a:lnTo>
                  <a:cubicBezTo>
                    <a:pt x="3188" y="2545"/>
                    <a:pt x="1030" y="3159"/>
                    <a:pt x="1279" y="4852"/>
                  </a:cubicBezTo>
                  <a:cubicBezTo>
                    <a:pt x="1375" y="5507"/>
                    <a:pt x="1936" y="6000"/>
                    <a:pt x="2559" y="6000"/>
                  </a:cubicBezTo>
                  <a:cubicBezTo>
                    <a:pt x="2680" y="6000"/>
                    <a:pt x="2804" y="5981"/>
                    <a:pt x="2927" y="5941"/>
                  </a:cubicBezTo>
                  <a:cubicBezTo>
                    <a:pt x="3413" y="5783"/>
                    <a:pt x="4008" y="5366"/>
                    <a:pt x="4659" y="4433"/>
                  </a:cubicBezTo>
                  <a:lnTo>
                    <a:pt x="4659" y="4433"/>
                  </a:lnTo>
                  <a:cubicBezTo>
                    <a:pt x="4659" y="4433"/>
                    <a:pt x="3935" y="6008"/>
                    <a:pt x="4698" y="7074"/>
                  </a:cubicBezTo>
                  <a:cubicBezTo>
                    <a:pt x="4926" y="7392"/>
                    <a:pt x="5265" y="7546"/>
                    <a:pt x="5601" y="7546"/>
                  </a:cubicBezTo>
                  <a:cubicBezTo>
                    <a:pt x="6003" y="7546"/>
                    <a:pt x="6402" y="7327"/>
                    <a:pt x="6608" y="6906"/>
                  </a:cubicBezTo>
                  <a:cubicBezTo>
                    <a:pt x="6818" y="6475"/>
                    <a:pt x="6941" y="5868"/>
                    <a:pt x="6765" y="5042"/>
                  </a:cubicBezTo>
                  <a:lnTo>
                    <a:pt x="6765" y="5042"/>
                  </a:lnTo>
                  <a:cubicBezTo>
                    <a:pt x="6765" y="5042"/>
                    <a:pt x="7246" y="6397"/>
                    <a:pt x="8399" y="6397"/>
                  </a:cubicBezTo>
                  <a:cubicBezTo>
                    <a:pt x="8419" y="6397"/>
                    <a:pt x="8440" y="6396"/>
                    <a:pt x="8460" y="6395"/>
                  </a:cubicBezTo>
                  <a:cubicBezTo>
                    <a:pt x="9288" y="6362"/>
                    <a:pt x="9918" y="5575"/>
                    <a:pt x="9796" y="4756"/>
                  </a:cubicBezTo>
                  <a:cubicBezTo>
                    <a:pt x="9664" y="3872"/>
                    <a:pt x="8936" y="2604"/>
                    <a:pt x="6386" y="1299"/>
                  </a:cubicBezTo>
                  <a:cubicBezTo>
                    <a:pt x="6386" y="1299"/>
                    <a:pt x="3600" y="0"/>
                    <a:pt x="16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33"/>
            <p:cNvSpPr/>
            <p:nvPr/>
          </p:nvSpPr>
          <p:spPr>
            <a:xfrm rot="1825215">
              <a:off x="7810255" y="469716"/>
              <a:ext cx="420492" cy="473925"/>
            </a:xfrm>
            <a:custGeom>
              <a:avLst/>
              <a:gdLst/>
              <a:ahLst/>
              <a:cxnLst/>
              <a:rect l="l" t="t" r="r" b="b"/>
              <a:pathLst>
                <a:path w="13803" h="15557" extrusionOk="0">
                  <a:moveTo>
                    <a:pt x="11179" y="1150"/>
                  </a:moveTo>
                  <a:cubicBezTo>
                    <a:pt x="11685" y="1150"/>
                    <a:pt x="12177" y="1460"/>
                    <a:pt x="12339" y="1977"/>
                  </a:cubicBezTo>
                  <a:cubicBezTo>
                    <a:pt x="12344" y="1989"/>
                    <a:pt x="12348" y="2002"/>
                    <a:pt x="12352" y="2014"/>
                  </a:cubicBezTo>
                  <a:cubicBezTo>
                    <a:pt x="12531" y="2618"/>
                    <a:pt x="12201" y="3255"/>
                    <a:pt x="11619" y="3495"/>
                  </a:cubicBezTo>
                  <a:cubicBezTo>
                    <a:pt x="10444" y="3980"/>
                    <a:pt x="8360" y="5277"/>
                    <a:pt x="7739" y="8459"/>
                  </a:cubicBezTo>
                  <a:cubicBezTo>
                    <a:pt x="9840" y="9654"/>
                    <a:pt x="10471" y="10797"/>
                    <a:pt x="10592" y="11614"/>
                  </a:cubicBezTo>
                  <a:cubicBezTo>
                    <a:pt x="10715" y="12434"/>
                    <a:pt x="10083" y="13219"/>
                    <a:pt x="9256" y="13253"/>
                  </a:cubicBezTo>
                  <a:cubicBezTo>
                    <a:pt x="9237" y="13254"/>
                    <a:pt x="9215" y="13254"/>
                    <a:pt x="9195" y="13254"/>
                  </a:cubicBezTo>
                  <a:cubicBezTo>
                    <a:pt x="8042" y="13254"/>
                    <a:pt x="7562" y="11900"/>
                    <a:pt x="7562" y="11900"/>
                  </a:cubicBezTo>
                  <a:lnTo>
                    <a:pt x="7562" y="11900"/>
                  </a:lnTo>
                  <a:cubicBezTo>
                    <a:pt x="7738" y="12725"/>
                    <a:pt x="7615" y="13332"/>
                    <a:pt x="7405" y="13763"/>
                  </a:cubicBezTo>
                  <a:cubicBezTo>
                    <a:pt x="7200" y="14184"/>
                    <a:pt x="6801" y="14404"/>
                    <a:pt x="6398" y="14404"/>
                  </a:cubicBezTo>
                  <a:cubicBezTo>
                    <a:pt x="6062" y="14404"/>
                    <a:pt x="5723" y="14251"/>
                    <a:pt x="5496" y="13931"/>
                  </a:cubicBezTo>
                  <a:cubicBezTo>
                    <a:pt x="4731" y="12866"/>
                    <a:pt x="5457" y="11291"/>
                    <a:pt x="5457" y="11291"/>
                  </a:cubicBezTo>
                  <a:lnTo>
                    <a:pt x="5457" y="11291"/>
                  </a:lnTo>
                  <a:cubicBezTo>
                    <a:pt x="4805" y="12223"/>
                    <a:pt x="4211" y="12641"/>
                    <a:pt x="3724" y="12798"/>
                  </a:cubicBezTo>
                  <a:cubicBezTo>
                    <a:pt x="3602" y="12838"/>
                    <a:pt x="3478" y="12856"/>
                    <a:pt x="3356" y="12856"/>
                  </a:cubicBezTo>
                  <a:cubicBezTo>
                    <a:pt x="2734" y="12856"/>
                    <a:pt x="2173" y="12365"/>
                    <a:pt x="2077" y="11708"/>
                  </a:cubicBezTo>
                  <a:cubicBezTo>
                    <a:pt x="1828" y="10015"/>
                    <a:pt x="3986" y="9401"/>
                    <a:pt x="3986" y="9401"/>
                  </a:cubicBezTo>
                  <a:lnTo>
                    <a:pt x="3986" y="9401"/>
                  </a:lnTo>
                  <a:cubicBezTo>
                    <a:pt x="3858" y="9407"/>
                    <a:pt x="3735" y="9410"/>
                    <a:pt x="3617" y="9410"/>
                  </a:cubicBezTo>
                  <a:cubicBezTo>
                    <a:pt x="3005" y="9410"/>
                    <a:pt x="2523" y="9340"/>
                    <a:pt x="2142" y="9233"/>
                  </a:cubicBezTo>
                  <a:cubicBezTo>
                    <a:pt x="797" y="8856"/>
                    <a:pt x="1061" y="6869"/>
                    <a:pt x="2459" y="6856"/>
                  </a:cubicBezTo>
                  <a:lnTo>
                    <a:pt x="2494" y="6856"/>
                  </a:lnTo>
                  <a:cubicBezTo>
                    <a:pt x="3865" y="6856"/>
                    <a:pt x="5689" y="7528"/>
                    <a:pt x="6604" y="7904"/>
                  </a:cubicBezTo>
                  <a:cubicBezTo>
                    <a:pt x="6888" y="6290"/>
                    <a:pt x="7782" y="3111"/>
                    <a:pt x="10524" y="1340"/>
                  </a:cubicBezTo>
                  <a:cubicBezTo>
                    <a:pt x="10727" y="1213"/>
                    <a:pt x="10954" y="1150"/>
                    <a:pt x="11179" y="1150"/>
                  </a:cubicBezTo>
                  <a:close/>
                  <a:moveTo>
                    <a:pt x="11179" y="1"/>
                  </a:moveTo>
                  <a:cubicBezTo>
                    <a:pt x="10724" y="1"/>
                    <a:pt x="10280" y="130"/>
                    <a:pt x="9900" y="377"/>
                  </a:cubicBezTo>
                  <a:cubicBezTo>
                    <a:pt x="7456" y="1954"/>
                    <a:pt x="6311" y="4459"/>
                    <a:pt x="5776" y="6368"/>
                  </a:cubicBezTo>
                  <a:cubicBezTo>
                    <a:pt x="4720" y="6011"/>
                    <a:pt x="3527" y="5709"/>
                    <a:pt x="2494" y="5709"/>
                  </a:cubicBezTo>
                  <a:lnTo>
                    <a:pt x="2448" y="5709"/>
                  </a:lnTo>
                  <a:cubicBezTo>
                    <a:pt x="1243" y="5718"/>
                    <a:pt x="290" y="6562"/>
                    <a:pt x="131" y="7759"/>
                  </a:cubicBezTo>
                  <a:cubicBezTo>
                    <a:pt x="0" y="8740"/>
                    <a:pt x="447" y="9631"/>
                    <a:pt x="1251" y="10100"/>
                  </a:cubicBezTo>
                  <a:cubicBezTo>
                    <a:pt x="977" y="10591"/>
                    <a:pt x="836" y="11183"/>
                    <a:pt x="938" y="11878"/>
                  </a:cubicBezTo>
                  <a:cubicBezTo>
                    <a:pt x="1117" y="13093"/>
                    <a:pt x="2157" y="14009"/>
                    <a:pt x="3356" y="14009"/>
                  </a:cubicBezTo>
                  <a:cubicBezTo>
                    <a:pt x="3601" y="14009"/>
                    <a:pt x="3844" y="13972"/>
                    <a:pt x="4078" y="13896"/>
                  </a:cubicBezTo>
                  <a:cubicBezTo>
                    <a:pt x="4110" y="13885"/>
                    <a:pt x="4144" y="13874"/>
                    <a:pt x="4176" y="13863"/>
                  </a:cubicBezTo>
                  <a:cubicBezTo>
                    <a:pt x="4264" y="14115"/>
                    <a:pt x="4389" y="14365"/>
                    <a:pt x="4562" y="14603"/>
                  </a:cubicBezTo>
                  <a:cubicBezTo>
                    <a:pt x="4995" y="15210"/>
                    <a:pt x="5666" y="15557"/>
                    <a:pt x="6401" y="15557"/>
                  </a:cubicBezTo>
                  <a:cubicBezTo>
                    <a:pt x="7264" y="15557"/>
                    <a:pt x="8040" y="15073"/>
                    <a:pt x="8430" y="14291"/>
                  </a:cubicBezTo>
                  <a:cubicBezTo>
                    <a:pt x="8665" y="14365"/>
                    <a:pt x="8920" y="14407"/>
                    <a:pt x="9196" y="14407"/>
                  </a:cubicBezTo>
                  <a:cubicBezTo>
                    <a:pt x="9233" y="14407"/>
                    <a:pt x="9269" y="14405"/>
                    <a:pt x="9306" y="14404"/>
                  </a:cubicBezTo>
                  <a:cubicBezTo>
                    <a:pt x="10020" y="14375"/>
                    <a:pt x="10695" y="14035"/>
                    <a:pt x="11161" y="13472"/>
                  </a:cubicBezTo>
                  <a:cubicBezTo>
                    <a:pt x="11631" y="12903"/>
                    <a:pt x="11840" y="12164"/>
                    <a:pt x="11732" y="11445"/>
                  </a:cubicBezTo>
                  <a:cubicBezTo>
                    <a:pt x="11540" y="10159"/>
                    <a:pt x="10643" y="8977"/>
                    <a:pt x="9061" y="7922"/>
                  </a:cubicBezTo>
                  <a:cubicBezTo>
                    <a:pt x="9724" y="5815"/>
                    <a:pt x="11188" y="4919"/>
                    <a:pt x="12058" y="4559"/>
                  </a:cubicBezTo>
                  <a:cubicBezTo>
                    <a:pt x="13201" y="4088"/>
                    <a:pt x="13803" y="2853"/>
                    <a:pt x="13456" y="1687"/>
                  </a:cubicBezTo>
                  <a:lnTo>
                    <a:pt x="13438" y="1629"/>
                  </a:lnTo>
                  <a:cubicBezTo>
                    <a:pt x="13129" y="654"/>
                    <a:pt x="12221" y="1"/>
                    <a:pt x="11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5" name="Google Shape;885;p33"/>
          <p:cNvGrpSpPr/>
          <p:nvPr/>
        </p:nvGrpSpPr>
        <p:grpSpPr>
          <a:xfrm>
            <a:off x="2766096" y="481463"/>
            <a:ext cx="296747" cy="292902"/>
            <a:chOff x="529801" y="2350092"/>
            <a:chExt cx="449141" cy="443321"/>
          </a:xfrm>
        </p:grpSpPr>
        <p:sp>
          <p:nvSpPr>
            <p:cNvPr id="886" name="Google Shape;886;p33"/>
            <p:cNvSpPr/>
            <p:nvPr/>
          </p:nvSpPr>
          <p:spPr>
            <a:xfrm>
              <a:off x="533155" y="2353510"/>
              <a:ext cx="442433" cy="436646"/>
            </a:xfrm>
            <a:custGeom>
              <a:avLst/>
              <a:gdLst/>
              <a:ahLst/>
              <a:cxnLst/>
              <a:rect l="l" t="t" r="r" b="b"/>
              <a:pathLst>
                <a:path w="13456" h="13280" extrusionOk="0">
                  <a:moveTo>
                    <a:pt x="6729" y="0"/>
                  </a:moveTo>
                  <a:cubicBezTo>
                    <a:pt x="4929" y="0"/>
                    <a:pt x="3408" y="1214"/>
                    <a:pt x="2941" y="2868"/>
                  </a:cubicBezTo>
                  <a:cubicBezTo>
                    <a:pt x="1410" y="3311"/>
                    <a:pt x="262" y="4623"/>
                    <a:pt x="105" y="6261"/>
                  </a:cubicBezTo>
                  <a:cubicBezTo>
                    <a:pt x="1" y="7366"/>
                    <a:pt x="367" y="8468"/>
                    <a:pt x="1112" y="9286"/>
                  </a:cubicBezTo>
                  <a:cubicBezTo>
                    <a:pt x="1610" y="9835"/>
                    <a:pt x="2254" y="10228"/>
                    <a:pt x="2956" y="10427"/>
                  </a:cubicBezTo>
                  <a:cubicBezTo>
                    <a:pt x="3399" y="11959"/>
                    <a:pt x="4712" y="13105"/>
                    <a:pt x="6349" y="13261"/>
                  </a:cubicBezTo>
                  <a:cubicBezTo>
                    <a:pt x="6476" y="13274"/>
                    <a:pt x="6603" y="13280"/>
                    <a:pt x="6729" y="13280"/>
                  </a:cubicBezTo>
                  <a:cubicBezTo>
                    <a:pt x="8525" y="13280"/>
                    <a:pt x="10043" y="12071"/>
                    <a:pt x="10512" y="10423"/>
                  </a:cubicBezTo>
                  <a:cubicBezTo>
                    <a:pt x="11211" y="10223"/>
                    <a:pt x="11848" y="9832"/>
                    <a:pt x="12344" y="9286"/>
                  </a:cubicBezTo>
                  <a:cubicBezTo>
                    <a:pt x="13088" y="8467"/>
                    <a:pt x="13455" y="7365"/>
                    <a:pt x="13351" y="6260"/>
                  </a:cubicBezTo>
                  <a:cubicBezTo>
                    <a:pt x="13194" y="4618"/>
                    <a:pt x="12041" y="3303"/>
                    <a:pt x="10505" y="2863"/>
                  </a:cubicBezTo>
                  <a:cubicBezTo>
                    <a:pt x="10064" y="1326"/>
                    <a:pt x="8749" y="174"/>
                    <a:pt x="7108" y="17"/>
                  </a:cubicBezTo>
                  <a:cubicBezTo>
                    <a:pt x="6982" y="5"/>
                    <a:pt x="6854" y="0"/>
                    <a:pt x="67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7" name="Google Shape;887;p33"/>
            <p:cNvSpPr/>
            <p:nvPr/>
          </p:nvSpPr>
          <p:spPr>
            <a:xfrm>
              <a:off x="529801" y="2350092"/>
              <a:ext cx="449141" cy="443321"/>
            </a:xfrm>
            <a:custGeom>
              <a:avLst/>
              <a:gdLst/>
              <a:ahLst/>
              <a:cxnLst/>
              <a:rect l="l" t="t" r="r" b="b"/>
              <a:pathLst>
                <a:path w="13660" h="13483" extrusionOk="0">
                  <a:moveTo>
                    <a:pt x="6831" y="203"/>
                  </a:moveTo>
                  <a:cubicBezTo>
                    <a:pt x="6953" y="203"/>
                    <a:pt x="7077" y="210"/>
                    <a:pt x="7200" y="224"/>
                  </a:cubicBezTo>
                  <a:cubicBezTo>
                    <a:pt x="8770" y="374"/>
                    <a:pt x="10070" y="1463"/>
                    <a:pt x="10510" y="2996"/>
                  </a:cubicBezTo>
                  <a:lnTo>
                    <a:pt x="10525" y="3050"/>
                  </a:lnTo>
                  <a:lnTo>
                    <a:pt x="10579" y="3065"/>
                  </a:lnTo>
                  <a:cubicBezTo>
                    <a:pt x="12112" y="3505"/>
                    <a:pt x="13201" y="4805"/>
                    <a:pt x="13351" y="6375"/>
                  </a:cubicBezTo>
                  <a:cubicBezTo>
                    <a:pt x="13454" y="7450"/>
                    <a:pt x="13098" y="8525"/>
                    <a:pt x="12372" y="9321"/>
                  </a:cubicBezTo>
                  <a:cubicBezTo>
                    <a:pt x="11894" y="9849"/>
                    <a:pt x="11276" y="10231"/>
                    <a:pt x="10587" y="10429"/>
                  </a:cubicBezTo>
                  <a:lnTo>
                    <a:pt x="10533" y="10444"/>
                  </a:lnTo>
                  <a:lnTo>
                    <a:pt x="10519" y="10498"/>
                  </a:lnTo>
                  <a:cubicBezTo>
                    <a:pt x="10052" y="12137"/>
                    <a:pt x="8536" y="13281"/>
                    <a:pt x="6832" y="13281"/>
                  </a:cubicBezTo>
                  <a:cubicBezTo>
                    <a:pt x="6709" y="13281"/>
                    <a:pt x="6585" y="13276"/>
                    <a:pt x="6462" y="13264"/>
                  </a:cubicBezTo>
                  <a:cubicBezTo>
                    <a:pt x="4896" y="13114"/>
                    <a:pt x="3598" y="12029"/>
                    <a:pt x="3156" y="10500"/>
                  </a:cubicBezTo>
                  <a:lnTo>
                    <a:pt x="3140" y="10446"/>
                  </a:lnTo>
                  <a:lnTo>
                    <a:pt x="3086" y="10431"/>
                  </a:lnTo>
                  <a:cubicBezTo>
                    <a:pt x="2393" y="10236"/>
                    <a:pt x="1771" y="9852"/>
                    <a:pt x="1289" y="9320"/>
                  </a:cubicBezTo>
                  <a:cubicBezTo>
                    <a:pt x="565" y="8523"/>
                    <a:pt x="207" y="7449"/>
                    <a:pt x="310" y="6374"/>
                  </a:cubicBezTo>
                  <a:cubicBezTo>
                    <a:pt x="460" y="4807"/>
                    <a:pt x="1544" y="3511"/>
                    <a:pt x="3073" y="3066"/>
                  </a:cubicBezTo>
                  <a:lnTo>
                    <a:pt x="3127" y="3050"/>
                  </a:lnTo>
                  <a:lnTo>
                    <a:pt x="3141" y="2996"/>
                  </a:lnTo>
                  <a:cubicBezTo>
                    <a:pt x="3604" y="1352"/>
                    <a:pt x="5123" y="203"/>
                    <a:pt x="6831" y="203"/>
                  </a:cubicBezTo>
                  <a:close/>
                  <a:moveTo>
                    <a:pt x="6829" y="0"/>
                  </a:moveTo>
                  <a:cubicBezTo>
                    <a:pt x="5934" y="0"/>
                    <a:pt x="5085" y="288"/>
                    <a:pt x="4374" y="835"/>
                  </a:cubicBezTo>
                  <a:cubicBezTo>
                    <a:pt x="3701" y="1351"/>
                    <a:pt x="3200" y="2079"/>
                    <a:pt x="2961" y="2886"/>
                  </a:cubicBezTo>
                  <a:cubicBezTo>
                    <a:pt x="2205" y="3115"/>
                    <a:pt x="1539" y="3553"/>
                    <a:pt x="1032" y="4151"/>
                  </a:cubicBezTo>
                  <a:cubicBezTo>
                    <a:pt x="506" y="4775"/>
                    <a:pt x="186" y="5535"/>
                    <a:pt x="108" y="6352"/>
                  </a:cubicBezTo>
                  <a:cubicBezTo>
                    <a:pt x="0" y="7486"/>
                    <a:pt x="377" y="8615"/>
                    <a:pt x="1139" y="9455"/>
                  </a:cubicBezTo>
                  <a:cubicBezTo>
                    <a:pt x="1635" y="10002"/>
                    <a:pt x="2269" y="10399"/>
                    <a:pt x="2977" y="10609"/>
                  </a:cubicBezTo>
                  <a:cubicBezTo>
                    <a:pt x="3205" y="11366"/>
                    <a:pt x="3642" y="12031"/>
                    <a:pt x="4241" y="12538"/>
                  </a:cubicBezTo>
                  <a:cubicBezTo>
                    <a:pt x="4865" y="13067"/>
                    <a:pt x="5625" y="13386"/>
                    <a:pt x="6443" y="13465"/>
                  </a:cubicBezTo>
                  <a:cubicBezTo>
                    <a:pt x="6572" y="13476"/>
                    <a:pt x="6702" y="13483"/>
                    <a:pt x="6831" y="13483"/>
                  </a:cubicBezTo>
                  <a:cubicBezTo>
                    <a:pt x="7724" y="13483"/>
                    <a:pt x="8573" y="13196"/>
                    <a:pt x="9280" y="12651"/>
                  </a:cubicBezTo>
                  <a:cubicBezTo>
                    <a:pt x="9953" y="12137"/>
                    <a:pt x="10452" y="11411"/>
                    <a:pt x="10695" y="10607"/>
                  </a:cubicBezTo>
                  <a:cubicBezTo>
                    <a:pt x="11398" y="10395"/>
                    <a:pt x="12029" y="9999"/>
                    <a:pt x="12521" y="9457"/>
                  </a:cubicBezTo>
                  <a:cubicBezTo>
                    <a:pt x="13283" y="8617"/>
                    <a:pt x="13660" y="7486"/>
                    <a:pt x="13552" y="6353"/>
                  </a:cubicBezTo>
                  <a:cubicBezTo>
                    <a:pt x="13473" y="5535"/>
                    <a:pt x="13153" y="4773"/>
                    <a:pt x="12623" y="4148"/>
                  </a:cubicBezTo>
                  <a:cubicBezTo>
                    <a:pt x="12115" y="3549"/>
                    <a:pt x="11447" y="3113"/>
                    <a:pt x="10687" y="2884"/>
                  </a:cubicBezTo>
                  <a:cubicBezTo>
                    <a:pt x="10458" y="2125"/>
                    <a:pt x="10023" y="1456"/>
                    <a:pt x="9422" y="947"/>
                  </a:cubicBezTo>
                  <a:cubicBezTo>
                    <a:pt x="8799" y="418"/>
                    <a:pt x="8036" y="98"/>
                    <a:pt x="7217" y="19"/>
                  </a:cubicBezTo>
                  <a:cubicBezTo>
                    <a:pt x="7088" y="7"/>
                    <a:pt x="6957" y="0"/>
                    <a:pt x="68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33"/>
            <p:cNvSpPr/>
            <p:nvPr/>
          </p:nvSpPr>
          <p:spPr>
            <a:xfrm>
              <a:off x="563338" y="2383202"/>
              <a:ext cx="382592" cy="377561"/>
            </a:xfrm>
            <a:custGeom>
              <a:avLst/>
              <a:gdLst/>
              <a:ahLst/>
              <a:cxnLst/>
              <a:rect l="l" t="t" r="r" b="b"/>
              <a:pathLst>
                <a:path w="11636" h="11483" extrusionOk="0">
                  <a:moveTo>
                    <a:pt x="5818" y="2083"/>
                  </a:moveTo>
                  <a:cubicBezTo>
                    <a:pt x="5861" y="2083"/>
                    <a:pt x="5904" y="2084"/>
                    <a:pt x="5947" y="2090"/>
                  </a:cubicBezTo>
                  <a:cubicBezTo>
                    <a:pt x="6633" y="2155"/>
                    <a:pt x="7138" y="2770"/>
                    <a:pt x="7138" y="3460"/>
                  </a:cubicBezTo>
                  <a:cubicBezTo>
                    <a:pt x="7138" y="3992"/>
                    <a:pt x="7569" y="4423"/>
                    <a:pt x="8099" y="4423"/>
                  </a:cubicBezTo>
                  <a:cubicBezTo>
                    <a:pt x="8789" y="4423"/>
                    <a:pt x="9404" y="4927"/>
                    <a:pt x="9470" y="5613"/>
                  </a:cubicBezTo>
                  <a:cubicBezTo>
                    <a:pt x="9546" y="6400"/>
                    <a:pt x="8929" y="7062"/>
                    <a:pt x="8157" y="7062"/>
                  </a:cubicBezTo>
                  <a:lnTo>
                    <a:pt x="8099" y="7062"/>
                  </a:lnTo>
                  <a:cubicBezTo>
                    <a:pt x="7569" y="7062"/>
                    <a:pt x="7138" y="7494"/>
                    <a:pt x="7138" y="8025"/>
                  </a:cubicBezTo>
                  <a:lnTo>
                    <a:pt x="7138" y="8081"/>
                  </a:lnTo>
                  <a:cubicBezTo>
                    <a:pt x="7138" y="8810"/>
                    <a:pt x="6547" y="9401"/>
                    <a:pt x="5818" y="9401"/>
                  </a:cubicBezTo>
                  <a:cubicBezTo>
                    <a:pt x="5774" y="9401"/>
                    <a:pt x="5731" y="9400"/>
                    <a:pt x="5688" y="9395"/>
                  </a:cubicBezTo>
                  <a:cubicBezTo>
                    <a:pt x="5001" y="9328"/>
                    <a:pt x="4498" y="8713"/>
                    <a:pt x="4498" y="8023"/>
                  </a:cubicBezTo>
                  <a:cubicBezTo>
                    <a:pt x="4498" y="7493"/>
                    <a:pt x="4066" y="7061"/>
                    <a:pt x="3535" y="7061"/>
                  </a:cubicBezTo>
                  <a:lnTo>
                    <a:pt x="3478" y="7061"/>
                  </a:lnTo>
                  <a:cubicBezTo>
                    <a:pt x="2706" y="7061"/>
                    <a:pt x="2089" y="6399"/>
                    <a:pt x="2164" y="5612"/>
                  </a:cubicBezTo>
                  <a:cubicBezTo>
                    <a:pt x="2230" y="4926"/>
                    <a:pt x="2844" y="4421"/>
                    <a:pt x="3535" y="4421"/>
                  </a:cubicBezTo>
                  <a:cubicBezTo>
                    <a:pt x="4066" y="4421"/>
                    <a:pt x="4498" y="3990"/>
                    <a:pt x="4498" y="3459"/>
                  </a:cubicBezTo>
                  <a:lnTo>
                    <a:pt x="4498" y="3402"/>
                  </a:lnTo>
                  <a:cubicBezTo>
                    <a:pt x="4498" y="2673"/>
                    <a:pt x="5089" y="2083"/>
                    <a:pt x="5818" y="2083"/>
                  </a:cubicBezTo>
                  <a:close/>
                  <a:moveTo>
                    <a:pt x="5818" y="1"/>
                  </a:moveTo>
                  <a:cubicBezTo>
                    <a:pt x="4261" y="1"/>
                    <a:pt x="2946" y="1050"/>
                    <a:pt x="2543" y="2479"/>
                  </a:cubicBezTo>
                  <a:cubicBezTo>
                    <a:pt x="1219" y="2863"/>
                    <a:pt x="227" y="3998"/>
                    <a:pt x="92" y="5413"/>
                  </a:cubicBezTo>
                  <a:cubicBezTo>
                    <a:pt x="1" y="6368"/>
                    <a:pt x="318" y="7323"/>
                    <a:pt x="961" y="8029"/>
                  </a:cubicBezTo>
                  <a:cubicBezTo>
                    <a:pt x="1393" y="8503"/>
                    <a:pt x="1948" y="8843"/>
                    <a:pt x="2556" y="9014"/>
                  </a:cubicBezTo>
                  <a:cubicBezTo>
                    <a:pt x="2939" y="10338"/>
                    <a:pt x="4076" y="11332"/>
                    <a:pt x="5491" y="11467"/>
                  </a:cubicBezTo>
                  <a:cubicBezTo>
                    <a:pt x="5600" y="11477"/>
                    <a:pt x="5710" y="11483"/>
                    <a:pt x="5819" y="11483"/>
                  </a:cubicBezTo>
                  <a:cubicBezTo>
                    <a:pt x="7372" y="11483"/>
                    <a:pt x="8684" y="10437"/>
                    <a:pt x="9092" y="9012"/>
                  </a:cubicBezTo>
                  <a:cubicBezTo>
                    <a:pt x="9696" y="8839"/>
                    <a:pt x="10247" y="8501"/>
                    <a:pt x="10676" y="8029"/>
                  </a:cubicBezTo>
                  <a:cubicBezTo>
                    <a:pt x="11319" y="7321"/>
                    <a:pt x="11636" y="6368"/>
                    <a:pt x="11545" y="5413"/>
                  </a:cubicBezTo>
                  <a:cubicBezTo>
                    <a:pt x="11410" y="3994"/>
                    <a:pt x="10413" y="2856"/>
                    <a:pt x="9085" y="2477"/>
                  </a:cubicBezTo>
                  <a:cubicBezTo>
                    <a:pt x="8703" y="1149"/>
                    <a:pt x="7567" y="152"/>
                    <a:pt x="6148" y="17"/>
                  </a:cubicBezTo>
                  <a:cubicBezTo>
                    <a:pt x="6035" y="5"/>
                    <a:pt x="5925" y="1"/>
                    <a:pt x="58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F520348-34C0-CFD6-4CA8-DB03671D9B1A}"/>
              </a:ext>
            </a:extLst>
          </p:cNvPr>
          <p:cNvSpPr txBox="1"/>
          <p:nvPr/>
        </p:nvSpPr>
        <p:spPr>
          <a:xfrm>
            <a:off x="8675768" y="4769674"/>
            <a:ext cx="344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24F3B8-4E2D-5FF9-C509-F30D98FDD43F}"/>
              </a:ext>
            </a:extLst>
          </p:cNvPr>
          <p:cNvSpPr txBox="1"/>
          <p:nvPr/>
        </p:nvSpPr>
        <p:spPr>
          <a:xfrm>
            <a:off x="907022" y="1021526"/>
            <a:ext cx="7390811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 vegetable image acquisition system using a camera .</a:t>
            </a:r>
          </a:p>
          <a:p>
            <a:pPr marL="3429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preprocess captured images ( resize, color correction) for accurate analysis.</a:t>
            </a:r>
          </a:p>
          <a:p>
            <a:pPr marL="3429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extract important features such as color, texture, and shape from vegetable images.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348C86F-0ED9-8189-024B-F81E86ABE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7" y="0"/>
            <a:ext cx="7704000" cy="572700"/>
          </a:xfrm>
        </p:spPr>
        <p:txBody>
          <a:bodyPr/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FLOW DIAGRAM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F2FC5C-C76D-1596-3A45-04436EF82C4A}"/>
              </a:ext>
            </a:extLst>
          </p:cNvPr>
          <p:cNvSpPr txBox="1"/>
          <p:nvPr/>
        </p:nvSpPr>
        <p:spPr>
          <a:xfrm>
            <a:off x="8670471" y="4767943"/>
            <a:ext cx="2530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24A32D-CFB4-BB32-6458-776E1ED96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657" y="572700"/>
            <a:ext cx="4506686" cy="4438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603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CF9-1479-8166-2206-B974A3CD9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219" y="300973"/>
            <a:ext cx="7704000" cy="572700"/>
          </a:xfrm>
        </p:spPr>
        <p:txBody>
          <a:bodyPr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 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B5303D-FE38-CABA-3C3E-DED6E2255981}"/>
              </a:ext>
            </a:extLst>
          </p:cNvPr>
          <p:cNvSpPr txBox="1"/>
          <p:nvPr/>
        </p:nvSpPr>
        <p:spPr>
          <a:xfrm>
            <a:off x="573134" y="2004204"/>
            <a:ext cx="3429000" cy="8298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OpenCV Library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endParaRPr lang="en-US" sz="1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AA98BE-C6AC-54DF-720F-416AB3F09521}"/>
              </a:ext>
            </a:extLst>
          </p:cNvPr>
          <p:cNvSpPr txBox="1"/>
          <p:nvPr/>
        </p:nvSpPr>
        <p:spPr>
          <a:xfrm>
            <a:off x="511684" y="1398894"/>
            <a:ext cx="37458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AE5B79-F21C-B6F0-96AB-18BFCF0B24FE}"/>
              </a:ext>
            </a:extLst>
          </p:cNvPr>
          <p:cNvSpPr txBox="1"/>
          <p:nvPr/>
        </p:nvSpPr>
        <p:spPr>
          <a:xfrm>
            <a:off x="4481625" y="1426497"/>
            <a:ext cx="37458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D5A953-BCD0-8633-55AD-6C50492D9B22}"/>
              </a:ext>
            </a:extLst>
          </p:cNvPr>
          <p:cNvSpPr txBox="1"/>
          <p:nvPr/>
        </p:nvSpPr>
        <p:spPr>
          <a:xfrm>
            <a:off x="4002134" y="2095961"/>
            <a:ext cx="49296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 scans vegetables in real-time, identifies their type, and shows their nutritional benefits.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615B52-5561-7DE3-DD43-FBF829878F8E}"/>
              </a:ext>
            </a:extLst>
          </p:cNvPr>
          <p:cNvSpPr txBox="1"/>
          <p:nvPr/>
        </p:nvSpPr>
        <p:spPr>
          <a:xfrm>
            <a:off x="8694193" y="4734177"/>
            <a:ext cx="392657" cy="311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</a:p>
        </p:txBody>
      </p:sp>
      <p:grpSp>
        <p:nvGrpSpPr>
          <p:cNvPr id="8" name="Google Shape;2068;p44">
            <a:extLst>
              <a:ext uri="{FF2B5EF4-FFF2-40B4-BE49-F238E27FC236}">
                <a16:creationId xmlns:a16="http://schemas.microsoft.com/office/drawing/2014/main" id="{57CDB643-9C5A-4BAB-892E-0457A7E4A693}"/>
              </a:ext>
            </a:extLst>
          </p:cNvPr>
          <p:cNvGrpSpPr/>
          <p:nvPr/>
        </p:nvGrpSpPr>
        <p:grpSpPr>
          <a:xfrm>
            <a:off x="343958" y="4084307"/>
            <a:ext cx="881170" cy="817841"/>
            <a:chOff x="6403461" y="2803665"/>
            <a:chExt cx="461178" cy="466097"/>
          </a:xfrm>
        </p:grpSpPr>
        <p:sp>
          <p:nvSpPr>
            <p:cNvPr id="9" name="Google Shape;2069;p44">
              <a:extLst>
                <a:ext uri="{FF2B5EF4-FFF2-40B4-BE49-F238E27FC236}">
                  <a16:creationId xmlns:a16="http://schemas.microsoft.com/office/drawing/2014/main" id="{DA4DF7CD-F830-E4AA-D07E-8AF0121CB79C}"/>
                </a:ext>
              </a:extLst>
            </p:cNvPr>
            <p:cNvSpPr/>
            <p:nvPr/>
          </p:nvSpPr>
          <p:spPr>
            <a:xfrm>
              <a:off x="6403461" y="2803665"/>
              <a:ext cx="461178" cy="466097"/>
            </a:xfrm>
            <a:custGeom>
              <a:avLst/>
              <a:gdLst/>
              <a:ahLst/>
              <a:cxnLst/>
              <a:rect l="l" t="t" r="r" b="b"/>
              <a:pathLst>
                <a:path w="7313" h="7391" extrusionOk="0">
                  <a:moveTo>
                    <a:pt x="1470" y="1"/>
                  </a:moveTo>
                  <a:cubicBezTo>
                    <a:pt x="1172" y="1"/>
                    <a:pt x="900" y="191"/>
                    <a:pt x="795" y="480"/>
                  </a:cubicBezTo>
                  <a:lnTo>
                    <a:pt x="788" y="500"/>
                  </a:lnTo>
                  <a:cubicBezTo>
                    <a:pt x="533" y="615"/>
                    <a:pt x="367" y="876"/>
                    <a:pt x="370" y="1158"/>
                  </a:cubicBezTo>
                  <a:cubicBezTo>
                    <a:pt x="375" y="1440"/>
                    <a:pt x="537" y="1697"/>
                    <a:pt x="788" y="1809"/>
                  </a:cubicBezTo>
                  <a:lnTo>
                    <a:pt x="798" y="1833"/>
                  </a:lnTo>
                  <a:cubicBezTo>
                    <a:pt x="849" y="1972"/>
                    <a:pt x="940" y="2091"/>
                    <a:pt x="1056" y="2173"/>
                  </a:cubicBezTo>
                  <a:cubicBezTo>
                    <a:pt x="924" y="2247"/>
                    <a:pt x="815" y="2359"/>
                    <a:pt x="748" y="2505"/>
                  </a:cubicBezTo>
                  <a:cubicBezTo>
                    <a:pt x="537" y="2627"/>
                    <a:pt x="405" y="2857"/>
                    <a:pt x="401" y="3109"/>
                  </a:cubicBezTo>
                  <a:cubicBezTo>
                    <a:pt x="401" y="3360"/>
                    <a:pt x="530" y="3590"/>
                    <a:pt x="748" y="3723"/>
                  </a:cubicBezTo>
                  <a:cubicBezTo>
                    <a:pt x="812" y="3869"/>
                    <a:pt x="927" y="3988"/>
                    <a:pt x="1067" y="4059"/>
                  </a:cubicBezTo>
                  <a:cubicBezTo>
                    <a:pt x="829" y="4425"/>
                    <a:pt x="585" y="4812"/>
                    <a:pt x="405" y="5175"/>
                  </a:cubicBezTo>
                  <a:cubicBezTo>
                    <a:pt x="49" y="5830"/>
                    <a:pt x="1" y="6383"/>
                    <a:pt x="259" y="6814"/>
                  </a:cubicBezTo>
                  <a:cubicBezTo>
                    <a:pt x="415" y="7079"/>
                    <a:pt x="751" y="7391"/>
                    <a:pt x="1457" y="7391"/>
                  </a:cubicBezTo>
                  <a:lnTo>
                    <a:pt x="1484" y="7391"/>
                  </a:lnTo>
                  <a:cubicBezTo>
                    <a:pt x="2505" y="7391"/>
                    <a:pt x="4202" y="6811"/>
                    <a:pt x="5040" y="6173"/>
                  </a:cubicBezTo>
                  <a:cubicBezTo>
                    <a:pt x="5273" y="5997"/>
                    <a:pt x="7312" y="4405"/>
                    <a:pt x="7190" y="2923"/>
                  </a:cubicBezTo>
                  <a:cubicBezTo>
                    <a:pt x="7177" y="2793"/>
                    <a:pt x="7154" y="2671"/>
                    <a:pt x="7113" y="2556"/>
                  </a:cubicBezTo>
                  <a:cubicBezTo>
                    <a:pt x="7167" y="2356"/>
                    <a:pt x="7174" y="2145"/>
                    <a:pt x="7137" y="1935"/>
                  </a:cubicBezTo>
                  <a:cubicBezTo>
                    <a:pt x="7116" y="1816"/>
                    <a:pt x="7079" y="1704"/>
                    <a:pt x="7027" y="1595"/>
                  </a:cubicBezTo>
                  <a:cubicBezTo>
                    <a:pt x="7129" y="1392"/>
                    <a:pt x="7163" y="1158"/>
                    <a:pt x="7119" y="931"/>
                  </a:cubicBezTo>
                  <a:cubicBezTo>
                    <a:pt x="7065" y="652"/>
                    <a:pt x="6909" y="411"/>
                    <a:pt x="6672" y="252"/>
                  </a:cubicBezTo>
                  <a:lnTo>
                    <a:pt x="6576" y="187"/>
                  </a:lnTo>
                  <a:cubicBezTo>
                    <a:pt x="6400" y="68"/>
                    <a:pt x="6197" y="4"/>
                    <a:pt x="5983" y="4"/>
                  </a:cubicBezTo>
                  <a:cubicBezTo>
                    <a:pt x="5681" y="4"/>
                    <a:pt x="5396" y="134"/>
                    <a:pt x="5195" y="353"/>
                  </a:cubicBezTo>
                  <a:cubicBezTo>
                    <a:pt x="5179" y="353"/>
                    <a:pt x="5163" y="353"/>
                    <a:pt x="5147" y="353"/>
                  </a:cubicBezTo>
                  <a:cubicBezTo>
                    <a:pt x="5057" y="353"/>
                    <a:pt x="4965" y="361"/>
                    <a:pt x="4870" y="378"/>
                  </a:cubicBezTo>
                  <a:cubicBezTo>
                    <a:pt x="4673" y="411"/>
                    <a:pt x="4493" y="489"/>
                    <a:pt x="4330" y="598"/>
                  </a:cubicBezTo>
                  <a:cubicBezTo>
                    <a:pt x="4310" y="597"/>
                    <a:pt x="4290" y="597"/>
                    <a:pt x="4270" y="597"/>
                  </a:cubicBezTo>
                  <a:cubicBezTo>
                    <a:pt x="3944" y="597"/>
                    <a:pt x="3642" y="672"/>
                    <a:pt x="3363" y="822"/>
                  </a:cubicBezTo>
                  <a:cubicBezTo>
                    <a:pt x="3211" y="652"/>
                    <a:pt x="2990" y="544"/>
                    <a:pt x="2743" y="544"/>
                  </a:cubicBezTo>
                  <a:cubicBezTo>
                    <a:pt x="2600" y="544"/>
                    <a:pt x="2471" y="581"/>
                    <a:pt x="2352" y="643"/>
                  </a:cubicBezTo>
                  <a:cubicBezTo>
                    <a:pt x="2295" y="585"/>
                    <a:pt x="2230" y="533"/>
                    <a:pt x="2152" y="500"/>
                  </a:cubicBezTo>
                  <a:lnTo>
                    <a:pt x="2135" y="459"/>
                  </a:lnTo>
                  <a:cubicBezTo>
                    <a:pt x="2027" y="181"/>
                    <a:pt x="1765" y="1"/>
                    <a:pt x="14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28575" dist="19050" dir="2220000" algn="bl" rotWithShape="0">
                <a:schemeClr val="dk1">
                  <a:alpha val="2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070;p44">
              <a:extLst>
                <a:ext uri="{FF2B5EF4-FFF2-40B4-BE49-F238E27FC236}">
                  <a16:creationId xmlns:a16="http://schemas.microsoft.com/office/drawing/2014/main" id="{3113048C-073B-8DDF-5AB0-BC59CE2AA35E}"/>
                </a:ext>
              </a:extLst>
            </p:cNvPr>
            <p:cNvSpPr/>
            <p:nvPr/>
          </p:nvSpPr>
          <p:spPr>
            <a:xfrm>
              <a:off x="6457883" y="2854064"/>
              <a:ext cx="381971" cy="365322"/>
            </a:xfrm>
            <a:custGeom>
              <a:avLst/>
              <a:gdLst/>
              <a:ahLst/>
              <a:cxnLst/>
              <a:rect l="l" t="t" r="r" b="b"/>
              <a:pathLst>
                <a:path w="6057" h="5793" extrusionOk="0">
                  <a:moveTo>
                    <a:pt x="5120" y="1"/>
                  </a:moveTo>
                  <a:cubicBezTo>
                    <a:pt x="5035" y="1"/>
                    <a:pt x="4950" y="41"/>
                    <a:pt x="4899" y="119"/>
                  </a:cubicBezTo>
                  <a:lnTo>
                    <a:pt x="4648" y="486"/>
                  </a:lnTo>
                  <a:lnTo>
                    <a:pt x="4607" y="459"/>
                  </a:lnTo>
                  <a:cubicBezTo>
                    <a:pt x="4502" y="384"/>
                    <a:pt x="4380" y="350"/>
                    <a:pt x="4261" y="350"/>
                  </a:cubicBezTo>
                  <a:cubicBezTo>
                    <a:pt x="4068" y="350"/>
                    <a:pt x="3875" y="442"/>
                    <a:pt x="3756" y="615"/>
                  </a:cubicBezTo>
                  <a:lnTo>
                    <a:pt x="3742" y="635"/>
                  </a:lnTo>
                  <a:cubicBezTo>
                    <a:pt x="3624" y="608"/>
                    <a:pt x="3508" y="594"/>
                    <a:pt x="3403" y="594"/>
                  </a:cubicBezTo>
                  <a:cubicBezTo>
                    <a:pt x="2490" y="594"/>
                    <a:pt x="2100" y="1582"/>
                    <a:pt x="1523" y="2658"/>
                  </a:cubicBezTo>
                  <a:cubicBezTo>
                    <a:pt x="1187" y="3278"/>
                    <a:pt x="105" y="4689"/>
                    <a:pt x="24" y="5355"/>
                  </a:cubicBezTo>
                  <a:cubicBezTo>
                    <a:pt x="0" y="5487"/>
                    <a:pt x="27" y="5599"/>
                    <a:pt x="129" y="5671"/>
                  </a:cubicBezTo>
                  <a:cubicBezTo>
                    <a:pt x="207" y="5755"/>
                    <a:pt x="370" y="5793"/>
                    <a:pt x="586" y="5793"/>
                  </a:cubicBezTo>
                  <a:cubicBezTo>
                    <a:pt x="1425" y="5793"/>
                    <a:pt x="3081" y="5243"/>
                    <a:pt x="3844" y="4663"/>
                  </a:cubicBezTo>
                  <a:cubicBezTo>
                    <a:pt x="4811" y="3930"/>
                    <a:pt x="6056" y="2474"/>
                    <a:pt x="5361" y="1799"/>
                  </a:cubicBezTo>
                  <a:lnTo>
                    <a:pt x="5398" y="1742"/>
                  </a:lnTo>
                  <a:cubicBezTo>
                    <a:pt x="5588" y="1463"/>
                    <a:pt x="5517" y="1083"/>
                    <a:pt x="5239" y="893"/>
                  </a:cubicBezTo>
                  <a:lnTo>
                    <a:pt x="5184" y="852"/>
                  </a:lnTo>
                  <a:lnTo>
                    <a:pt x="5436" y="483"/>
                  </a:lnTo>
                  <a:cubicBezTo>
                    <a:pt x="5520" y="361"/>
                    <a:pt x="5486" y="194"/>
                    <a:pt x="5364" y="109"/>
                  </a:cubicBezTo>
                  <a:lnTo>
                    <a:pt x="5273" y="48"/>
                  </a:lnTo>
                  <a:cubicBezTo>
                    <a:pt x="5225" y="14"/>
                    <a:pt x="5174" y="1"/>
                    <a:pt x="51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071;p44">
              <a:extLst>
                <a:ext uri="{FF2B5EF4-FFF2-40B4-BE49-F238E27FC236}">
                  <a16:creationId xmlns:a16="http://schemas.microsoft.com/office/drawing/2014/main" id="{AD1CEDBD-96D8-CAD3-BAD8-314FDE16672D}"/>
                </a:ext>
              </a:extLst>
            </p:cNvPr>
            <p:cNvSpPr/>
            <p:nvPr/>
          </p:nvSpPr>
          <p:spPr>
            <a:xfrm>
              <a:off x="6459333" y="2967259"/>
              <a:ext cx="348800" cy="224945"/>
            </a:xfrm>
            <a:custGeom>
              <a:avLst/>
              <a:gdLst/>
              <a:ahLst/>
              <a:cxnLst/>
              <a:rect l="l" t="t" r="r" b="b"/>
              <a:pathLst>
                <a:path w="5531" h="3567" extrusionOk="0">
                  <a:moveTo>
                    <a:pt x="5338" y="0"/>
                  </a:moveTo>
                  <a:lnTo>
                    <a:pt x="5338" y="4"/>
                  </a:lnTo>
                  <a:cubicBezTo>
                    <a:pt x="5446" y="109"/>
                    <a:pt x="5510" y="238"/>
                    <a:pt x="5531" y="380"/>
                  </a:cubicBezTo>
                  <a:lnTo>
                    <a:pt x="5531" y="380"/>
                  </a:lnTo>
                  <a:cubicBezTo>
                    <a:pt x="5510" y="238"/>
                    <a:pt x="5446" y="109"/>
                    <a:pt x="5338" y="0"/>
                  </a:cubicBezTo>
                  <a:close/>
                  <a:moveTo>
                    <a:pt x="201" y="2986"/>
                  </a:moveTo>
                  <a:cubicBezTo>
                    <a:pt x="107" y="3177"/>
                    <a:pt x="38" y="3353"/>
                    <a:pt x="11" y="3500"/>
                  </a:cubicBezTo>
                  <a:lnTo>
                    <a:pt x="11" y="3500"/>
                  </a:lnTo>
                  <a:cubicBezTo>
                    <a:pt x="40" y="3354"/>
                    <a:pt x="108" y="3177"/>
                    <a:pt x="201" y="2986"/>
                  </a:cubicBezTo>
                  <a:close/>
                  <a:moveTo>
                    <a:pt x="11" y="3500"/>
                  </a:moveTo>
                  <a:cubicBezTo>
                    <a:pt x="7" y="3521"/>
                    <a:pt x="3" y="3540"/>
                    <a:pt x="1" y="3560"/>
                  </a:cubicBezTo>
                  <a:lnTo>
                    <a:pt x="1" y="3566"/>
                  </a:lnTo>
                  <a:cubicBezTo>
                    <a:pt x="3" y="3545"/>
                    <a:pt x="6" y="3523"/>
                    <a:pt x="11" y="350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072;p44">
              <a:extLst>
                <a:ext uri="{FF2B5EF4-FFF2-40B4-BE49-F238E27FC236}">
                  <a16:creationId xmlns:a16="http://schemas.microsoft.com/office/drawing/2014/main" id="{3DCD4481-B8F6-504C-FA05-ACBBD28D68A2}"/>
                </a:ext>
              </a:extLst>
            </p:cNvPr>
            <p:cNvSpPr/>
            <p:nvPr/>
          </p:nvSpPr>
          <p:spPr>
            <a:xfrm>
              <a:off x="6458703" y="2914792"/>
              <a:ext cx="356304" cy="304593"/>
            </a:xfrm>
            <a:custGeom>
              <a:avLst/>
              <a:gdLst/>
              <a:ahLst/>
              <a:cxnLst/>
              <a:rect l="l" t="t" r="r" b="b"/>
              <a:pathLst>
                <a:path w="5650" h="4830" extrusionOk="0">
                  <a:moveTo>
                    <a:pt x="4499" y="1"/>
                  </a:moveTo>
                  <a:lnTo>
                    <a:pt x="4499" y="1"/>
                  </a:lnTo>
                  <a:cubicBezTo>
                    <a:pt x="5205" y="500"/>
                    <a:pt x="4004" y="2163"/>
                    <a:pt x="3213" y="2824"/>
                  </a:cubicBezTo>
                  <a:cubicBezTo>
                    <a:pt x="2586" y="3350"/>
                    <a:pt x="1276" y="3862"/>
                    <a:pt x="635" y="3862"/>
                  </a:cubicBezTo>
                  <a:cubicBezTo>
                    <a:pt x="492" y="3862"/>
                    <a:pt x="380" y="3835"/>
                    <a:pt x="319" y="3778"/>
                  </a:cubicBezTo>
                  <a:cubicBezTo>
                    <a:pt x="306" y="3767"/>
                    <a:pt x="293" y="3757"/>
                    <a:pt x="279" y="3747"/>
                  </a:cubicBezTo>
                  <a:cubicBezTo>
                    <a:pt x="272" y="3740"/>
                    <a:pt x="265" y="3730"/>
                    <a:pt x="258" y="3723"/>
                  </a:cubicBezTo>
                  <a:cubicBezTo>
                    <a:pt x="244" y="3754"/>
                    <a:pt x="227" y="3784"/>
                    <a:pt x="211" y="3818"/>
                  </a:cubicBezTo>
                  <a:cubicBezTo>
                    <a:pt x="105" y="4036"/>
                    <a:pt x="31" y="4235"/>
                    <a:pt x="11" y="4392"/>
                  </a:cubicBezTo>
                  <a:lnTo>
                    <a:pt x="11" y="4398"/>
                  </a:lnTo>
                  <a:cubicBezTo>
                    <a:pt x="7" y="4419"/>
                    <a:pt x="7" y="4439"/>
                    <a:pt x="7" y="4456"/>
                  </a:cubicBezTo>
                  <a:cubicBezTo>
                    <a:pt x="0" y="4524"/>
                    <a:pt x="14" y="4581"/>
                    <a:pt x="44" y="4633"/>
                  </a:cubicBezTo>
                  <a:cubicBezTo>
                    <a:pt x="58" y="4653"/>
                    <a:pt x="75" y="4673"/>
                    <a:pt x="92" y="4691"/>
                  </a:cubicBezTo>
                  <a:cubicBezTo>
                    <a:pt x="99" y="4694"/>
                    <a:pt x="105" y="4700"/>
                    <a:pt x="116" y="4708"/>
                  </a:cubicBezTo>
                  <a:cubicBezTo>
                    <a:pt x="130" y="4724"/>
                    <a:pt x="150" y="4738"/>
                    <a:pt x="170" y="4752"/>
                  </a:cubicBezTo>
                  <a:cubicBezTo>
                    <a:pt x="258" y="4805"/>
                    <a:pt x="401" y="4830"/>
                    <a:pt x="573" y="4830"/>
                  </a:cubicBezTo>
                  <a:cubicBezTo>
                    <a:pt x="1412" y="4830"/>
                    <a:pt x="3068" y="4280"/>
                    <a:pt x="3831" y="3700"/>
                  </a:cubicBezTo>
                  <a:cubicBezTo>
                    <a:pt x="4642" y="3086"/>
                    <a:pt x="5650" y="1959"/>
                    <a:pt x="5541" y="1213"/>
                  </a:cubicBezTo>
                  <a:cubicBezTo>
                    <a:pt x="5520" y="1070"/>
                    <a:pt x="5456" y="941"/>
                    <a:pt x="5348" y="836"/>
                  </a:cubicBezTo>
                  <a:lnTo>
                    <a:pt x="5348" y="832"/>
                  </a:lnTo>
                  <a:cubicBezTo>
                    <a:pt x="5324" y="812"/>
                    <a:pt x="5296" y="788"/>
                    <a:pt x="5270" y="768"/>
                  </a:cubicBezTo>
                  <a:cubicBezTo>
                    <a:pt x="5212" y="473"/>
                    <a:pt x="5008" y="218"/>
                    <a:pt x="4591" y="38"/>
                  </a:cubicBezTo>
                  <a:cubicBezTo>
                    <a:pt x="4560" y="25"/>
                    <a:pt x="4530" y="15"/>
                    <a:pt x="449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073;p44">
              <a:extLst>
                <a:ext uri="{FF2B5EF4-FFF2-40B4-BE49-F238E27FC236}">
                  <a16:creationId xmlns:a16="http://schemas.microsoft.com/office/drawing/2014/main" id="{DF64FB97-5D37-EC53-CAE2-270A0DFAE6D4}"/>
                </a:ext>
              </a:extLst>
            </p:cNvPr>
            <p:cNvSpPr/>
            <p:nvPr/>
          </p:nvSpPr>
          <p:spPr>
            <a:xfrm>
              <a:off x="6468730" y="2846559"/>
              <a:ext cx="54675" cy="60225"/>
            </a:xfrm>
            <a:custGeom>
              <a:avLst/>
              <a:gdLst/>
              <a:ahLst/>
              <a:cxnLst/>
              <a:rect l="l" t="t" r="r" b="b"/>
              <a:pathLst>
                <a:path w="867" h="955" extrusionOk="0">
                  <a:moveTo>
                    <a:pt x="435" y="1"/>
                  </a:moveTo>
                  <a:cubicBezTo>
                    <a:pt x="419" y="1"/>
                    <a:pt x="405" y="8"/>
                    <a:pt x="398" y="28"/>
                  </a:cubicBezTo>
                  <a:lnTo>
                    <a:pt x="300" y="300"/>
                  </a:lnTo>
                  <a:cubicBezTo>
                    <a:pt x="296" y="313"/>
                    <a:pt x="289" y="320"/>
                    <a:pt x="276" y="326"/>
                  </a:cubicBezTo>
                  <a:lnTo>
                    <a:pt x="35" y="436"/>
                  </a:lnTo>
                  <a:cubicBezTo>
                    <a:pt x="1" y="449"/>
                    <a:pt x="1" y="503"/>
                    <a:pt x="35" y="520"/>
                  </a:cubicBezTo>
                  <a:lnTo>
                    <a:pt x="276" y="629"/>
                  </a:lnTo>
                  <a:cubicBezTo>
                    <a:pt x="289" y="632"/>
                    <a:pt x="296" y="642"/>
                    <a:pt x="300" y="655"/>
                  </a:cubicBezTo>
                  <a:lnTo>
                    <a:pt x="398" y="927"/>
                  </a:lnTo>
                  <a:cubicBezTo>
                    <a:pt x="405" y="944"/>
                    <a:pt x="419" y="954"/>
                    <a:pt x="435" y="954"/>
                  </a:cubicBezTo>
                  <a:cubicBezTo>
                    <a:pt x="449" y="954"/>
                    <a:pt x="466" y="944"/>
                    <a:pt x="472" y="927"/>
                  </a:cubicBezTo>
                  <a:lnTo>
                    <a:pt x="571" y="655"/>
                  </a:lnTo>
                  <a:cubicBezTo>
                    <a:pt x="574" y="642"/>
                    <a:pt x="581" y="632"/>
                    <a:pt x="591" y="629"/>
                  </a:cubicBezTo>
                  <a:lnTo>
                    <a:pt x="832" y="520"/>
                  </a:lnTo>
                  <a:cubicBezTo>
                    <a:pt x="866" y="503"/>
                    <a:pt x="866" y="449"/>
                    <a:pt x="832" y="436"/>
                  </a:cubicBezTo>
                  <a:lnTo>
                    <a:pt x="591" y="326"/>
                  </a:lnTo>
                  <a:cubicBezTo>
                    <a:pt x="581" y="320"/>
                    <a:pt x="574" y="313"/>
                    <a:pt x="571" y="300"/>
                  </a:cubicBezTo>
                  <a:lnTo>
                    <a:pt x="472" y="28"/>
                  </a:lnTo>
                  <a:cubicBezTo>
                    <a:pt x="466" y="8"/>
                    <a:pt x="449" y="1"/>
                    <a:pt x="4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074;p44">
              <a:extLst>
                <a:ext uri="{FF2B5EF4-FFF2-40B4-BE49-F238E27FC236}">
                  <a16:creationId xmlns:a16="http://schemas.microsoft.com/office/drawing/2014/main" id="{B0D1E9EB-881D-F9D1-53BD-FB8D202EB59A}"/>
                </a:ext>
              </a:extLst>
            </p:cNvPr>
            <p:cNvSpPr/>
            <p:nvPr/>
          </p:nvSpPr>
          <p:spPr>
            <a:xfrm>
              <a:off x="6470874" y="2977727"/>
              <a:ext cx="40739" cy="44775"/>
            </a:xfrm>
            <a:custGeom>
              <a:avLst/>
              <a:gdLst/>
              <a:ahLst/>
              <a:cxnLst/>
              <a:rect l="l" t="t" r="r" b="b"/>
              <a:pathLst>
                <a:path w="646" h="710" extrusionOk="0">
                  <a:moveTo>
                    <a:pt x="323" y="0"/>
                  </a:moveTo>
                  <a:cubicBezTo>
                    <a:pt x="313" y="0"/>
                    <a:pt x="299" y="11"/>
                    <a:pt x="296" y="25"/>
                  </a:cubicBezTo>
                  <a:lnTo>
                    <a:pt x="222" y="224"/>
                  </a:lnTo>
                  <a:cubicBezTo>
                    <a:pt x="218" y="235"/>
                    <a:pt x="214" y="241"/>
                    <a:pt x="205" y="245"/>
                  </a:cubicBezTo>
                  <a:lnTo>
                    <a:pt x="28" y="326"/>
                  </a:lnTo>
                  <a:cubicBezTo>
                    <a:pt x="1" y="337"/>
                    <a:pt x="1" y="377"/>
                    <a:pt x="28" y="387"/>
                  </a:cubicBezTo>
                  <a:lnTo>
                    <a:pt x="205" y="469"/>
                  </a:lnTo>
                  <a:cubicBezTo>
                    <a:pt x="214" y="473"/>
                    <a:pt x="218" y="479"/>
                    <a:pt x="222" y="489"/>
                  </a:cubicBezTo>
                  <a:lnTo>
                    <a:pt x="296" y="689"/>
                  </a:lnTo>
                  <a:cubicBezTo>
                    <a:pt x="299" y="703"/>
                    <a:pt x="313" y="710"/>
                    <a:pt x="323" y="710"/>
                  </a:cubicBezTo>
                  <a:cubicBezTo>
                    <a:pt x="333" y="710"/>
                    <a:pt x="347" y="703"/>
                    <a:pt x="350" y="689"/>
                  </a:cubicBezTo>
                  <a:lnTo>
                    <a:pt x="421" y="489"/>
                  </a:lnTo>
                  <a:cubicBezTo>
                    <a:pt x="425" y="479"/>
                    <a:pt x="432" y="473"/>
                    <a:pt x="438" y="469"/>
                  </a:cubicBezTo>
                  <a:lnTo>
                    <a:pt x="618" y="387"/>
                  </a:lnTo>
                  <a:cubicBezTo>
                    <a:pt x="645" y="377"/>
                    <a:pt x="645" y="337"/>
                    <a:pt x="618" y="326"/>
                  </a:cubicBezTo>
                  <a:lnTo>
                    <a:pt x="438" y="245"/>
                  </a:lnTo>
                  <a:cubicBezTo>
                    <a:pt x="432" y="241"/>
                    <a:pt x="425" y="235"/>
                    <a:pt x="421" y="224"/>
                  </a:cubicBezTo>
                  <a:lnTo>
                    <a:pt x="350" y="25"/>
                  </a:lnTo>
                  <a:cubicBezTo>
                    <a:pt x="347" y="11"/>
                    <a:pt x="333" y="0"/>
                    <a:pt x="3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075;p44">
              <a:extLst>
                <a:ext uri="{FF2B5EF4-FFF2-40B4-BE49-F238E27FC236}">
                  <a16:creationId xmlns:a16="http://schemas.microsoft.com/office/drawing/2014/main" id="{A1D191E5-219E-E756-0342-2C30F8F72634}"/>
                </a:ext>
              </a:extLst>
            </p:cNvPr>
            <p:cNvSpPr/>
            <p:nvPr/>
          </p:nvSpPr>
          <p:spPr>
            <a:xfrm>
              <a:off x="6565718" y="2880802"/>
              <a:ext cx="21189" cy="21063"/>
            </a:xfrm>
            <a:custGeom>
              <a:avLst/>
              <a:gdLst/>
              <a:ahLst/>
              <a:cxnLst/>
              <a:rect l="l" t="t" r="r" b="b"/>
              <a:pathLst>
                <a:path w="336" h="334" extrusionOk="0">
                  <a:moveTo>
                    <a:pt x="170" y="1"/>
                  </a:moveTo>
                  <a:cubicBezTo>
                    <a:pt x="78" y="1"/>
                    <a:pt x="0" y="76"/>
                    <a:pt x="0" y="167"/>
                  </a:cubicBezTo>
                  <a:cubicBezTo>
                    <a:pt x="0" y="259"/>
                    <a:pt x="78" y="333"/>
                    <a:pt x="170" y="333"/>
                  </a:cubicBezTo>
                  <a:cubicBezTo>
                    <a:pt x="261" y="333"/>
                    <a:pt x="336" y="259"/>
                    <a:pt x="336" y="167"/>
                  </a:cubicBezTo>
                  <a:cubicBezTo>
                    <a:pt x="336" y="76"/>
                    <a:pt x="261" y="1"/>
                    <a:pt x="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076;p44">
              <a:extLst>
                <a:ext uri="{FF2B5EF4-FFF2-40B4-BE49-F238E27FC236}">
                  <a16:creationId xmlns:a16="http://schemas.microsoft.com/office/drawing/2014/main" id="{135D152F-1E55-A892-7434-210758A1D5C6}"/>
                </a:ext>
              </a:extLst>
            </p:cNvPr>
            <p:cNvSpPr/>
            <p:nvPr/>
          </p:nvSpPr>
          <p:spPr>
            <a:xfrm>
              <a:off x="6443063" y="2846559"/>
              <a:ext cx="375791" cy="380962"/>
            </a:xfrm>
            <a:custGeom>
              <a:avLst/>
              <a:gdLst/>
              <a:ahLst/>
              <a:cxnLst/>
              <a:rect l="l" t="t" r="r" b="b"/>
              <a:pathLst>
                <a:path w="5959" h="6041" extrusionOk="0">
                  <a:moveTo>
                    <a:pt x="5355" y="238"/>
                  </a:moveTo>
                  <a:cubicBezTo>
                    <a:pt x="5386" y="238"/>
                    <a:pt x="5412" y="245"/>
                    <a:pt x="5439" y="262"/>
                  </a:cubicBezTo>
                  <a:lnTo>
                    <a:pt x="5535" y="326"/>
                  </a:lnTo>
                  <a:cubicBezTo>
                    <a:pt x="5565" y="350"/>
                    <a:pt x="5589" y="384"/>
                    <a:pt x="5596" y="422"/>
                  </a:cubicBezTo>
                  <a:cubicBezTo>
                    <a:pt x="5605" y="462"/>
                    <a:pt x="5596" y="503"/>
                    <a:pt x="5572" y="537"/>
                  </a:cubicBezTo>
                  <a:lnTo>
                    <a:pt x="5389" y="809"/>
                  </a:lnTo>
                  <a:lnTo>
                    <a:pt x="5046" y="574"/>
                  </a:lnTo>
                  <a:lnTo>
                    <a:pt x="5229" y="303"/>
                  </a:lnTo>
                  <a:cubicBezTo>
                    <a:pt x="5259" y="262"/>
                    <a:pt x="5307" y="238"/>
                    <a:pt x="5355" y="238"/>
                  </a:cubicBezTo>
                  <a:close/>
                  <a:moveTo>
                    <a:pt x="4496" y="588"/>
                  </a:moveTo>
                  <a:cubicBezTo>
                    <a:pt x="4595" y="588"/>
                    <a:pt x="4693" y="615"/>
                    <a:pt x="4775" y="673"/>
                  </a:cubicBezTo>
                  <a:lnTo>
                    <a:pt x="5409" y="1107"/>
                  </a:lnTo>
                  <a:cubicBezTo>
                    <a:pt x="5518" y="1181"/>
                    <a:pt x="5589" y="1294"/>
                    <a:pt x="5613" y="1422"/>
                  </a:cubicBezTo>
                  <a:cubicBezTo>
                    <a:pt x="5633" y="1524"/>
                    <a:pt x="5619" y="1626"/>
                    <a:pt x="5579" y="1714"/>
                  </a:cubicBezTo>
                  <a:cubicBezTo>
                    <a:pt x="5569" y="1694"/>
                    <a:pt x="5555" y="1673"/>
                    <a:pt x="5541" y="1650"/>
                  </a:cubicBezTo>
                  <a:cubicBezTo>
                    <a:pt x="5430" y="1466"/>
                    <a:pt x="5280" y="1219"/>
                    <a:pt x="4893" y="1015"/>
                  </a:cubicBezTo>
                  <a:cubicBezTo>
                    <a:pt x="4781" y="958"/>
                    <a:pt x="4669" y="920"/>
                    <a:pt x="4557" y="907"/>
                  </a:cubicBezTo>
                  <a:cubicBezTo>
                    <a:pt x="4459" y="818"/>
                    <a:pt x="4337" y="747"/>
                    <a:pt x="4191" y="693"/>
                  </a:cubicBezTo>
                  <a:cubicBezTo>
                    <a:pt x="4252" y="646"/>
                    <a:pt x="4327" y="611"/>
                    <a:pt x="4404" y="594"/>
                  </a:cubicBezTo>
                  <a:cubicBezTo>
                    <a:pt x="4435" y="588"/>
                    <a:pt x="4470" y="588"/>
                    <a:pt x="4496" y="588"/>
                  </a:cubicBezTo>
                  <a:close/>
                  <a:moveTo>
                    <a:pt x="3638" y="832"/>
                  </a:moveTo>
                  <a:cubicBezTo>
                    <a:pt x="3740" y="832"/>
                    <a:pt x="3848" y="846"/>
                    <a:pt x="3964" y="873"/>
                  </a:cubicBezTo>
                  <a:cubicBezTo>
                    <a:pt x="4038" y="890"/>
                    <a:pt x="4106" y="914"/>
                    <a:pt x="4171" y="937"/>
                  </a:cubicBezTo>
                  <a:cubicBezTo>
                    <a:pt x="4031" y="981"/>
                    <a:pt x="3895" y="1056"/>
                    <a:pt x="3757" y="1161"/>
                  </a:cubicBezTo>
                  <a:cubicBezTo>
                    <a:pt x="3435" y="1405"/>
                    <a:pt x="3142" y="1792"/>
                    <a:pt x="2857" y="2166"/>
                  </a:cubicBezTo>
                  <a:cubicBezTo>
                    <a:pt x="2681" y="2400"/>
                    <a:pt x="2511" y="2620"/>
                    <a:pt x="2342" y="2807"/>
                  </a:cubicBezTo>
                  <a:cubicBezTo>
                    <a:pt x="2172" y="2990"/>
                    <a:pt x="1982" y="3187"/>
                    <a:pt x="1778" y="3394"/>
                  </a:cubicBezTo>
                  <a:cubicBezTo>
                    <a:pt x="1497" y="3679"/>
                    <a:pt x="1212" y="3967"/>
                    <a:pt x="964" y="4249"/>
                  </a:cubicBezTo>
                  <a:cubicBezTo>
                    <a:pt x="1100" y="4032"/>
                    <a:pt x="1242" y="3811"/>
                    <a:pt x="1378" y="3607"/>
                  </a:cubicBezTo>
                  <a:cubicBezTo>
                    <a:pt x="1579" y="3295"/>
                    <a:pt x="1755" y="3031"/>
                    <a:pt x="1860" y="2830"/>
                  </a:cubicBezTo>
                  <a:cubicBezTo>
                    <a:pt x="1931" y="2702"/>
                    <a:pt x="1996" y="2576"/>
                    <a:pt x="2060" y="2451"/>
                  </a:cubicBezTo>
                  <a:cubicBezTo>
                    <a:pt x="2321" y="1949"/>
                    <a:pt x="2572" y="1474"/>
                    <a:pt x="2868" y="1175"/>
                  </a:cubicBezTo>
                  <a:cubicBezTo>
                    <a:pt x="3101" y="944"/>
                    <a:pt x="3346" y="832"/>
                    <a:pt x="3638" y="832"/>
                  </a:cubicBezTo>
                  <a:close/>
                  <a:moveTo>
                    <a:pt x="4439" y="1134"/>
                  </a:moveTo>
                  <a:cubicBezTo>
                    <a:pt x="4554" y="1134"/>
                    <a:pt x="4669" y="1164"/>
                    <a:pt x="4785" y="1225"/>
                  </a:cubicBezTo>
                  <a:cubicBezTo>
                    <a:pt x="5114" y="1396"/>
                    <a:pt x="5233" y="1596"/>
                    <a:pt x="5338" y="1772"/>
                  </a:cubicBezTo>
                  <a:cubicBezTo>
                    <a:pt x="5378" y="1840"/>
                    <a:pt x="5419" y="1908"/>
                    <a:pt x="5470" y="1962"/>
                  </a:cubicBezTo>
                  <a:lnTo>
                    <a:pt x="5470" y="1966"/>
                  </a:lnTo>
                  <a:lnTo>
                    <a:pt x="5474" y="1969"/>
                  </a:lnTo>
                  <a:cubicBezTo>
                    <a:pt x="5491" y="1989"/>
                    <a:pt x="5511" y="2006"/>
                    <a:pt x="5531" y="2027"/>
                  </a:cubicBezTo>
                  <a:cubicBezTo>
                    <a:pt x="5605" y="2108"/>
                    <a:pt x="5643" y="2207"/>
                    <a:pt x="5654" y="2321"/>
                  </a:cubicBezTo>
                  <a:cubicBezTo>
                    <a:pt x="5680" y="2637"/>
                    <a:pt x="5483" y="3071"/>
                    <a:pt x="5087" y="3574"/>
                  </a:cubicBezTo>
                  <a:cubicBezTo>
                    <a:pt x="4761" y="3991"/>
                    <a:pt x="4303" y="4439"/>
                    <a:pt x="3862" y="4772"/>
                  </a:cubicBezTo>
                  <a:cubicBezTo>
                    <a:pt x="3193" y="5277"/>
                    <a:pt x="1961" y="5691"/>
                    <a:pt x="1161" y="5786"/>
                  </a:cubicBezTo>
                  <a:cubicBezTo>
                    <a:pt x="1083" y="5793"/>
                    <a:pt x="995" y="5796"/>
                    <a:pt x="910" y="5796"/>
                  </a:cubicBezTo>
                  <a:cubicBezTo>
                    <a:pt x="672" y="5796"/>
                    <a:pt x="448" y="5769"/>
                    <a:pt x="425" y="5694"/>
                  </a:cubicBezTo>
                  <a:cubicBezTo>
                    <a:pt x="364" y="5511"/>
                    <a:pt x="496" y="5209"/>
                    <a:pt x="808" y="4805"/>
                  </a:cubicBezTo>
                  <a:cubicBezTo>
                    <a:pt x="1111" y="4409"/>
                    <a:pt x="1534" y="3978"/>
                    <a:pt x="1945" y="3557"/>
                  </a:cubicBezTo>
                  <a:cubicBezTo>
                    <a:pt x="2149" y="3350"/>
                    <a:pt x="2342" y="3153"/>
                    <a:pt x="2515" y="2966"/>
                  </a:cubicBezTo>
                  <a:cubicBezTo>
                    <a:pt x="2694" y="2773"/>
                    <a:pt x="2874" y="2536"/>
                    <a:pt x="3048" y="2308"/>
                  </a:cubicBezTo>
                  <a:cubicBezTo>
                    <a:pt x="3319" y="1949"/>
                    <a:pt x="3604" y="1576"/>
                    <a:pt x="3899" y="1348"/>
                  </a:cubicBezTo>
                  <a:cubicBezTo>
                    <a:pt x="4086" y="1205"/>
                    <a:pt x="4266" y="1134"/>
                    <a:pt x="4439" y="1134"/>
                  </a:cubicBezTo>
                  <a:close/>
                  <a:moveTo>
                    <a:pt x="5355" y="1"/>
                  </a:moveTo>
                  <a:cubicBezTo>
                    <a:pt x="5233" y="1"/>
                    <a:pt x="5110" y="62"/>
                    <a:pt x="5035" y="171"/>
                  </a:cubicBezTo>
                  <a:lnTo>
                    <a:pt x="4852" y="442"/>
                  </a:lnTo>
                  <a:cubicBezTo>
                    <a:pt x="4741" y="381"/>
                    <a:pt x="4622" y="350"/>
                    <a:pt x="4496" y="350"/>
                  </a:cubicBezTo>
                  <a:cubicBezTo>
                    <a:pt x="4452" y="350"/>
                    <a:pt x="4408" y="354"/>
                    <a:pt x="4364" y="364"/>
                  </a:cubicBezTo>
                  <a:cubicBezTo>
                    <a:pt x="4191" y="395"/>
                    <a:pt x="4038" y="486"/>
                    <a:pt x="3926" y="625"/>
                  </a:cubicBezTo>
                  <a:cubicBezTo>
                    <a:pt x="3828" y="605"/>
                    <a:pt x="3733" y="594"/>
                    <a:pt x="3641" y="594"/>
                  </a:cubicBezTo>
                  <a:cubicBezTo>
                    <a:pt x="3285" y="594"/>
                    <a:pt x="2976" y="734"/>
                    <a:pt x="2702" y="1009"/>
                  </a:cubicBezTo>
                  <a:cubicBezTo>
                    <a:pt x="2379" y="1335"/>
                    <a:pt x="2121" y="1823"/>
                    <a:pt x="1850" y="2342"/>
                  </a:cubicBezTo>
                  <a:cubicBezTo>
                    <a:pt x="1789" y="2464"/>
                    <a:pt x="1721" y="2593"/>
                    <a:pt x="1653" y="2719"/>
                  </a:cubicBezTo>
                  <a:cubicBezTo>
                    <a:pt x="1551" y="2909"/>
                    <a:pt x="1371" y="3184"/>
                    <a:pt x="1181" y="3479"/>
                  </a:cubicBezTo>
                  <a:cubicBezTo>
                    <a:pt x="900" y="3906"/>
                    <a:pt x="584" y="4388"/>
                    <a:pt x="374" y="4808"/>
                  </a:cubicBezTo>
                  <a:cubicBezTo>
                    <a:pt x="21" y="5457"/>
                    <a:pt x="1" y="6040"/>
                    <a:pt x="829" y="6040"/>
                  </a:cubicBezTo>
                  <a:lnTo>
                    <a:pt x="856" y="6040"/>
                  </a:lnTo>
                  <a:cubicBezTo>
                    <a:pt x="1714" y="6040"/>
                    <a:pt x="3255" y="5528"/>
                    <a:pt x="4005" y="4958"/>
                  </a:cubicBezTo>
                  <a:cubicBezTo>
                    <a:pt x="4802" y="4354"/>
                    <a:pt x="5959" y="3150"/>
                    <a:pt x="5890" y="2304"/>
                  </a:cubicBezTo>
                  <a:cubicBezTo>
                    <a:pt x="5877" y="2152"/>
                    <a:pt x="5826" y="2019"/>
                    <a:pt x="5741" y="1908"/>
                  </a:cubicBezTo>
                  <a:cubicBezTo>
                    <a:pt x="5843" y="1751"/>
                    <a:pt x="5881" y="1565"/>
                    <a:pt x="5846" y="1382"/>
                  </a:cubicBezTo>
                  <a:cubicBezTo>
                    <a:pt x="5813" y="1205"/>
                    <a:pt x="5718" y="1053"/>
                    <a:pt x="5582" y="944"/>
                  </a:cubicBezTo>
                  <a:lnTo>
                    <a:pt x="5768" y="666"/>
                  </a:lnTo>
                  <a:cubicBezTo>
                    <a:pt x="5826" y="581"/>
                    <a:pt x="5846" y="480"/>
                    <a:pt x="5826" y="378"/>
                  </a:cubicBezTo>
                  <a:cubicBezTo>
                    <a:pt x="5809" y="276"/>
                    <a:pt x="5752" y="191"/>
                    <a:pt x="5663" y="133"/>
                  </a:cubicBezTo>
                  <a:lnTo>
                    <a:pt x="5572" y="69"/>
                  </a:lnTo>
                  <a:cubicBezTo>
                    <a:pt x="5508" y="24"/>
                    <a:pt x="5430" y="1"/>
                    <a:pt x="53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077;p44">
              <a:extLst>
                <a:ext uri="{FF2B5EF4-FFF2-40B4-BE49-F238E27FC236}">
                  <a16:creationId xmlns:a16="http://schemas.microsoft.com/office/drawing/2014/main" id="{E578DBC4-C23C-412E-75B4-AF32F3B1503D}"/>
                </a:ext>
              </a:extLst>
            </p:cNvPr>
            <p:cNvSpPr/>
            <p:nvPr/>
          </p:nvSpPr>
          <p:spPr>
            <a:xfrm>
              <a:off x="6664977" y="2959566"/>
              <a:ext cx="25540" cy="27685"/>
            </a:xfrm>
            <a:custGeom>
              <a:avLst/>
              <a:gdLst/>
              <a:ahLst/>
              <a:cxnLst/>
              <a:rect l="l" t="t" r="r" b="b"/>
              <a:pathLst>
                <a:path w="405" h="439" extrusionOk="0">
                  <a:moveTo>
                    <a:pt x="265" y="0"/>
                  </a:moveTo>
                  <a:cubicBezTo>
                    <a:pt x="224" y="0"/>
                    <a:pt x="183" y="21"/>
                    <a:pt x="160" y="58"/>
                  </a:cubicBezTo>
                  <a:cubicBezTo>
                    <a:pt x="122" y="122"/>
                    <a:pt x="78" y="187"/>
                    <a:pt x="38" y="248"/>
                  </a:cubicBezTo>
                  <a:cubicBezTo>
                    <a:pt x="0" y="306"/>
                    <a:pt x="17" y="380"/>
                    <a:pt x="71" y="418"/>
                  </a:cubicBezTo>
                  <a:cubicBezTo>
                    <a:pt x="95" y="431"/>
                    <a:pt x="116" y="438"/>
                    <a:pt x="139" y="438"/>
                  </a:cubicBezTo>
                  <a:cubicBezTo>
                    <a:pt x="180" y="438"/>
                    <a:pt x="221" y="421"/>
                    <a:pt x="241" y="384"/>
                  </a:cubicBezTo>
                  <a:cubicBezTo>
                    <a:pt x="285" y="319"/>
                    <a:pt x="329" y="252"/>
                    <a:pt x="370" y="187"/>
                  </a:cubicBezTo>
                  <a:cubicBezTo>
                    <a:pt x="404" y="130"/>
                    <a:pt x="387" y="55"/>
                    <a:pt x="329" y="17"/>
                  </a:cubicBezTo>
                  <a:cubicBezTo>
                    <a:pt x="309" y="3"/>
                    <a:pt x="288" y="0"/>
                    <a:pt x="2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078;p44">
              <a:extLst>
                <a:ext uri="{FF2B5EF4-FFF2-40B4-BE49-F238E27FC236}">
                  <a16:creationId xmlns:a16="http://schemas.microsoft.com/office/drawing/2014/main" id="{2A3E2056-14CD-5A31-01D0-C512E0FA54C8}"/>
                </a:ext>
              </a:extLst>
            </p:cNvPr>
            <p:cNvSpPr/>
            <p:nvPr/>
          </p:nvSpPr>
          <p:spPr>
            <a:xfrm>
              <a:off x="6587285" y="3004655"/>
              <a:ext cx="71513" cy="73279"/>
            </a:xfrm>
            <a:custGeom>
              <a:avLst/>
              <a:gdLst/>
              <a:ahLst/>
              <a:cxnLst/>
              <a:rect l="l" t="t" r="r" b="b"/>
              <a:pathLst>
                <a:path w="1134" h="1162" extrusionOk="0">
                  <a:moveTo>
                    <a:pt x="994" y="1"/>
                  </a:moveTo>
                  <a:cubicBezTo>
                    <a:pt x="961" y="1"/>
                    <a:pt x="924" y="18"/>
                    <a:pt x="900" y="49"/>
                  </a:cubicBezTo>
                  <a:cubicBezTo>
                    <a:pt x="601" y="419"/>
                    <a:pt x="367" y="697"/>
                    <a:pt x="61" y="945"/>
                  </a:cubicBezTo>
                  <a:cubicBezTo>
                    <a:pt x="11" y="989"/>
                    <a:pt x="0" y="1067"/>
                    <a:pt x="45" y="1117"/>
                  </a:cubicBezTo>
                  <a:cubicBezTo>
                    <a:pt x="69" y="1148"/>
                    <a:pt x="106" y="1161"/>
                    <a:pt x="139" y="1161"/>
                  </a:cubicBezTo>
                  <a:cubicBezTo>
                    <a:pt x="167" y="1161"/>
                    <a:pt x="194" y="1155"/>
                    <a:pt x="218" y="1134"/>
                  </a:cubicBezTo>
                  <a:cubicBezTo>
                    <a:pt x="540" y="873"/>
                    <a:pt x="784" y="585"/>
                    <a:pt x="1090" y="201"/>
                  </a:cubicBezTo>
                  <a:cubicBezTo>
                    <a:pt x="1134" y="151"/>
                    <a:pt x="1127" y="73"/>
                    <a:pt x="1073" y="29"/>
                  </a:cubicBezTo>
                  <a:cubicBezTo>
                    <a:pt x="1049" y="12"/>
                    <a:pt x="1022" y="1"/>
                    <a:pt x="9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079;p44">
              <a:extLst>
                <a:ext uri="{FF2B5EF4-FFF2-40B4-BE49-F238E27FC236}">
                  <a16:creationId xmlns:a16="http://schemas.microsoft.com/office/drawing/2014/main" id="{6563334D-522F-0DC1-924E-43FB5F53946A}"/>
                </a:ext>
              </a:extLst>
            </p:cNvPr>
            <p:cNvSpPr/>
            <p:nvPr/>
          </p:nvSpPr>
          <p:spPr>
            <a:xfrm>
              <a:off x="6537214" y="3157074"/>
              <a:ext cx="73468" cy="32982"/>
            </a:xfrm>
            <a:custGeom>
              <a:avLst/>
              <a:gdLst/>
              <a:ahLst/>
              <a:cxnLst/>
              <a:rect l="l" t="t" r="r" b="b"/>
              <a:pathLst>
                <a:path w="1165" h="523" extrusionOk="0">
                  <a:moveTo>
                    <a:pt x="1083" y="0"/>
                  </a:moveTo>
                  <a:cubicBezTo>
                    <a:pt x="1073" y="0"/>
                    <a:pt x="1063" y="0"/>
                    <a:pt x="1049" y="7"/>
                  </a:cubicBezTo>
                  <a:cubicBezTo>
                    <a:pt x="771" y="143"/>
                    <a:pt x="479" y="261"/>
                    <a:pt x="180" y="353"/>
                  </a:cubicBezTo>
                  <a:cubicBezTo>
                    <a:pt x="147" y="363"/>
                    <a:pt x="119" y="370"/>
                    <a:pt x="82" y="384"/>
                  </a:cubicBezTo>
                  <a:cubicBezTo>
                    <a:pt x="0" y="404"/>
                    <a:pt x="11" y="520"/>
                    <a:pt x="96" y="523"/>
                  </a:cubicBezTo>
                  <a:cubicBezTo>
                    <a:pt x="147" y="520"/>
                    <a:pt x="191" y="502"/>
                    <a:pt x="224" y="489"/>
                  </a:cubicBezTo>
                  <a:cubicBezTo>
                    <a:pt x="258" y="479"/>
                    <a:pt x="828" y="275"/>
                    <a:pt x="1113" y="133"/>
                  </a:cubicBezTo>
                  <a:cubicBezTo>
                    <a:pt x="1148" y="116"/>
                    <a:pt x="1165" y="75"/>
                    <a:pt x="1144" y="37"/>
                  </a:cubicBezTo>
                  <a:cubicBezTo>
                    <a:pt x="1134" y="14"/>
                    <a:pt x="1107" y="0"/>
                    <a:pt x="10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80;p44">
              <a:extLst>
                <a:ext uri="{FF2B5EF4-FFF2-40B4-BE49-F238E27FC236}">
                  <a16:creationId xmlns:a16="http://schemas.microsoft.com/office/drawing/2014/main" id="{C3C3B485-9943-BDA9-1DA5-1E1A3C81ED65}"/>
                </a:ext>
              </a:extLst>
            </p:cNvPr>
            <p:cNvSpPr/>
            <p:nvPr/>
          </p:nvSpPr>
          <p:spPr>
            <a:xfrm>
              <a:off x="6616609" y="3130273"/>
              <a:ext cx="40045" cy="26865"/>
            </a:xfrm>
            <a:custGeom>
              <a:avLst/>
              <a:gdLst/>
              <a:ahLst/>
              <a:cxnLst/>
              <a:rect l="l" t="t" r="r" b="b"/>
              <a:pathLst>
                <a:path w="635" h="426" extrusionOk="0">
                  <a:moveTo>
                    <a:pt x="553" y="1"/>
                  </a:moveTo>
                  <a:cubicBezTo>
                    <a:pt x="540" y="1"/>
                    <a:pt x="529" y="4"/>
                    <a:pt x="520" y="11"/>
                  </a:cubicBezTo>
                  <a:cubicBezTo>
                    <a:pt x="431" y="59"/>
                    <a:pt x="346" y="113"/>
                    <a:pt x="262" y="164"/>
                  </a:cubicBezTo>
                  <a:cubicBezTo>
                    <a:pt x="194" y="208"/>
                    <a:pt x="119" y="252"/>
                    <a:pt x="48" y="293"/>
                  </a:cubicBezTo>
                  <a:cubicBezTo>
                    <a:pt x="14" y="313"/>
                    <a:pt x="0" y="357"/>
                    <a:pt x="21" y="391"/>
                  </a:cubicBezTo>
                  <a:cubicBezTo>
                    <a:pt x="34" y="415"/>
                    <a:pt x="58" y="425"/>
                    <a:pt x="82" y="425"/>
                  </a:cubicBezTo>
                  <a:cubicBezTo>
                    <a:pt x="95" y="425"/>
                    <a:pt x="105" y="425"/>
                    <a:pt x="116" y="418"/>
                  </a:cubicBezTo>
                  <a:cubicBezTo>
                    <a:pt x="194" y="375"/>
                    <a:pt x="265" y="330"/>
                    <a:pt x="336" y="283"/>
                  </a:cubicBezTo>
                  <a:cubicBezTo>
                    <a:pt x="418" y="232"/>
                    <a:pt x="503" y="181"/>
                    <a:pt x="587" y="137"/>
                  </a:cubicBezTo>
                  <a:cubicBezTo>
                    <a:pt x="621" y="116"/>
                    <a:pt x="634" y="72"/>
                    <a:pt x="614" y="38"/>
                  </a:cubicBezTo>
                  <a:cubicBezTo>
                    <a:pt x="601" y="15"/>
                    <a:pt x="577" y="1"/>
                    <a:pt x="5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081;p44">
              <a:extLst>
                <a:ext uri="{FF2B5EF4-FFF2-40B4-BE49-F238E27FC236}">
                  <a16:creationId xmlns:a16="http://schemas.microsoft.com/office/drawing/2014/main" id="{9F9B97A3-ECFE-68AC-E441-7895631E1B15}"/>
                </a:ext>
              </a:extLst>
            </p:cNvPr>
            <p:cNvSpPr/>
            <p:nvPr/>
          </p:nvSpPr>
          <p:spPr>
            <a:xfrm>
              <a:off x="6734093" y="3044510"/>
              <a:ext cx="14567" cy="14820"/>
            </a:xfrm>
            <a:custGeom>
              <a:avLst/>
              <a:gdLst/>
              <a:ahLst/>
              <a:cxnLst/>
              <a:rect l="l" t="t" r="r" b="b"/>
              <a:pathLst>
                <a:path w="231" h="235" extrusionOk="0">
                  <a:moveTo>
                    <a:pt x="153" y="0"/>
                  </a:moveTo>
                  <a:cubicBezTo>
                    <a:pt x="129" y="0"/>
                    <a:pt x="109" y="11"/>
                    <a:pt x="95" y="28"/>
                  </a:cubicBezTo>
                  <a:cubicBezTo>
                    <a:pt x="71" y="58"/>
                    <a:pt x="47" y="89"/>
                    <a:pt x="24" y="119"/>
                  </a:cubicBezTo>
                  <a:cubicBezTo>
                    <a:pt x="0" y="150"/>
                    <a:pt x="4" y="194"/>
                    <a:pt x="34" y="221"/>
                  </a:cubicBezTo>
                  <a:cubicBezTo>
                    <a:pt x="47" y="231"/>
                    <a:pt x="65" y="235"/>
                    <a:pt x="78" y="235"/>
                  </a:cubicBezTo>
                  <a:cubicBezTo>
                    <a:pt x="99" y="235"/>
                    <a:pt x="122" y="224"/>
                    <a:pt x="135" y="208"/>
                  </a:cubicBezTo>
                  <a:cubicBezTo>
                    <a:pt x="160" y="177"/>
                    <a:pt x="183" y="143"/>
                    <a:pt x="207" y="112"/>
                  </a:cubicBezTo>
                  <a:cubicBezTo>
                    <a:pt x="231" y="81"/>
                    <a:pt x="224" y="38"/>
                    <a:pt x="193" y="14"/>
                  </a:cubicBezTo>
                  <a:cubicBezTo>
                    <a:pt x="180" y="4"/>
                    <a:pt x="166" y="0"/>
                    <a:pt x="1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082;p44">
              <a:extLst>
                <a:ext uri="{FF2B5EF4-FFF2-40B4-BE49-F238E27FC236}">
                  <a16:creationId xmlns:a16="http://schemas.microsoft.com/office/drawing/2014/main" id="{8C24304E-60BE-DF1D-74C0-4CB475304D87}"/>
                </a:ext>
              </a:extLst>
            </p:cNvPr>
            <p:cNvSpPr/>
            <p:nvPr/>
          </p:nvSpPr>
          <p:spPr>
            <a:xfrm>
              <a:off x="6751182" y="2979871"/>
              <a:ext cx="35378" cy="55495"/>
            </a:xfrm>
            <a:custGeom>
              <a:avLst/>
              <a:gdLst/>
              <a:ahLst/>
              <a:cxnLst/>
              <a:rect l="l" t="t" r="r" b="b"/>
              <a:pathLst>
                <a:path w="561" h="880" extrusionOk="0">
                  <a:moveTo>
                    <a:pt x="479" y="1"/>
                  </a:moveTo>
                  <a:cubicBezTo>
                    <a:pt x="452" y="1"/>
                    <a:pt x="428" y="18"/>
                    <a:pt x="414" y="45"/>
                  </a:cubicBezTo>
                  <a:cubicBezTo>
                    <a:pt x="306" y="296"/>
                    <a:pt x="174" y="541"/>
                    <a:pt x="21" y="771"/>
                  </a:cubicBezTo>
                  <a:cubicBezTo>
                    <a:pt x="0" y="805"/>
                    <a:pt x="11" y="846"/>
                    <a:pt x="41" y="870"/>
                  </a:cubicBezTo>
                  <a:cubicBezTo>
                    <a:pt x="55" y="876"/>
                    <a:pt x="68" y="879"/>
                    <a:pt x="82" y="879"/>
                  </a:cubicBezTo>
                  <a:cubicBezTo>
                    <a:pt x="105" y="879"/>
                    <a:pt x="126" y="870"/>
                    <a:pt x="140" y="849"/>
                  </a:cubicBezTo>
                  <a:cubicBezTo>
                    <a:pt x="296" y="611"/>
                    <a:pt x="431" y="361"/>
                    <a:pt x="544" y="102"/>
                  </a:cubicBezTo>
                  <a:cubicBezTo>
                    <a:pt x="561" y="65"/>
                    <a:pt x="544" y="24"/>
                    <a:pt x="509" y="7"/>
                  </a:cubicBezTo>
                  <a:cubicBezTo>
                    <a:pt x="500" y="4"/>
                    <a:pt x="489" y="1"/>
                    <a:pt x="4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" name="Google Shape;253;p25">
            <a:extLst>
              <a:ext uri="{FF2B5EF4-FFF2-40B4-BE49-F238E27FC236}">
                <a16:creationId xmlns:a16="http://schemas.microsoft.com/office/drawing/2014/main" id="{975CF1A9-2CA7-3718-E40C-D087D641574A}"/>
              </a:ext>
            </a:extLst>
          </p:cNvPr>
          <p:cNvGrpSpPr/>
          <p:nvPr/>
        </p:nvGrpSpPr>
        <p:grpSpPr>
          <a:xfrm>
            <a:off x="7867537" y="146669"/>
            <a:ext cx="826656" cy="790852"/>
            <a:chOff x="630776" y="3608409"/>
            <a:chExt cx="1141002" cy="1091584"/>
          </a:xfrm>
        </p:grpSpPr>
        <p:sp>
          <p:nvSpPr>
            <p:cNvPr id="24" name="Google Shape;254;p25">
              <a:extLst>
                <a:ext uri="{FF2B5EF4-FFF2-40B4-BE49-F238E27FC236}">
                  <a16:creationId xmlns:a16="http://schemas.microsoft.com/office/drawing/2014/main" id="{B99C8858-0BDF-0D3B-0AF3-3D285467B835}"/>
                </a:ext>
              </a:extLst>
            </p:cNvPr>
            <p:cNvSpPr/>
            <p:nvPr/>
          </p:nvSpPr>
          <p:spPr>
            <a:xfrm rot="-162658">
              <a:off x="654784" y="3633675"/>
              <a:ext cx="1092986" cy="1041053"/>
            </a:xfrm>
            <a:custGeom>
              <a:avLst/>
              <a:gdLst/>
              <a:ahLst/>
              <a:cxnLst/>
              <a:rect l="l" t="t" r="r" b="b"/>
              <a:pathLst>
                <a:path w="34179" h="32555" extrusionOk="0">
                  <a:moveTo>
                    <a:pt x="14496" y="1876"/>
                  </a:moveTo>
                  <a:cubicBezTo>
                    <a:pt x="14540" y="1876"/>
                    <a:pt x="14583" y="1882"/>
                    <a:pt x="14622" y="1895"/>
                  </a:cubicBezTo>
                  <a:lnTo>
                    <a:pt x="14679" y="1914"/>
                  </a:lnTo>
                  <a:cubicBezTo>
                    <a:pt x="14792" y="1954"/>
                    <a:pt x="14877" y="2033"/>
                    <a:pt x="14927" y="2147"/>
                  </a:cubicBezTo>
                  <a:cubicBezTo>
                    <a:pt x="14983" y="2272"/>
                    <a:pt x="14983" y="2424"/>
                    <a:pt x="14929" y="2554"/>
                  </a:cubicBezTo>
                  <a:cubicBezTo>
                    <a:pt x="14670" y="3167"/>
                    <a:pt x="14356" y="4141"/>
                    <a:pt x="14335" y="5284"/>
                  </a:cubicBezTo>
                  <a:lnTo>
                    <a:pt x="14314" y="6659"/>
                  </a:lnTo>
                  <a:lnTo>
                    <a:pt x="15926" y="6057"/>
                  </a:lnTo>
                  <a:lnTo>
                    <a:pt x="16092" y="5827"/>
                  </a:lnTo>
                  <a:cubicBezTo>
                    <a:pt x="16385" y="5420"/>
                    <a:pt x="16727" y="5122"/>
                    <a:pt x="17105" y="4941"/>
                  </a:cubicBezTo>
                  <a:cubicBezTo>
                    <a:pt x="17275" y="4861"/>
                    <a:pt x="17453" y="4821"/>
                    <a:pt x="17629" y="4821"/>
                  </a:cubicBezTo>
                  <a:cubicBezTo>
                    <a:pt x="17896" y="4821"/>
                    <a:pt x="18158" y="4912"/>
                    <a:pt x="18383" y="5090"/>
                  </a:cubicBezTo>
                  <a:lnTo>
                    <a:pt x="18696" y="5336"/>
                  </a:lnTo>
                  <a:lnTo>
                    <a:pt x="19090" y="5282"/>
                  </a:lnTo>
                  <a:cubicBezTo>
                    <a:pt x="19694" y="5201"/>
                    <a:pt x="20267" y="5160"/>
                    <a:pt x="20794" y="5160"/>
                  </a:cubicBezTo>
                  <a:cubicBezTo>
                    <a:pt x="25475" y="5160"/>
                    <a:pt x="28381" y="7853"/>
                    <a:pt x="29994" y="10112"/>
                  </a:cubicBezTo>
                  <a:cubicBezTo>
                    <a:pt x="31491" y="12213"/>
                    <a:pt x="32301" y="14767"/>
                    <a:pt x="32274" y="17304"/>
                  </a:cubicBezTo>
                  <a:cubicBezTo>
                    <a:pt x="32247" y="20346"/>
                    <a:pt x="31086" y="23216"/>
                    <a:pt x="28915" y="25602"/>
                  </a:cubicBezTo>
                  <a:cubicBezTo>
                    <a:pt x="26667" y="28068"/>
                    <a:pt x="23475" y="29764"/>
                    <a:pt x="19926" y="30376"/>
                  </a:cubicBezTo>
                  <a:cubicBezTo>
                    <a:pt x="18762" y="30580"/>
                    <a:pt x="17586" y="30682"/>
                    <a:pt x="16431" y="30682"/>
                  </a:cubicBezTo>
                  <a:cubicBezTo>
                    <a:pt x="13605" y="30682"/>
                    <a:pt x="10889" y="30074"/>
                    <a:pt x="8360" y="28876"/>
                  </a:cubicBezTo>
                  <a:cubicBezTo>
                    <a:pt x="4700" y="27145"/>
                    <a:pt x="2294" y="23547"/>
                    <a:pt x="2082" y="19483"/>
                  </a:cubicBezTo>
                  <a:cubicBezTo>
                    <a:pt x="1896" y="16050"/>
                    <a:pt x="2829" y="13184"/>
                    <a:pt x="4853" y="10959"/>
                  </a:cubicBezTo>
                  <a:cubicBezTo>
                    <a:pt x="6106" y="9584"/>
                    <a:pt x="7763" y="8490"/>
                    <a:pt x="9777" y="7711"/>
                  </a:cubicBezTo>
                  <a:lnTo>
                    <a:pt x="10107" y="7582"/>
                  </a:lnTo>
                  <a:lnTo>
                    <a:pt x="10270" y="7268"/>
                  </a:lnTo>
                  <a:cubicBezTo>
                    <a:pt x="10328" y="7157"/>
                    <a:pt x="10407" y="7071"/>
                    <a:pt x="10504" y="7011"/>
                  </a:cubicBezTo>
                  <a:cubicBezTo>
                    <a:pt x="10680" y="6900"/>
                    <a:pt x="10942" y="6845"/>
                    <a:pt x="11270" y="6845"/>
                  </a:cubicBezTo>
                  <a:cubicBezTo>
                    <a:pt x="11498" y="6845"/>
                    <a:pt x="11758" y="6872"/>
                    <a:pt x="12044" y="6927"/>
                  </a:cubicBezTo>
                  <a:lnTo>
                    <a:pt x="12233" y="6962"/>
                  </a:lnTo>
                  <a:lnTo>
                    <a:pt x="12420" y="6921"/>
                  </a:lnTo>
                  <a:cubicBezTo>
                    <a:pt x="12689" y="6864"/>
                    <a:pt x="12964" y="6810"/>
                    <a:pt x="13236" y="6763"/>
                  </a:cubicBezTo>
                  <a:lnTo>
                    <a:pt x="14208" y="6596"/>
                  </a:lnTo>
                  <a:lnTo>
                    <a:pt x="13990" y="5633"/>
                  </a:lnTo>
                  <a:cubicBezTo>
                    <a:pt x="13709" y="4397"/>
                    <a:pt x="13729" y="3242"/>
                    <a:pt x="14045" y="2198"/>
                  </a:cubicBezTo>
                  <a:cubicBezTo>
                    <a:pt x="14080" y="2081"/>
                    <a:pt x="14158" y="1990"/>
                    <a:pt x="14271" y="1930"/>
                  </a:cubicBezTo>
                  <a:cubicBezTo>
                    <a:pt x="14341" y="1894"/>
                    <a:pt x="14421" y="1876"/>
                    <a:pt x="14496" y="1876"/>
                  </a:cubicBezTo>
                  <a:close/>
                  <a:moveTo>
                    <a:pt x="14490" y="0"/>
                  </a:moveTo>
                  <a:cubicBezTo>
                    <a:pt x="14114" y="0"/>
                    <a:pt x="13739" y="90"/>
                    <a:pt x="13403" y="266"/>
                  </a:cubicBezTo>
                  <a:cubicBezTo>
                    <a:pt x="12844" y="557"/>
                    <a:pt x="12434" y="1049"/>
                    <a:pt x="12252" y="1650"/>
                  </a:cubicBezTo>
                  <a:cubicBezTo>
                    <a:pt x="11931" y="2705"/>
                    <a:pt x="11842" y="3835"/>
                    <a:pt x="11984" y="5017"/>
                  </a:cubicBezTo>
                  <a:cubicBezTo>
                    <a:pt x="11736" y="4985"/>
                    <a:pt x="11499" y="4969"/>
                    <a:pt x="11273" y="4969"/>
                  </a:cubicBezTo>
                  <a:cubicBezTo>
                    <a:pt x="10582" y="4969"/>
                    <a:pt x="9992" y="5119"/>
                    <a:pt x="9513" y="5419"/>
                  </a:cubicBezTo>
                  <a:cubicBezTo>
                    <a:pt x="9238" y="5589"/>
                    <a:pt x="9000" y="5814"/>
                    <a:pt x="8809" y="6078"/>
                  </a:cubicBezTo>
                  <a:cubicBezTo>
                    <a:pt x="6654" y="6957"/>
                    <a:pt x="4859" y="8172"/>
                    <a:pt x="3470" y="9696"/>
                  </a:cubicBezTo>
                  <a:cubicBezTo>
                    <a:pt x="1096" y="12305"/>
                    <a:pt x="0" y="15629"/>
                    <a:pt x="212" y="19580"/>
                  </a:cubicBezTo>
                  <a:cubicBezTo>
                    <a:pt x="462" y="24331"/>
                    <a:pt x="3277" y="28541"/>
                    <a:pt x="7560" y="30568"/>
                  </a:cubicBezTo>
                  <a:cubicBezTo>
                    <a:pt x="10340" y="31886"/>
                    <a:pt x="13325" y="32554"/>
                    <a:pt x="16431" y="32554"/>
                  </a:cubicBezTo>
                  <a:cubicBezTo>
                    <a:pt x="17694" y="32554"/>
                    <a:pt x="18977" y="32442"/>
                    <a:pt x="20248" y="32220"/>
                  </a:cubicBezTo>
                  <a:cubicBezTo>
                    <a:pt x="24203" y="31538"/>
                    <a:pt x="27775" y="29635"/>
                    <a:pt x="30301" y="26860"/>
                  </a:cubicBezTo>
                  <a:cubicBezTo>
                    <a:pt x="32786" y="24127"/>
                    <a:pt x="34117" y="20830"/>
                    <a:pt x="34148" y="17320"/>
                  </a:cubicBezTo>
                  <a:cubicBezTo>
                    <a:pt x="34179" y="14393"/>
                    <a:pt x="33246" y="11445"/>
                    <a:pt x="31520" y="9023"/>
                  </a:cubicBezTo>
                  <a:lnTo>
                    <a:pt x="31519" y="9022"/>
                  </a:lnTo>
                  <a:cubicBezTo>
                    <a:pt x="29649" y="6404"/>
                    <a:pt x="26272" y="3284"/>
                    <a:pt x="20793" y="3284"/>
                  </a:cubicBezTo>
                  <a:cubicBezTo>
                    <a:pt x="20289" y="3284"/>
                    <a:pt x="19755" y="3316"/>
                    <a:pt x="19198" y="3379"/>
                  </a:cubicBezTo>
                  <a:cubicBezTo>
                    <a:pt x="18715" y="3092"/>
                    <a:pt x="18174" y="2946"/>
                    <a:pt x="17628" y="2946"/>
                  </a:cubicBezTo>
                  <a:cubicBezTo>
                    <a:pt x="17327" y="2946"/>
                    <a:pt x="17024" y="2991"/>
                    <a:pt x="16729" y="3081"/>
                  </a:cubicBezTo>
                  <a:cubicBezTo>
                    <a:pt x="16906" y="2527"/>
                    <a:pt x="16875" y="1922"/>
                    <a:pt x="16640" y="1388"/>
                  </a:cubicBezTo>
                  <a:cubicBezTo>
                    <a:pt x="16379" y="799"/>
                    <a:pt x="15904" y="358"/>
                    <a:pt x="15290" y="141"/>
                  </a:cubicBezTo>
                  <a:lnTo>
                    <a:pt x="15211" y="114"/>
                  </a:lnTo>
                  <a:cubicBezTo>
                    <a:pt x="14978" y="38"/>
                    <a:pt x="14734" y="0"/>
                    <a:pt x="14490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5;p25">
              <a:extLst>
                <a:ext uri="{FF2B5EF4-FFF2-40B4-BE49-F238E27FC236}">
                  <a16:creationId xmlns:a16="http://schemas.microsoft.com/office/drawing/2014/main" id="{555166D6-ACF4-732B-AB43-D6571EF5D108}"/>
                </a:ext>
              </a:extLst>
            </p:cNvPr>
            <p:cNvSpPr/>
            <p:nvPr/>
          </p:nvSpPr>
          <p:spPr>
            <a:xfrm rot="-162658">
              <a:off x="685039" y="3663666"/>
              <a:ext cx="1032675" cy="981190"/>
            </a:xfrm>
            <a:custGeom>
              <a:avLst/>
              <a:gdLst/>
              <a:ahLst/>
              <a:cxnLst/>
              <a:rect l="l" t="t" r="r" b="b"/>
              <a:pathLst>
                <a:path w="32293" h="30683" extrusionOk="0">
                  <a:moveTo>
                    <a:pt x="13545" y="1"/>
                  </a:moveTo>
                  <a:cubicBezTo>
                    <a:pt x="13318" y="1"/>
                    <a:pt x="13092" y="55"/>
                    <a:pt x="12888" y="162"/>
                  </a:cubicBezTo>
                  <a:cubicBezTo>
                    <a:pt x="12553" y="337"/>
                    <a:pt x="12309" y="629"/>
                    <a:pt x="12200" y="987"/>
                  </a:cubicBezTo>
                  <a:cubicBezTo>
                    <a:pt x="11776" y="2379"/>
                    <a:pt x="11867" y="3754"/>
                    <a:pt x="12127" y="4902"/>
                  </a:cubicBezTo>
                  <a:cubicBezTo>
                    <a:pt x="11863" y="4947"/>
                    <a:pt x="11576" y="5001"/>
                    <a:pt x="11271" y="5069"/>
                  </a:cubicBezTo>
                  <a:cubicBezTo>
                    <a:pt x="10927" y="5003"/>
                    <a:pt x="10610" y="4970"/>
                    <a:pt x="10321" y="4970"/>
                  </a:cubicBezTo>
                  <a:cubicBezTo>
                    <a:pt x="9812" y="4970"/>
                    <a:pt x="9390" y="5073"/>
                    <a:pt x="9060" y="5279"/>
                  </a:cubicBezTo>
                  <a:cubicBezTo>
                    <a:pt x="8868" y="5399"/>
                    <a:pt x="8650" y="5595"/>
                    <a:pt x="8492" y="5900"/>
                  </a:cubicBezTo>
                  <a:cubicBezTo>
                    <a:pt x="6701" y="6595"/>
                    <a:pt x="4771" y="7682"/>
                    <a:pt x="3214" y="9391"/>
                  </a:cubicBezTo>
                  <a:cubicBezTo>
                    <a:pt x="1015" y="11809"/>
                    <a:pt x="0" y="14905"/>
                    <a:pt x="199" y="18595"/>
                  </a:cubicBezTo>
                  <a:cubicBezTo>
                    <a:pt x="430" y="23003"/>
                    <a:pt x="3041" y="26908"/>
                    <a:pt x="7011" y="28785"/>
                  </a:cubicBezTo>
                  <a:cubicBezTo>
                    <a:pt x="9667" y="30043"/>
                    <a:pt x="12516" y="30682"/>
                    <a:pt x="15482" y="30682"/>
                  </a:cubicBezTo>
                  <a:cubicBezTo>
                    <a:pt x="16690" y="30682"/>
                    <a:pt x="17921" y="30574"/>
                    <a:pt x="19138" y="30362"/>
                  </a:cubicBezTo>
                  <a:cubicBezTo>
                    <a:pt x="22891" y="29715"/>
                    <a:pt x="26271" y="27916"/>
                    <a:pt x="28658" y="25296"/>
                  </a:cubicBezTo>
                  <a:cubicBezTo>
                    <a:pt x="30986" y="22736"/>
                    <a:pt x="32232" y="19652"/>
                    <a:pt x="32261" y="16376"/>
                  </a:cubicBezTo>
                  <a:cubicBezTo>
                    <a:pt x="32292" y="13642"/>
                    <a:pt x="31421" y="10890"/>
                    <a:pt x="29809" y="8630"/>
                  </a:cubicBezTo>
                  <a:cubicBezTo>
                    <a:pt x="28067" y="6191"/>
                    <a:pt x="24926" y="3284"/>
                    <a:pt x="19846" y="3284"/>
                  </a:cubicBezTo>
                  <a:cubicBezTo>
                    <a:pt x="19249" y="3284"/>
                    <a:pt x="18636" y="3330"/>
                    <a:pt x="18016" y="3416"/>
                  </a:cubicBezTo>
                  <a:cubicBezTo>
                    <a:pt x="17625" y="3106"/>
                    <a:pt x="17158" y="2945"/>
                    <a:pt x="16682" y="2945"/>
                  </a:cubicBezTo>
                  <a:cubicBezTo>
                    <a:pt x="16370" y="2945"/>
                    <a:pt x="16055" y="3014"/>
                    <a:pt x="15756" y="3157"/>
                  </a:cubicBezTo>
                  <a:cubicBezTo>
                    <a:pt x="15227" y="3408"/>
                    <a:pt x="14770" y="3805"/>
                    <a:pt x="14385" y="4343"/>
                  </a:cubicBezTo>
                  <a:cubicBezTo>
                    <a:pt x="14365" y="4352"/>
                    <a:pt x="14344" y="4357"/>
                    <a:pt x="14325" y="4365"/>
                  </a:cubicBezTo>
                  <a:cubicBezTo>
                    <a:pt x="14343" y="3362"/>
                    <a:pt x="14627" y="2499"/>
                    <a:pt x="14845" y="1980"/>
                  </a:cubicBezTo>
                  <a:cubicBezTo>
                    <a:pt x="15000" y="1612"/>
                    <a:pt x="14997" y="1193"/>
                    <a:pt x="14837" y="831"/>
                  </a:cubicBezTo>
                  <a:cubicBezTo>
                    <a:pt x="14682" y="480"/>
                    <a:pt x="14400" y="218"/>
                    <a:pt x="14042" y="92"/>
                  </a:cubicBezTo>
                  <a:lnTo>
                    <a:pt x="13974" y="68"/>
                  </a:lnTo>
                  <a:cubicBezTo>
                    <a:pt x="13835" y="23"/>
                    <a:pt x="13690" y="1"/>
                    <a:pt x="135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56;p25">
              <a:extLst>
                <a:ext uri="{FF2B5EF4-FFF2-40B4-BE49-F238E27FC236}">
                  <a16:creationId xmlns:a16="http://schemas.microsoft.com/office/drawing/2014/main" id="{DA173CCF-7BA8-18C7-4E59-CFCA2F5C2452}"/>
                </a:ext>
              </a:extLst>
            </p:cNvPr>
            <p:cNvSpPr/>
            <p:nvPr/>
          </p:nvSpPr>
          <p:spPr>
            <a:xfrm rot="-162658">
              <a:off x="724831" y="3819570"/>
              <a:ext cx="944063" cy="763386"/>
            </a:xfrm>
            <a:custGeom>
              <a:avLst/>
              <a:gdLst/>
              <a:ahLst/>
              <a:cxnLst/>
              <a:rect l="l" t="t" r="r" b="b"/>
              <a:pathLst>
                <a:path w="29522" h="23872" extrusionOk="0">
                  <a:moveTo>
                    <a:pt x="18938" y="1"/>
                  </a:moveTo>
                  <a:cubicBezTo>
                    <a:pt x="17151" y="1"/>
                    <a:pt x="15085" y="434"/>
                    <a:pt x="12708" y="1508"/>
                  </a:cubicBezTo>
                  <a:cubicBezTo>
                    <a:pt x="12708" y="1508"/>
                    <a:pt x="1" y="2017"/>
                    <a:pt x="614" y="13521"/>
                  </a:cubicBezTo>
                  <a:cubicBezTo>
                    <a:pt x="810" y="17211"/>
                    <a:pt x="3007" y="20525"/>
                    <a:pt x="6347" y="22104"/>
                  </a:cubicBezTo>
                  <a:cubicBezTo>
                    <a:pt x="8381" y="23067"/>
                    <a:pt x="11042" y="23871"/>
                    <a:pt x="14255" y="23871"/>
                  </a:cubicBezTo>
                  <a:cubicBezTo>
                    <a:pt x="15343" y="23871"/>
                    <a:pt x="16496" y="23779"/>
                    <a:pt x="17708" y="23569"/>
                  </a:cubicBezTo>
                  <a:cubicBezTo>
                    <a:pt x="21008" y="22997"/>
                    <a:pt x="24094" y="21468"/>
                    <a:pt x="26350" y="18993"/>
                  </a:cubicBezTo>
                  <a:cubicBezTo>
                    <a:pt x="28007" y="17173"/>
                    <a:pt x="29466" y="14618"/>
                    <a:pt x="29499" y="11257"/>
                  </a:cubicBezTo>
                  <a:cubicBezTo>
                    <a:pt x="29521" y="8869"/>
                    <a:pt x="28761" y="6524"/>
                    <a:pt x="27375" y="4581"/>
                  </a:cubicBezTo>
                  <a:cubicBezTo>
                    <a:pt x="25861" y="2456"/>
                    <a:pt x="23191" y="1"/>
                    <a:pt x="1893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57;p25">
              <a:extLst>
                <a:ext uri="{FF2B5EF4-FFF2-40B4-BE49-F238E27FC236}">
                  <a16:creationId xmlns:a16="http://schemas.microsoft.com/office/drawing/2014/main" id="{0FD93B95-B30D-8CB9-AC8A-71A70578CD98}"/>
                </a:ext>
              </a:extLst>
            </p:cNvPr>
            <p:cNvSpPr/>
            <p:nvPr/>
          </p:nvSpPr>
          <p:spPr>
            <a:xfrm rot="-162658">
              <a:off x="687617" y="3768589"/>
              <a:ext cx="1032611" cy="876173"/>
            </a:xfrm>
            <a:custGeom>
              <a:avLst/>
              <a:gdLst/>
              <a:ahLst/>
              <a:cxnLst/>
              <a:rect l="l" t="t" r="r" b="b"/>
              <a:pathLst>
                <a:path w="32291" h="27399" extrusionOk="0">
                  <a:moveTo>
                    <a:pt x="19843" y="983"/>
                  </a:moveTo>
                  <a:cubicBezTo>
                    <a:pt x="24504" y="983"/>
                    <a:pt x="27400" y="3665"/>
                    <a:pt x="29007" y="5913"/>
                  </a:cubicBezTo>
                  <a:cubicBezTo>
                    <a:pt x="30498" y="8007"/>
                    <a:pt x="31305" y="10551"/>
                    <a:pt x="31278" y="13078"/>
                  </a:cubicBezTo>
                  <a:cubicBezTo>
                    <a:pt x="31251" y="16109"/>
                    <a:pt x="30094" y="18968"/>
                    <a:pt x="27931" y="21345"/>
                  </a:cubicBezTo>
                  <a:cubicBezTo>
                    <a:pt x="25690" y="23805"/>
                    <a:pt x="22508" y="25496"/>
                    <a:pt x="18970" y="26106"/>
                  </a:cubicBezTo>
                  <a:cubicBezTo>
                    <a:pt x="17806" y="26310"/>
                    <a:pt x="16633" y="26413"/>
                    <a:pt x="15481" y="26413"/>
                  </a:cubicBezTo>
                  <a:cubicBezTo>
                    <a:pt x="12662" y="26413"/>
                    <a:pt x="9954" y="25808"/>
                    <a:pt x="7431" y="24612"/>
                  </a:cubicBezTo>
                  <a:cubicBezTo>
                    <a:pt x="3787" y="22887"/>
                    <a:pt x="1391" y="19303"/>
                    <a:pt x="1178" y="15257"/>
                  </a:cubicBezTo>
                  <a:cubicBezTo>
                    <a:pt x="995" y="11839"/>
                    <a:pt x="1923" y="8982"/>
                    <a:pt x="3939" y="6768"/>
                  </a:cubicBezTo>
                  <a:cubicBezTo>
                    <a:pt x="7152" y="3242"/>
                    <a:pt x="12124" y="2546"/>
                    <a:pt x="13572" y="2417"/>
                  </a:cubicBezTo>
                  <a:cubicBezTo>
                    <a:pt x="13624" y="2412"/>
                    <a:pt x="13675" y="2398"/>
                    <a:pt x="13723" y="2379"/>
                  </a:cubicBezTo>
                  <a:cubicBezTo>
                    <a:pt x="15871" y="1452"/>
                    <a:pt x="17930" y="983"/>
                    <a:pt x="19843" y="983"/>
                  </a:cubicBezTo>
                  <a:close/>
                  <a:moveTo>
                    <a:pt x="19844" y="1"/>
                  </a:moveTo>
                  <a:cubicBezTo>
                    <a:pt x="17819" y="1"/>
                    <a:pt x="15654" y="487"/>
                    <a:pt x="13407" y="1446"/>
                  </a:cubicBezTo>
                  <a:cubicBezTo>
                    <a:pt x="11777" y="1600"/>
                    <a:pt x="6611" y="2380"/>
                    <a:pt x="3214" y="6107"/>
                  </a:cubicBezTo>
                  <a:cubicBezTo>
                    <a:pt x="1014" y="8524"/>
                    <a:pt x="0" y="11621"/>
                    <a:pt x="198" y="15311"/>
                  </a:cubicBezTo>
                  <a:cubicBezTo>
                    <a:pt x="428" y="19718"/>
                    <a:pt x="3039" y="23622"/>
                    <a:pt x="7011" y="25501"/>
                  </a:cubicBezTo>
                  <a:cubicBezTo>
                    <a:pt x="9666" y="26760"/>
                    <a:pt x="12516" y="27398"/>
                    <a:pt x="15482" y="27398"/>
                  </a:cubicBezTo>
                  <a:cubicBezTo>
                    <a:pt x="16690" y="27398"/>
                    <a:pt x="17920" y="27290"/>
                    <a:pt x="19139" y="27077"/>
                  </a:cubicBezTo>
                  <a:cubicBezTo>
                    <a:pt x="22891" y="26430"/>
                    <a:pt x="26272" y="24630"/>
                    <a:pt x="28659" y="22009"/>
                  </a:cubicBezTo>
                  <a:cubicBezTo>
                    <a:pt x="30987" y="19450"/>
                    <a:pt x="32234" y="16366"/>
                    <a:pt x="32262" y="13090"/>
                  </a:cubicBezTo>
                  <a:cubicBezTo>
                    <a:pt x="32290" y="10357"/>
                    <a:pt x="31418" y="7607"/>
                    <a:pt x="29808" y="5346"/>
                  </a:cubicBezTo>
                  <a:cubicBezTo>
                    <a:pt x="28066" y="2907"/>
                    <a:pt x="24924" y="1"/>
                    <a:pt x="198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58;p25">
              <a:extLst>
                <a:ext uri="{FF2B5EF4-FFF2-40B4-BE49-F238E27FC236}">
                  <a16:creationId xmlns:a16="http://schemas.microsoft.com/office/drawing/2014/main" id="{FA91A4F8-5DCE-C2B6-D8B4-FDA019542344}"/>
                </a:ext>
              </a:extLst>
            </p:cNvPr>
            <p:cNvSpPr/>
            <p:nvPr/>
          </p:nvSpPr>
          <p:spPr>
            <a:xfrm rot="-162658">
              <a:off x="941571" y="3682522"/>
              <a:ext cx="372067" cy="403470"/>
            </a:xfrm>
            <a:custGeom>
              <a:avLst/>
              <a:gdLst/>
              <a:ahLst/>
              <a:cxnLst/>
              <a:rect l="l" t="t" r="r" b="b"/>
              <a:pathLst>
                <a:path w="11635" h="12617" extrusionOk="0">
                  <a:moveTo>
                    <a:pt x="5119" y="1"/>
                  </a:moveTo>
                  <a:cubicBezTo>
                    <a:pt x="4731" y="1"/>
                    <a:pt x="4365" y="250"/>
                    <a:pt x="4248" y="638"/>
                  </a:cubicBezTo>
                  <a:cubicBezTo>
                    <a:pt x="3676" y="2519"/>
                    <a:pt x="4109" y="4379"/>
                    <a:pt x="4583" y="5620"/>
                  </a:cubicBezTo>
                  <a:cubicBezTo>
                    <a:pt x="3839" y="5323"/>
                    <a:pt x="2771" y="4969"/>
                    <a:pt x="1893" y="4969"/>
                  </a:cubicBezTo>
                  <a:cubicBezTo>
                    <a:pt x="1074" y="4969"/>
                    <a:pt x="420" y="5277"/>
                    <a:pt x="349" y="6225"/>
                  </a:cubicBezTo>
                  <a:cubicBezTo>
                    <a:pt x="349" y="6225"/>
                    <a:pt x="407" y="7749"/>
                    <a:pt x="3080" y="7749"/>
                  </a:cubicBezTo>
                  <a:cubicBezTo>
                    <a:pt x="3080" y="7749"/>
                    <a:pt x="1608" y="8067"/>
                    <a:pt x="877" y="8991"/>
                  </a:cubicBezTo>
                  <a:cubicBezTo>
                    <a:pt x="1" y="10098"/>
                    <a:pt x="912" y="11534"/>
                    <a:pt x="2152" y="11534"/>
                  </a:cubicBezTo>
                  <a:cubicBezTo>
                    <a:pt x="2360" y="11534"/>
                    <a:pt x="2577" y="11494"/>
                    <a:pt x="2796" y="11405"/>
                  </a:cubicBezTo>
                  <a:cubicBezTo>
                    <a:pt x="3452" y="11138"/>
                    <a:pt x="4161" y="10549"/>
                    <a:pt x="4719" y="9330"/>
                  </a:cubicBezTo>
                  <a:lnTo>
                    <a:pt x="4719" y="9330"/>
                  </a:lnTo>
                  <a:cubicBezTo>
                    <a:pt x="4719" y="9330"/>
                    <a:pt x="4662" y="10701"/>
                    <a:pt x="5258" y="11718"/>
                  </a:cubicBezTo>
                  <a:cubicBezTo>
                    <a:pt x="5625" y="12343"/>
                    <a:pt x="6205" y="12617"/>
                    <a:pt x="6782" y="12617"/>
                  </a:cubicBezTo>
                  <a:cubicBezTo>
                    <a:pt x="7789" y="12617"/>
                    <a:pt x="8791" y="11784"/>
                    <a:pt x="8655" y="10528"/>
                  </a:cubicBezTo>
                  <a:cubicBezTo>
                    <a:pt x="8600" y="10015"/>
                    <a:pt x="8416" y="9399"/>
                    <a:pt x="8027" y="8669"/>
                  </a:cubicBezTo>
                  <a:lnTo>
                    <a:pt x="8027" y="8669"/>
                  </a:lnTo>
                  <a:cubicBezTo>
                    <a:pt x="8027" y="8669"/>
                    <a:pt x="8806" y="9156"/>
                    <a:pt x="9700" y="9156"/>
                  </a:cubicBezTo>
                  <a:cubicBezTo>
                    <a:pt x="10105" y="9156"/>
                    <a:pt x="10533" y="9056"/>
                    <a:pt x="10924" y="8766"/>
                  </a:cubicBezTo>
                  <a:cubicBezTo>
                    <a:pt x="11472" y="8360"/>
                    <a:pt x="11635" y="7566"/>
                    <a:pt x="11202" y="7035"/>
                  </a:cubicBezTo>
                  <a:cubicBezTo>
                    <a:pt x="10952" y="6729"/>
                    <a:pt x="10527" y="6471"/>
                    <a:pt x="9806" y="6471"/>
                  </a:cubicBezTo>
                  <a:cubicBezTo>
                    <a:pt x="9472" y="6471"/>
                    <a:pt x="9074" y="6526"/>
                    <a:pt x="8600" y="6658"/>
                  </a:cubicBezTo>
                  <a:cubicBezTo>
                    <a:pt x="8600" y="6658"/>
                    <a:pt x="9352" y="6138"/>
                    <a:pt x="9757" y="5364"/>
                  </a:cubicBezTo>
                  <a:cubicBezTo>
                    <a:pt x="10364" y="4204"/>
                    <a:pt x="9411" y="2946"/>
                    <a:pt x="8255" y="2946"/>
                  </a:cubicBezTo>
                  <a:cubicBezTo>
                    <a:pt x="8022" y="2946"/>
                    <a:pt x="7781" y="2997"/>
                    <a:pt x="7542" y="3110"/>
                  </a:cubicBezTo>
                  <a:cubicBezTo>
                    <a:pt x="6867" y="3431"/>
                    <a:pt x="6141" y="4132"/>
                    <a:pt x="5637" y="5585"/>
                  </a:cubicBezTo>
                  <a:cubicBezTo>
                    <a:pt x="5111" y="3829"/>
                    <a:pt x="5593" y="2190"/>
                    <a:pt x="5968" y="1298"/>
                  </a:cubicBezTo>
                  <a:cubicBezTo>
                    <a:pt x="6171" y="815"/>
                    <a:pt x="5951" y="240"/>
                    <a:pt x="5456" y="66"/>
                  </a:cubicBezTo>
                  <a:cubicBezTo>
                    <a:pt x="5438" y="58"/>
                    <a:pt x="5418" y="52"/>
                    <a:pt x="5398" y="45"/>
                  </a:cubicBezTo>
                  <a:cubicBezTo>
                    <a:pt x="5306" y="15"/>
                    <a:pt x="5212" y="1"/>
                    <a:pt x="51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59;p25">
              <a:extLst>
                <a:ext uri="{FF2B5EF4-FFF2-40B4-BE49-F238E27FC236}">
                  <a16:creationId xmlns:a16="http://schemas.microsoft.com/office/drawing/2014/main" id="{EC8A278E-ACA7-0CAA-916F-54632B89FFF6}"/>
                </a:ext>
              </a:extLst>
            </p:cNvPr>
            <p:cNvSpPr/>
            <p:nvPr/>
          </p:nvSpPr>
          <p:spPr>
            <a:xfrm rot="-162658">
              <a:off x="936965" y="3666731"/>
              <a:ext cx="387769" cy="434873"/>
            </a:xfrm>
            <a:custGeom>
              <a:avLst/>
              <a:gdLst/>
              <a:ahLst/>
              <a:cxnLst/>
              <a:rect l="l" t="t" r="r" b="b"/>
              <a:pathLst>
                <a:path w="12126" h="13599" extrusionOk="0">
                  <a:moveTo>
                    <a:pt x="5265" y="982"/>
                  </a:moveTo>
                  <a:cubicBezTo>
                    <a:pt x="5309" y="982"/>
                    <a:pt x="5353" y="989"/>
                    <a:pt x="5396" y="1003"/>
                  </a:cubicBezTo>
                  <a:lnTo>
                    <a:pt x="5441" y="1017"/>
                  </a:lnTo>
                  <a:cubicBezTo>
                    <a:pt x="5566" y="1062"/>
                    <a:pt x="5630" y="1156"/>
                    <a:pt x="5660" y="1226"/>
                  </a:cubicBezTo>
                  <a:cubicBezTo>
                    <a:pt x="5711" y="1343"/>
                    <a:pt x="5711" y="1478"/>
                    <a:pt x="5662" y="1597"/>
                  </a:cubicBezTo>
                  <a:cubicBezTo>
                    <a:pt x="5282" y="2492"/>
                    <a:pt x="4736" y="4284"/>
                    <a:pt x="5311" y="6214"/>
                  </a:cubicBezTo>
                  <a:cubicBezTo>
                    <a:pt x="5372" y="6418"/>
                    <a:pt x="5557" y="6559"/>
                    <a:pt x="5771" y="6565"/>
                  </a:cubicBezTo>
                  <a:cubicBezTo>
                    <a:pt x="5978" y="6565"/>
                    <a:pt x="6175" y="6435"/>
                    <a:pt x="6245" y="6235"/>
                  </a:cubicBezTo>
                  <a:cubicBezTo>
                    <a:pt x="6634" y="5115"/>
                    <a:pt x="7190" y="4379"/>
                    <a:pt x="7897" y="4041"/>
                  </a:cubicBezTo>
                  <a:cubicBezTo>
                    <a:pt x="8072" y="3958"/>
                    <a:pt x="8242" y="3923"/>
                    <a:pt x="8402" y="3923"/>
                  </a:cubicBezTo>
                  <a:cubicBezTo>
                    <a:pt x="8756" y="3923"/>
                    <a:pt x="9061" y="4096"/>
                    <a:pt x="9262" y="4305"/>
                  </a:cubicBezTo>
                  <a:cubicBezTo>
                    <a:pt x="9541" y="4596"/>
                    <a:pt x="9742" y="5096"/>
                    <a:pt x="9465" y="5624"/>
                  </a:cubicBezTo>
                  <a:cubicBezTo>
                    <a:pt x="9125" y="6278"/>
                    <a:pt x="8471" y="6739"/>
                    <a:pt x="8466" y="6743"/>
                  </a:cubicBezTo>
                  <a:cubicBezTo>
                    <a:pt x="8268" y="6878"/>
                    <a:pt x="8198" y="7137"/>
                    <a:pt x="8301" y="7355"/>
                  </a:cubicBezTo>
                  <a:cubicBezTo>
                    <a:pt x="8384" y="7530"/>
                    <a:pt x="8559" y="7638"/>
                    <a:pt x="8745" y="7638"/>
                  </a:cubicBezTo>
                  <a:cubicBezTo>
                    <a:pt x="8789" y="7638"/>
                    <a:pt x="8834" y="7632"/>
                    <a:pt x="8878" y="7619"/>
                  </a:cubicBezTo>
                  <a:cubicBezTo>
                    <a:pt x="9211" y="7526"/>
                    <a:pt x="9594" y="7450"/>
                    <a:pt x="9953" y="7450"/>
                  </a:cubicBezTo>
                  <a:cubicBezTo>
                    <a:pt x="10360" y="7450"/>
                    <a:pt x="10734" y="7548"/>
                    <a:pt x="10968" y="7834"/>
                  </a:cubicBezTo>
                  <a:cubicBezTo>
                    <a:pt x="11104" y="8001"/>
                    <a:pt x="11114" y="8187"/>
                    <a:pt x="11098" y="8314"/>
                  </a:cubicBezTo>
                  <a:cubicBezTo>
                    <a:pt x="11071" y="8529"/>
                    <a:pt x="10953" y="8729"/>
                    <a:pt x="10775" y="8861"/>
                  </a:cubicBezTo>
                  <a:cubicBezTo>
                    <a:pt x="10483" y="9077"/>
                    <a:pt x="10155" y="9152"/>
                    <a:pt x="9838" y="9152"/>
                  </a:cubicBezTo>
                  <a:cubicBezTo>
                    <a:pt x="9107" y="9152"/>
                    <a:pt x="8438" y="8748"/>
                    <a:pt x="8430" y="8742"/>
                  </a:cubicBezTo>
                  <a:cubicBezTo>
                    <a:pt x="8350" y="8692"/>
                    <a:pt x="8260" y="8668"/>
                    <a:pt x="8171" y="8668"/>
                  </a:cubicBezTo>
                  <a:cubicBezTo>
                    <a:pt x="8049" y="8668"/>
                    <a:pt x="7929" y="8713"/>
                    <a:pt x="7835" y="8800"/>
                  </a:cubicBezTo>
                  <a:cubicBezTo>
                    <a:pt x="7671" y="8952"/>
                    <a:pt x="7631" y="9194"/>
                    <a:pt x="7736" y="9390"/>
                  </a:cubicBezTo>
                  <a:cubicBezTo>
                    <a:pt x="8062" y="9999"/>
                    <a:pt x="8255" y="10566"/>
                    <a:pt x="8310" y="11070"/>
                  </a:cubicBezTo>
                  <a:cubicBezTo>
                    <a:pt x="8399" y="11896"/>
                    <a:pt x="7859" y="12380"/>
                    <a:pt x="7368" y="12542"/>
                  </a:cubicBezTo>
                  <a:cubicBezTo>
                    <a:pt x="7230" y="12588"/>
                    <a:pt x="7079" y="12615"/>
                    <a:pt x="6923" y="12615"/>
                  </a:cubicBezTo>
                  <a:cubicBezTo>
                    <a:pt x="6530" y="12615"/>
                    <a:pt x="6111" y="12442"/>
                    <a:pt x="5826" y="11959"/>
                  </a:cubicBezTo>
                  <a:cubicBezTo>
                    <a:pt x="5312" y="11085"/>
                    <a:pt x="5355" y="9854"/>
                    <a:pt x="5355" y="9842"/>
                  </a:cubicBezTo>
                  <a:cubicBezTo>
                    <a:pt x="5363" y="9608"/>
                    <a:pt x="5206" y="9399"/>
                    <a:pt x="4978" y="9344"/>
                  </a:cubicBezTo>
                  <a:cubicBezTo>
                    <a:pt x="4940" y="9334"/>
                    <a:pt x="4902" y="9330"/>
                    <a:pt x="4864" y="9330"/>
                  </a:cubicBezTo>
                  <a:cubicBezTo>
                    <a:pt x="4675" y="9330"/>
                    <a:pt x="4498" y="9439"/>
                    <a:pt x="4420" y="9619"/>
                  </a:cubicBezTo>
                  <a:cubicBezTo>
                    <a:pt x="3991" y="10555"/>
                    <a:pt x="3432" y="11168"/>
                    <a:pt x="2758" y="11442"/>
                  </a:cubicBezTo>
                  <a:cubicBezTo>
                    <a:pt x="2596" y="11508"/>
                    <a:pt x="2442" y="11536"/>
                    <a:pt x="2298" y="11536"/>
                  </a:cubicBezTo>
                  <a:cubicBezTo>
                    <a:pt x="1894" y="11536"/>
                    <a:pt x="1570" y="11313"/>
                    <a:pt x="1388" y="11070"/>
                  </a:cubicBezTo>
                  <a:cubicBezTo>
                    <a:pt x="1275" y="10918"/>
                    <a:pt x="942" y="10380"/>
                    <a:pt x="1411" y="9787"/>
                  </a:cubicBezTo>
                  <a:cubicBezTo>
                    <a:pt x="2020" y="9017"/>
                    <a:pt x="3320" y="8724"/>
                    <a:pt x="3333" y="8720"/>
                  </a:cubicBezTo>
                  <a:cubicBezTo>
                    <a:pt x="3577" y="8666"/>
                    <a:pt x="3743" y="8438"/>
                    <a:pt x="3716" y="8188"/>
                  </a:cubicBezTo>
                  <a:cubicBezTo>
                    <a:pt x="3691" y="7937"/>
                    <a:pt x="3479" y="7749"/>
                    <a:pt x="3228" y="7749"/>
                  </a:cubicBezTo>
                  <a:cubicBezTo>
                    <a:pt x="1237" y="7749"/>
                    <a:pt x="1014" y="6850"/>
                    <a:pt x="990" y="6714"/>
                  </a:cubicBezTo>
                  <a:cubicBezTo>
                    <a:pt x="1028" y="6327"/>
                    <a:pt x="1188" y="6185"/>
                    <a:pt x="1306" y="6111"/>
                  </a:cubicBezTo>
                  <a:cubicBezTo>
                    <a:pt x="1477" y="6004"/>
                    <a:pt x="1725" y="5952"/>
                    <a:pt x="2035" y="5952"/>
                  </a:cubicBezTo>
                  <a:cubicBezTo>
                    <a:pt x="2659" y="5952"/>
                    <a:pt x="3536" y="6162"/>
                    <a:pt x="4548" y="6568"/>
                  </a:cubicBezTo>
                  <a:cubicBezTo>
                    <a:pt x="4607" y="6591"/>
                    <a:pt x="4668" y="6602"/>
                    <a:pt x="4729" y="6602"/>
                  </a:cubicBezTo>
                  <a:cubicBezTo>
                    <a:pt x="4856" y="6602"/>
                    <a:pt x="4981" y="6553"/>
                    <a:pt x="5075" y="6461"/>
                  </a:cubicBezTo>
                  <a:cubicBezTo>
                    <a:pt x="5214" y="6325"/>
                    <a:pt x="5259" y="6119"/>
                    <a:pt x="5190" y="5937"/>
                  </a:cubicBezTo>
                  <a:cubicBezTo>
                    <a:pt x="4747" y="4774"/>
                    <a:pt x="4332" y="3022"/>
                    <a:pt x="4865" y="1271"/>
                  </a:cubicBezTo>
                  <a:cubicBezTo>
                    <a:pt x="4896" y="1168"/>
                    <a:pt x="4967" y="1084"/>
                    <a:pt x="5067" y="1031"/>
                  </a:cubicBezTo>
                  <a:cubicBezTo>
                    <a:pt x="5130" y="998"/>
                    <a:pt x="5197" y="982"/>
                    <a:pt x="5265" y="982"/>
                  </a:cubicBezTo>
                  <a:close/>
                  <a:moveTo>
                    <a:pt x="5264" y="1"/>
                  </a:moveTo>
                  <a:cubicBezTo>
                    <a:pt x="5038" y="1"/>
                    <a:pt x="4813" y="55"/>
                    <a:pt x="4609" y="161"/>
                  </a:cubicBezTo>
                  <a:cubicBezTo>
                    <a:pt x="4274" y="335"/>
                    <a:pt x="4030" y="628"/>
                    <a:pt x="3921" y="986"/>
                  </a:cubicBezTo>
                  <a:cubicBezTo>
                    <a:pt x="3447" y="2547"/>
                    <a:pt x="3617" y="4089"/>
                    <a:pt x="3949" y="5310"/>
                  </a:cubicBezTo>
                  <a:cubicBezTo>
                    <a:pt x="3218" y="5081"/>
                    <a:pt x="2582" y="4967"/>
                    <a:pt x="2044" y="4967"/>
                  </a:cubicBezTo>
                  <a:cubicBezTo>
                    <a:pt x="1533" y="4967"/>
                    <a:pt x="1112" y="5070"/>
                    <a:pt x="781" y="5276"/>
                  </a:cubicBezTo>
                  <a:cubicBezTo>
                    <a:pt x="457" y="5478"/>
                    <a:pt x="62" y="5884"/>
                    <a:pt x="2" y="6678"/>
                  </a:cubicBezTo>
                  <a:cubicBezTo>
                    <a:pt x="1" y="6697"/>
                    <a:pt x="0" y="6714"/>
                    <a:pt x="1" y="6734"/>
                  </a:cubicBezTo>
                  <a:cubicBezTo>
                    <a:pt x="3" y="6795"/>
                    <a:pt x="67" y="7916"/>
                    <a:pt x="1460" y="8451"/>
                  </a:cubicBezTo>
                  <a:cubicBezTo>
                    <a:pt x="1158" y="8643"/>
                    <a:pt x="867" y="8881"/>
                    <a:pt x="635" y="9174"/>
                  </a:cubicBezTo>
                  <a:cubicBezTo>
                    <a:pt x="44" y="9923"/>
                    <a:pt x="28" y="10898"/>
                    <a:pt x="598" y="11657"/>
                  </a:cubicBezTo>
                  <a:cubicBezTo>
                    <a:pt x="1014" y="12212"/>
                    <a:pt x="1641" y="12513"/>
                    <a:pt x="2296" y="12513"/>
                  </a:cubicBezTo>
                  <a:cubicBezTo>
                    <a:pt x="2571" y="12513"/>
                    <a:pt x="2852" y="12460"/>
                    <a:pt x="3124" y="12349"/>
                  </a:cubicBezTo>
                  <a:cubicBezTo>
                    <a:pt x="3653" y="12134"/>
                    <a:pt x="4123" y="11781"/>
                    <a:pt x="4528" y="11293"/>
                  </a:cubicBezTo>
                  <a:cubicBezTo>
                    <a:pt x="4619" y="11676"/>
                    <a:pt x="4759" y="12084"/>
                    <a:pt x="4978" y="12456"/>
                  </a:cubicBezTo>
                  <a:cubicBezTo>
                    <a:pt x="5408" y="13186"/>
                    <a:pt x="6140" y="13598"/>
                    <a:pt x="6930" y="13598"/>
                  </a:cubicBezTo>
                  <a:cubicBezTo>
                    <a:pt x="7175" y="13598"/>
                    <a:pt x="7427" y="13558"/>
                    <a:pt x="7675" y="13477"/>
                  </a:cubicBezTo>
                  <a:cubicBezTo>
                    <a:pt x="8580" y="13179"/>
                    <a:pt x="9428" y="12286"/>
                    <a:pt x="9284" y="10968"/>
                  </a:cubicBezTo>
                  <a:cubicBezTo>
                    <a:pt x="9254" y="10672"/>
                    <a:pt x="9186" y="10366"/>
                    <a:pt x="9084" y="10050"/>
                  </a:cubicBezTo>
                  <a:lnTo>
                    <a:pt x="9084" y="10050"/>
                  </a:lnTo>
                  <a:cubicBezTo>
                    <a:pt x="9318" y="10104"/>
                    <a:pt x="9575" y="10141"/>
                    <a:pt x="9842" y="10141"/>
                  </a:cubicBezTo>
                  <a:cubicBezTo>
                    <a:pt x="10336" y="10141"/>
                    <a:pt x="10865" y="10017"/>
                    <a:pt x="11357" y="9653"/>
                  </a:cubicBezTo>
                  <a:cubicBezTo>
                    <a:pt x="11751" y="9362"/>
                    <a:pt x="12009" y="8919"/>
                    <a:pt x="12070" y="8439"/>
                  </a:cubicBezTo>
                  <a:cubicBezTo>
                    <a:pt x="12126" y="7991"/>
                    <a:pt x="12004" y="7557"/>
                    <a:pt x="11726" y="7216"/>
                  </a:cubicBezTo>
                  <a:cubicBezTo>
                    <a:pt x="11439" y="6863"/>
                    <a:pt x="10942" y="6511"/>
                    <a:pt x="10095" y="6475"/>
                  </a:cubicBezTo>
                  <a:cubicBezTo>
                    <a:pt x="10182" y="6352"/>
                    <a:pt x="10263" y="6222"/>
                    <a:pt x="10336" y="6083"/>
                  </a:cubicBezTo>
                  <a:cubicBezTo>
                    <a:pt x="10764" y="5265"/>
                    <a:pt x="10619" y="4302"/>
                    <a:pt x="9969" y="3626"/>
                  </a:cubicBezTo>
                  <a:cubicBezTo>
                    <a:pt x="9540" y="3179"/>
                    <a:pt x="8978" y="2944"/>
                    <a:pt x="8404" y="2944"/>
                  </a:cubicBezTo>
                  <a:cubicBezTo>
                    <a:pt x="8092" y="2944"/>
                    <a:pt x="7776" y="3013"/>
                    <a:pt x="7476" y="3156"/>
                  </a:cubicBezTo>
                  <a:cubicBezTo>
                    <a:pt x="6919" y="3420"/>
                    <a:pt x="6439" y="3846"/>
                    <a:pt x="6041" y="4428"/>
                  </a:cubicBezTo>
                  <a:cubicBezTo>
                    <a:pt x="6048" y="3397"/>
                    <a:pt x="6340" y="2509"/>
                    <a:pt x="6565" y="1979"/>
                  </a:cubicBezTo>
                  <a:cubicBezTo>
                    <a:pt x="6720" y="1611"/>
                    <a:pt x="6717" y="1192"/>
                    <a:pt x="6556" y="830"/>
                  </a:cubicBezTo>
                  <a:cubicBezTo>
                    <a:pt x="6402" y="480"/>
                    <a:pt x="6121" y="217"/>
                    <a:pt x="5763" y="92"/>
                  </a:cubicBezTo>
                  <a:lnTo>
                    <a:pt x="5695" y="69"/>
                  </a:lnTo>
                  <a:cubicBezTo>
                    <a:pt x="5555" y="23"/>
                    <a:pt x="5410" y="1"/>
                    <a:pt x="52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60;p25">
              <a:extLst>
                <a:ext uri="{FF2B5EF4-FFF2-40B4-BE49-F238E27FC236}">
                  <a16:creationId xmlns:a16="http://schemas.microsoft.com/office/drawing/2014/main" id="{B0DD3DEC-6D95-59D8-BCCA-52BFD35E2008}"/>
                </a:ext>
              </a:extLst>
            </p:cNvPr>
            <p:cNvSpPr/>
            <p:nvPr/>
          </p:nvSpPr>
          <p:spPr>
            <a:xfrm rot="-162658">
              <a:off x="1358742" y="4429180"/>
              <a:ext cx="143295" cy="95839"/>
            </a:xfrm>
            <a:custGeom>
              <a:avLst/>
              <a:gdLst/>
              <a:ahLst/>
              <a:cxnLst/>
              <a:rect l="l" t="t" r="r" b="b"/>
              <a:pathLst>
                <a:path w="4481" h="2997" extrusionOk="0">
                  <a:moveTo>
                    <a:pt x="3929" y="0"/>
                  </a:moveTo>
                  <a:cubicBezTo>
                    <a:pt x="3819" y="0"/>
                    <a:pt x="3708" y="37"/>
                    <a:pt x="3617" y="113"/>
                  </a:cubicBezTo>
                  <a:cubicBezTo>
                    <a:pt x="2656" y="906"/>
                    <a:pt x="1563" y="1558"/>
                    <a:pt x="371" y="2051"/>
                  </a:cubicBezTo>
                  <a:cubicBezTo>
                    <a:pt x="119" y="2155"/>
                    <a:pt x="1" y="2442"/>
                    <a:pt x="105" y="2692"/>
                  </a:cubicBezTo>
                  <a:cubicBezTo>
                    <a:pt x="183" y="2881"/>
                    <a:pt x="366" y="2997"/>
                    <a:pt x="559" y="2997"/>
                  </a:cubicBezTo>
                  <a:cubicBezTo>
                    <a:pt x="621" y="2997"/>
                    <a:pt x="685" y="2984"/>
                    <a:pt x="748" y="2958"/>
                  </a:cubicBezTo>
                  <a:cubicBezTo>
                    <a:pt x="2030" y="2427"/>
                    <a:pt x="3206" y="1725"/>
                    <a:pt x="4242" y="870"/>
                  </a:cubicBezTo>
                  <a:cubicBezTo>
                    <a:pt x="4451" y="697"/>
                    <a:pt x="4481" y="388"/>
                    <a:pt x="4308" y="179"/>
                  </a:cubicBezTo>
                  <a:cubicBezTo>
                    <a:pt x="4211" y="61"/>
                    <a:pt x="4071" y="0"/>
                    <a:pt x="39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61;p25">
              <a:extLst>
                <a:ext uri="{FF2B5EF4-FFF2-40B4-BE49-F238E27FC236}">
                  <a16:creationId xmlns:a16="http://schemas.microsoft.com/office/drawing/2014/main" id="{BC150254-0DC7-1D5D-3639-BE20EA5F7ECA}"/>
                </a:ext>
              </a:extLst>
            </p:cNvPr>
            <p:cNvSpPr/>
            <p:nvPr/>
          </p:nvSpPr>
          <p:spPr>
            <a:xfrm rot="-162658">
              <a:off x="1501200" y="4372180"/>
              <a:ext cx="49918" cy="48255"/>
            </a:xfrm>
            <a:custGeom>
              <a:avLst/>
              <a:gdLst/>
              <a:ahLst/>
              <a:cxnLst/>
              <a:rect l="l" t="t" r="r" b="b"/>
              <a:pathLst>
                <a:path w="1561" h="1509" extrusionOk="0">
                  <a:moveTo>
                    <a:pt x="1010" y="1"/>
                  </a:moveTo>
                  <a:cubicBezTo>
                    <a:pt x="870" y="1"/>
                    <a:pt x="730" y="61"/>
                    <a:pt x="633" y="176"/>
                  </a:cubicBezTo>
                  <a:cubicBezTo>
                    <a:pt x="488" y="349"/>
                    <a:pt x="339" y="518"/>
                    <a:pt x="186" y="680"/>
                  </a:cubicBezTo>
                  <a:cubicBezTo>
                    <a:pt x="0" y="878"/>
                    <a:pt x="10" y="1189"/>
                    <a:pt x="207" y="1375"/>
                  </a:cubicBezTo>
                  <a:cubicBezTo>
                    <a:pt x="302" y="1464"/>
                    <a:pt x="423" y="1508"/>
                    <a:pt x="544" y="1508"/>
                  </a:cubicBezTo>
                  <a:cubicBezTo>
                    <a:pt x="674" y="1508"/>
                    <a:pt x="805" y="1455"/>
                    <a:pt x="903" y="1353"/>
                  </a:cubicBezTo>
                  <a:cubicBezTo>
                    <a:pt x="1068" y="1178"/>
                    <a:pt x="1231" y="995"/>
                    <a:pt x="1387" y="808"/>
                  </a:cubicBezTo>
                  <a:cubicBezTo>
                    <a:pt x="1561" y="599"/>
                    <a:pt x="1534" y="290"/>
                    <a:pt x="1327" y="116"/>
                  </a:cubicBezTo>
                  <a:cubicBezTo>
                    <a:pt x="1234" y="39"/>
                    <a:pt x="1121" y="1"/>
                    <a:pt x="10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020714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30"/>
          <p:cNvSpPr txBox="1">
            <a:spLocks noGrp="1"/>
          </p:cNvSpPr>
          <p:nvPr>
            <p:ph type="title"/>
          </p:nvPr>
        </p:nvSpPr>
        <p:spPr>
          <a:xfrm>
            <a:off x="711974" y="436896"/>
            <a:ext cx="7704000" cy="52439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80" name="Google Shape;580;p30"/>
          <p:cNvGrpSpPr/>
          <p:nvPr/>
        </p:nvGrpSpPr>
        <p:grpSpPr>
          <a:xfrm rot="474141">
            <a:off x="8078962" y="703117"/>
            <a:ext cx="905005" cy="938087"/>
            <a:chOff x="1510442" y="1729951"/>
            <a:chExt cx="1064368" cy="1103276"/>
          </a:xfrm>
        </p:grpSpPr>
        <p:sp>
          <p:nvSpPr>
            <p:cNvPr id="581" name="Google Shape;581;p30"/>
            <p:cNvSpPr/>
            <p:nvPr/>
          </p:nvSpPr>
          <p:spPr>
            <a:xfrm>
              <a:off x="1510442" y="1729951"/>
              <a:ext cx="1064368" cy="1103276"/>
            </a:xfrm>
            <a:custGeom>
              <a:avLst/>
              <a:gdLst/>
              <a:ahLst/>
              <a:cxnLst/>
              <a:rect l="l" t="t" r="r" b="b"/>
              <a:pathLst>
                <a:path w="29490" h="30568" extrusionOk="0">
                  <a:moveTo>
                    <a:pt x="23337" y="19166"/>
                  </a:moveTo>
                  <a:lnTo>
                    <a:pt x="23335" y="19167"/>
                  </a:lnTo>
                  <a:lnTo>
                    <a:pt x="23335" y="19167"/>
                  </a:lnTo>
                  <a:cubicBezTo>
                    <a:pt x="23336" y="19167"/>
                    <a:pt x="23336" y="19166"/>
                    <a:pt x="23337" y="19166"/>
                  </a:cubicBezTo>
                  <a:close/>
                  <a:moveTo>
                    <a:pt x="15388" y="1770"/>
                  </a:moveTo>
                  <a:cubicBezTo>
                    <a:pt x="16161" y="1770"/>
                    <a:pt x="17016" y="1982"/>
                    <a:pt x="17820" y="2635"/>
                  </a:cubicBezTo>
                  <a:cubicBezTo>
                    <a:pt x="18236" y="2972"/>
                    <a:pt x="18571" y="3398"/>
                    <a:pt x="18791" y="3867"/>
                  </a:cubicBezTo>
                  <a:cubicBezTo>
                    <a:pt x="19261" y="4870"/>
                    <a:pt x="20577" y="7202"/>
                    <a:pt x="22273" y="9514"/>
                  </a:cubicBezTo>
                  <a:lnTo>
                    <a:pt x="22582" y="9936"/>
                  </a:lnTo>
                  <a:lnTo>
                    <a:pt x="23100" y="9870"/>
                  </a:lnTo>
                  <a:cubicBezTo>
                    <a:pt x="23433" y="9828"/>
                    <a:pt x="23727" y="9807"/>
                    <a:pt x="23964" y="9807"/>
                  </a:cubicBezTo>
                  <a:cubicBezTo>
                    <a:pt x="24031" y="9807"/>
                    <a:pt x="24094" y="9809"/>
                    <a:pt x="24152" y="9812"/>
                  </a:cubicBezTo>
                  <a:cubicBezTo>
                    <a:pt x="25182" y="9877"/>
                    <a:pt x="26140" y="10384"/>
                    <a:pt x="26780" y="11200"/>
                  </a:cubicBezTo>
                  <a:cubicBezTo>
                    <a:pt x="27399" y="11991"/>
                    <a:pt x="27653" y="12999"/>
                    <a:pt x="27479" y="13968"/>
                  </a:cubicBezTo>
                  <a:cubicBezTo>
                    <a:pt x="27377" y="14529"/>
                    <a:pt x="27170" y="15082"/>
                    <a:pt x="26861" y="15616"/>
                  </a:cubicBezTo>
                  <a:cubicBezTo>
                    <a:pt x="26437" y="16352"/>
                    <a:pt x="25829" y="16995"/>
                    <a:pt x="25053" y="17535"/>
                  </a:cubicBezTo>
                  <a:lnTo>
                    <a:pt x="23360" y="19145"/>
                  </a:lnTo>
                  <a:cubicBezTo>
                    <a:pt x="22617" y="19673"/>
                    <a:pt x="22324" y="20628"/>
                    <a:pt x="22644" y="21477"/>
                  </a:cubicBezTo>
                  <a:cubicBezTo>
                    <a:pt x="22925" y="22218"/>
                    <a:pt x="23243" y="22885"/>
                    <a:pt x="23588" y="23456"/>
                  </a:cubicBezTo>
                  <a:cubicBezTo>
                    <a:pt x="23836" y="23866"/>
                    <a:pt x="23895" y="24362"/>
                    <a:pt x="23752" y="24815"/>
                  </a:cubicBezTo>
                  <a:cubicBezTo>
                    <a:pt x="23612" y="25252"/>
                    <a:pt x="23293" y="25606"/>
                    <a:pt x="22878" y="25786"/>
                  </a:cubicBezTo>
                  <a:cubicBezTo>
                    <a:pt x="22450" y="25971"/>
                    <a:pt x="21969" y="26066"/>
                    <a:pt x="21435" y="26071"/>
                  </a:cubicBezTo>
                  <a:cubicBezTo>
                    <a:pt x="20803" y="26071"/>
                    <a:pt x="18916" y="25634"/>
                    <a:pt x="17562" y="24799"/>
                  </a:cubicBezTo>
                  <a:lnTo>
                    <a:pt x="17163" y="24553"/>
                  </a:lnTo>
                  <a:lnTo>
                    <a:pt x="16733" y="24744"/>
                  </a:lnTo>
                  <a:cubicBezTo>
                    <a:pt x="15059" y="25492"/>
                    <a:pt x="12187" y="27203"/>
                    <a:pt x="10644" y="28124"/>
                  </a:cubicBezTo>
                  <a:lnTo>
                    <a:pt x="10458" y="28234"/>
                  </a:lnTo>
                  <a:cubicBezTo>
                    <a:pt x="9846" y="28599"/>
                    <a:pt x="9179" y="28786"/>
                    <a:pt x="8553" y="28786"/>
                  </a:cubicBezTo>
                  <a:cubicBezTo>
                    <a:pt x="8135" y="28786"/>
                    <a:pt x="7735" y="28703"/>
                    <a:pt x="7382" y="28534"/>
                  </a:cubicBezTo>
                  <a:cubicBezTo>
                    <a:pt x="5826" y="27785"/>
                    <a:pt x="5481" y="25901"/>
                    <a:pt x="5429" y="25530"/>
                  </a:cubicBezTo>
                  <a:lnTo>
                    <a:pt x="5378" y="25173"/>
                  </a:lnTo>
                  <a:lnTo>
                    <a:pt x="5091" y="24953"/>
                  </a:lnTo>
                  <a:cubicBezTo>
                    <a:pt x="4568" y="24553"/>
                    <a:pt x="4238" y="23955"/>
                    <a:pt x="4183" y="23311"/>
                  </a:cubicBezTo>
                  <a:lnTo>
                    <a:pt x="4180" y="23284"/>
                  </a:lnTo>
                  <a:lnTo>
                    <a:pt x="4180" y="23245"/>
                  </a:lnTo>
                  <a:cubicBezTo>
                    <a:pt x="4158" y="22932"/>
                    <a:pt x="4212" y="22608"/>
                    <a:pt x="4340" y="22279"/>
                  </a:cubicBezTo>
                  <a:cubicBezTo>
                    <a:pt x="4636" y="21523"/>
                    <a:pt x="5194" y="20042"/>
                    <a:pt x="5610" y="18638"/>
                  </a:cubicBezTo>
                  <a:lnTo>
                    <a:pt x="5790" y="18034"/>
                  </a:lnTo>
                  <a:lnTo>
                    <a:pt x="5278" y="17665"/>
                  </a:lnTo>
                  <a:cubicBezTo>
                    <a:pt x="4736" y="17276"/>
                    <a:pt x="3379" y="16250"/>
                    <a:pt x="2482" y="15169"/>
                  </a:cubicBezTo>
                  <a:cubicBezTo>
                    <a:pt x="2027" y="14618"/>
                    <a:pt x="1862" y="13906"/>
                    <a:pt x="2033" y="13213"/>
                  </a:cubicBezTo>
                  <a:cubicBezTo>
                    <a:pt x="2198" y="12543"/>
                    <a:pt x="2655" y="12006"/>
                    <a:pt x="3286" y="11738"/>
                  </a:cubicBezTo>
                  <a:lnTo>
                    <a:pt x="3359" y="11707"/>
                  </a:lnTo>
                  <a:cubicBezTo>
                    <a:pt x="3475" y="11664"/>
                    <a:pt x="4050" y="11451"/>
                    <a:pt x="4751" y="11148"/>
                  </a:cubicBezTo>
                  <a:cubicBezTo>
                    <a:pt x="6405" y="10432"/>
                    <a:pt x="7740" y="9149"/>
                    <a:pt x="8513" y="7533"/>
                  </a:cubicBezTo>
                  <a:cubicBezTo>
                    <a:pt x="9147" y="6207"/>
                    <a:pt x="9878" y="4960"/>
                    <a:pt x="10683" y="3829"/>
                  </a:cubicBezTo>
                  <a:cubicBezTo>
                    <a:pt x="11056" y="3309"/>
                    <a:pt x="11632" y="2958"/>
                    <a:pt x="12268" y="2863"/>
                  </a:cubicBezTo>
                  <a:lnTo>
                    <a:pt x="12772" y="2788"/>
                  </a:lnTo>
                  <a:lnTo>
                    <a:pt x="12911" y="2440"/>
                  </a:lnTo>
                  <a:cubicBezTo>
                    <a:pt x="13233" y="2259"/>
                    <a:pt x="14215" y="1770"/>
                    <a:pt x="15388" y="1770"/>
                  </a:cubicBezTo>
                  <a:close/>
                  <a:moveTo>
                    <a:pt x="15422" y="0"/>
                  </a:moveTo>
                  <a:cubicBezTo>
                    <a:pt x="13491" y="0"/>
                    <a:pt x="11959" y="938"/>
                    <a:pt x="11860" y="999"/>
                  </a:cubicBezTo>
                  <a:cubicBezTo>
                    <a:pt x="11776" y="1053"/>
                    <a:pt x="11697" y="1116"/>
                    <a:pt x="11626" y="1185"/>
                  </a:cubicBezTo>
                  <a:cubicBezTo>
                    <a:pt x="10669" y="1420"/>
                    <a:pt x="9813" y="1995"/>
                    <a:pt x="9236" y="2800"/>
                  </a:cubicBezTo>
                  <a:cubicBezTo>
                    <a:pt x="8369" y="4018"/>
                    <a:pt x="7586" y="5354"/>
                    <a:pt x="6907" y="6772"/>
                  </a:cubicBezTo>
                  <a:cubicBezTo>
                    <a:pt x="6320" y="8000"/>
                    <a:pt x="5302" y="8977"/>
                    <a:pt x="4043" y="9522"/>
                  </a:cubicBezTo>
                  <a:cubicBezTo>
                    <a:pt x="3348" y="9823"/>
                    <a:pt x="2794" y="10026"/>
                    <a:pt x="2730" y="10049"/>
                  </a:cubicBezTo>
                  <a:cubicBezTo>
                    <a:pt x="2690" y="10062"/>
                    <a:pt x="2657" y="10077"/>
                    <a:pt x="2620" y="10094"/>
                  </a:cubicBezTo>
                  <a:cubicBezTo>
                    <a:pt x="2606" y="10099"/>
                    <a:pt x="2593" y="10104"/>
                    <a:pt x="2579" y="10111"/>
                  </a:cubicBezTo>
                  <a:cubicBezTo>
                    <a:pt x="1434" y="10600"/>
                    <a:pt x="606" y="11576"/>
                    <a:pt x="307" y="12791"/>
                  </a:cubicBezTo>
                  <a:cubicBezTo>
                    <a:pt x="1" y="14035"/>
                    <a:pt x="293" y="15316"/>
                    <a:pt x="1111" y="16305"/>
                  </a:cubicBezTo>
                  <a:cubicBezTo>
                    <a:pt x="1905" y="17262"/>
                    <a:pt x="2954" y="18141"/>
                    <a:pt x="3722" y="18729"/>
                  </a:cubicBezTo>
                  <a:cubicBezTo>
                    <a:pt x="3356" y="19881"/>
                    <a:pt x="2927" y="21013"/>
                    <a:pt x="2684" y="21637"/>
                  </a:cubicBezTo>
                  <a:cubicBezTo>
                    <a:pt x="2458" y="22213"/>
                    <a:pt x="2366" y="22797"/>
                    <a:pt x="2404" y="23357"/>
                  </a:cubicBezTo>
                  <a:cubicBezTo>
                    <a:pt x="2406" y="23364"/>
                    <a:pt x="2406" y="23378"/>
                    <a:pt x="2407" y="23391"/>
                  </a:cubicBezTo>
                  <a:cubicBezTo>
                    <a:pt x="2409" y="23412"/>
                    <a:pt x="2410" y="23437"/>
                    <a:pt x="2412" y="23466"/>
                  </a:cubicBezTo>
                  <a:cubicBezTo>
                    <a:pt x="2500" y="24485"/>
                    <a:pt x="2976" y="25438"/>
                    <a:pt x="3732" y="26131"/>
                  </a:cubicBezTo>
                  <a:cubicBezTo>
                    <a:pt x="3926" y="27046"/>
                    <a:pt x="4582" y="29160"/>
                    <a:pt x="6611" y="30136"/>
                  </a:cubicBezTo>
                  <a:cubicBezTo>
                    <a:pt x="7208" y="30422"/>
                    <a:pt x="7862" y="30567"/>
                    <a:pt x="8557" y="30567"/>
                  </a:cubicBezTo>
                  <a:cubicBezTo>
                    <a:pt x="9510" y="30567"/>
                    <a:pt x="10481" y="30288"/>
                    <a:pt x="11368" y="29761"/>
                  </a:cubicBezTo>
                  <a:lnTo>
                    <a:pt x="11553" y="29651"/>
                  </a:lnTo>
                  <a:cubicBezTo>
                    <a:pt x="12943" y="28824"/>
                    <a:pt x="15432" y="27339"/>
                    <a:pt x="17052" y="26557"/>
                  </a:cubicBezTo>
                  <a:cubicBezTo>
                    <a:pt x="18618" y="27402"/>
                    <a:pt x="20546" y="27850"/>
                    <a:pt x="21434" y="27850"/>
                  </a:cubicBezTo>
                  <a:lnTo>
                    <a:pt x="21465" y="27850"/>
                  </a:lnTo>
                  <a:cubicBezTo>
                    <a:pt x="22223" y="27841"/>
                    <a:pt x="22934" y="27698"/>
                    <a:pt x="23581" y="27418"/>
                  </a:cubicBezTo>
                  <a:cubicBezTo>
                    <a:pt x="24469" y="27034"/>
                    <a:pt x="25146" y="26283"/>
                    <a:pt x="25442" y="25359"/>
                  </a:cubicBezTo>
                  <a:cubicBezTo>
                    <a:pt x="25742" y="24417"/>
                    <a:pt x="25620" y="23391"/>
                    <a:pt x="25107" y="22541"/>
                  </a:cubicBezTo>
                  <a:cubicBezTo>
                    <a:pt x="24817" y="22061"/>
                    <a:pt x="24547" y="21492"/>
                    <a:pt x="24305" y="20852"/>
                  </a:cubicBezTo>
                  <a:cubicBezTo>
                    <a:pt x="24269" y="20758"/>
                    <a:pt x="24305" y="20652"/>
                    <a:pt x="24399" y="20588"/>
                  </a:cubicBezTo>
                  <a:cubicBezTo>
                    <a:pt x="24460" y="20545"/>
                    <a:pt x="24518" y="20497"/>
                    <a:pt x="24568" y="20449"/>
                  </a:cubicBezTo>
                  <a:lnTo>
                    <a:pt x="26125" y="18954"/>
                  </a:lnTo>
                  <a:cubicBezTo>
                    <a:pt x="27087" y="18273"/>
                    <a:pt x="27854" y="17451"/>
                    <a:pt x="28398" y="16509"/>
                  </a:cubicBezTo>
                  <a:cubicBezTo>
                    <a:pt x="28810" y="15795"/>
                    <a:pt x="29088" y="15049"/>
                    <a:pt x="29226" y="14285"/>
                  </a:cubicBezTo>
                  <a:cubicBezTo>
                    <a:pt x="29490" y="12820"/>
                    <a:pt x="29107" y="11297"/>
                    <a:pt x="28178" y="10109"/>
                  </a:cubicBezTo>
                  <a:cubicBezTo>
                    <a:pt x="27224" y="8892"/>
                    <a:pt x="25796" y="8138"/>
                    <a:pt x="24261" y="8041"/>
                  </a:cubicBezTo>
                  <a:cubicBezTo>
                    <a:pt x="24167" y="8035"/>
                    <a:pt x="24067" y="8032"/>
                    <a:pt x="23961" y="8032"/>
                  </a:cubicBezTo>
                  <a:cubicBezTo>
                    <a:pt x="23790" y="8032"/>
                    <a:pt x="23604" y="8040"/>
                    <a:pt x="23406" y="8055"/>
                  </a:cubicBezTo>
                  <a:cubicBezTo>
                    <a:pt x="21937" y="5996"/>
                    <a:pt x="20793" y="3963"/>
                    <a:pt x="20395" y="3115"/>
                  </a:cubicBezTo>
                  <a:cubicBezTo>
                    <a:pt x="20061" y="2406"/>
                    <a:pt x="19558" y="1764"/>
                    <a:pt x="18937" y="1260"/>
                  </a:cubicBezTo>
                  <a:cubicBezTo>
                    <a:pt x="17764" y="307"/>
                    <a:pt x="16528" y="0"/>
                    <a:pt x="154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0"/>
            <p:cNvSpPr/>
            <p:nvPr/>
          </p:nvSpPr>
          <p:spPr>
            <a:xfrm>
              <a:off x="1544080" y="1761966"/>
              <a:ext cx="997597" cy="1039247"/>
            </a:xfrm>
            <a:custGeom>
              <a:avLst/>
              <a:gdLst/>
              <a:ahLst/>
              <a:cxnLst/>
              <a:rect l="l" t="t" r="r" b="b"/>
              <a:pathLst>
                <a:path w="27640" h="28794" extrusionOk="0">
                  <a:moveTo>
                    <a:pt x="14474" y="1"/>
                  </a:moveTo>
                  <a:cubicBezTo>
                    <a:pt x="12814" y="1"/>
                    <a:pt x="11486" y="812"/>
                    <a:pt x="11400" y="865"/>
                  </a:cubicBezTo>
                  <a:cubicBezTo>
                    <a:pt x="11308" y="923"/>
                    <a:pt x="11243" y="1006"/>
                    <a:pt x="11205" y="1101"/>
                  </a:cubicBezTo>
                  <a:cubicBezTo>
                    <a:pt x="10348" y="1227"/>
                    <a:pt x="9551" y="1700"/>
                    <a:pt x="9029" y="2429"/>
                  </a:cubicBezTo>
                  <a:cubicBezTo>
                    <a:pt x="8192" y="3603"/>
                    <a:pt x="7435" y="4894"/>
                    <a:pt x="6778" y="6267"/>
                  </a:cubicBezTo>
                  <a:cubicBezTo>
                    <a:pt x="6099" y="7689"/>
                    <a:pt x="4923" y="8818"/>
                    <a:pt x="3465" y="9449"/>
                  </a:cubicBezTo>
                  <a:cubicBezTo>
                    <a:pt x="2707" y="9778"/>
                    <a:pt x="2111" y="9994"/>
                    <a:pt x="2104" y="9997"/>
                  </a:cubicBezTo>
                  <a:cubicBezTo>
                    <a:pt x="2085" y="10004"/>
                    <a:pt x="2071" y="10009"/>
                    <a:pt x="2054" y="10019"/>
                  </a:cubicBezTo>
                  <a:cubicBezTo>
                    <a:pt x="2039" y="10025"/>
                    <a:pt x="2022" y="10032"/>
                    <a:pt x="2007" y="10038"/>
                  </a:cubicBezTo>
                  <a:cubicBezTo>
                    <a:pt x="1117" y="10416"/>
                    <a:pt x="472" y="11174"/>
                    <a:pt x="239" y="12118"/>
                  </a:cubicBezTo>
                  <a:cubicBezTo>
                    <a:pt x="0" y="13087"/>
                    <a:pt x="228" y="14084"/>
                    <a:pt x="865" y="14853"/>
                  </a:cubicBezTo>
                  <a:cubicBezTo>
                    <a:pt x="1820" y="16005"/>
                    <a:pt x="3219" y="17067"/>
                    <a:pt x="3826" y="17505"/>
                  </a:cubicBezTo>
                  <a:cubicBezTo>
                    <a:pt x="3421" y="18870"/>
                    <a:pt x="2881" y="20307"/>
                    <a:pt x="2580" y="21075"/>
                  </a:cubicBezTo>
                  <a:cubicBezTo>
                    <a:pt x="2404" y="21528"/>
                    <a:pt x="2330" y="21982"/>
                    <a:pt x="2362" y="22427"/>
                  </a:cubicBezTo>
                  <a:cubicBezTo>
                    <a:pt x="2362" y="22431"/>
                    <a:pt x="2363" y="22447"/>
                    <a:pt x="2363" y="22451"/>
                  </a:cubicBezTo>
                  <a:cubicBezTo>
                    <a:pt x="2364" y="22477"/>
                    <a:pt x="2366" y="22501"/>
                    <a:pt x="2368" y="22501"/>
                  </a:cubicBezTo>
                  <a:cubicBezTo>
                    <a:pt x="2445" y="23413"/>
                    <a:pt x="2912" y="24229"/>
                    <a:pt x="3619" y="24771"/>
                  </a:cubicBezTo>
                  <a:cubicBezTo>
                    <a:pt x="3683" y="25221"/>
                    <a:pt x="4104" y="27505"/>
                    <a:pt x="6064" y="28449"/>
                  </a:cubicBezTo>
                  <a:cubicBezTo>
                    <a:pt x="6544" y="28679"/>
                    <a:pt x="7076" y="28794"/>
                    <a:pt x="7626" y="28794"/>
                  </a:cubicBezTo>
                  <a:cubicBezTo>
                    <a:pt x="8407" y="28794"/>
                    <a:pt x="9223" y="28564"/>
                    <a:pt x="9979" y="28112"/>
                  </a:cubicBezTo>
                  <a:lnTo>
                    <a:pt x="10164" y="28002"/>
                  </a:lnTo>
                  <a:cubicBezTo>
                    <a:pt x="11697" y="27088"/>
                    <a:pt x="14534" y="25397"/>
                    <a:pt x="16160" y="24671"/>
                  </a:cubicBezTo>
                  <a:cubicBezTo>
                    <a:pt x="17598" y="25559"/>
                    <a:pt x="19647" y="26074"/>
                    <a:pt x="20499" y="26074"/>
                  </a:cubicBezTo>
                  <a:lnTo>
                    <a:pt x="20521" y="26074"/>
                  </a:lnTo>
                  <a:cubicBezTo>
                    <a:pt x="21160" y="26068"/>
                    <a:pt x="21752" y="25949"/>
                    <a:pt x="22293" y="25716"/>
                  </a:cubicBezTo>
                  <a:cubicBezTo>
                    <a:pt x="22946" y="25433"/>
                    <a:pt x="23445" y="24880"/>
                    <a:pt x="23662" y="24201"/>
                  </a:cubicBezTo>
                  <a:cubicBezTo>
                    <a:pt x="23884" y="23504"/>
                    <a:pt x="23794" y="22744"/>
                    <a:pt x="23414" y="22113"/>
                  </a:cubicBezTo>
                  <a:cubicBezTo>
                    <a:pt x="23096" y="21587"/>
                    <a:pt x="22801" y="20970"/>
                    <a:pt x="22541" y="20278"/>
                  </a:cubicBezTo>
                  <a:cubicBezTo>
                    <a:pt x="22361" y="19801"/>
                    <a:pt x="22532" y="19263"/>
                    <a:pt x="22958" y="18971"/>
                  </a:cubicBezTo>
                  <a:cubicBezTo>
                    <a:pt x="22979" y="18956"/>
                    <a:pt x="23001" y="18938"/>
                    <a:pt x="23020" y="18919"/>
                  </a:cubicBezTo>
                  <a:lnTo>
                    <a:pt x="24627" y="17377"/>
                  </a:lnTo>
                  <a:cubicBezTo>
                    <a:pt x="25510" y="16764"/>
                    <a:pt x="26207" y="16022"/>
                    <a:pt x="26697" y="15175"/>
                  </a:cubicBezTo>
                  <a:cubicBezTo>
                    <a:pt x="27057" y="14551"/>
                    <a:pt x="27301" y="13899"/>
                    <a:pt x="27419" y="13239"/>
                  </a:cubicBezTo>
                  <a:cubicBezTo>
                    <a:pt x="27639" y="12022"/>
                    <a:pt x="27321" y="10757"/>
                    <a:pt x="26546" y="9767"/>
                  </a:cubicBezTo>
                  <a:cubicBezTo>
                    <a:pt x="25749" y="8751"/>
                    <a:pt x="24556" y="8122"/>
                    <a:pt x="23274" y="8041"/>
                  </a:cubicBezTo>
                  <a:cubicBezTo>
                    <a:pt x="23195" y="8036"/>
                    <a:pt x="23113" y="8034"/>
                    <a:pt x="23029" y="8034"/>
                  </a:cubicBezTo>
                  <a:cubicBezTo>
                    <a:pt x="22719" y="8034"/>
                    <a:pt x="22377" y="8064"/>
                    <a:pt x="22055" y="8104"/>
                  </a:cubicBezTo>
                  <a:cubicBezTo>
                    <a:pt x="20416" y="5868"/>
                    <a:pt x="19111" y="3564"/>
                    <a:pt x="18661" y="2606"/>
                  </a:cubicBezTo>
                  <a:cubicBezTo>
                    <a:pt x="18384" y="2017"/>
                    <a:pt x="17964" y="1483"/>
                    <a:pt x="17446" y="1062"/>
                  </a:cubicBezTo>
                  <a:cubicBezTo>
                    <a:pt x="16459" y="260"/>
                    <a:pt x="15413" y="1"/>
                    <a:pt x="144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30"/>
            <p:cNvSpPr/>
            <p:nvPr/>
          </p:nvSpPr>
          <p:spPr>
            <a:xfrm>
              <a:off x="1710286" y="2553474"/>
              <a:ext cx="356341" cy="178369"/>
            </a:xfrm>
            <a:custGeom>
              <a:avLst/>
              <a:gdLst/>
              <a:ahLst/>
              <a:cxnLst/>
              <a:rect l="l" t="t" r="r" b="b"/>
              <a:pathLst>
                <a:path w="9873" h="4942" extrusionOk="0">
                  <a:moveTo>
                    <a:pt x="6496" y="1"/>
                  </a:moveTo>
                  <a:cubicBezTo>
                    <a:pt x="6496" y="1"/>
                    <a:pt x="4048" y="2482"/>
                    <a:pt x="1573" y="2974"/>
                  </a:cubicBezTo>
                  <a:cubicBezTo>
                    <a:pt x="1387" y="3011"/>
                    <a:pt x="1201" y="3029"/>
                    <a:pt x="1019" y="3029"/>
                  </a:cubicBezTo>
                  <a:cubicBezTo>
                    <a:pt x="703" y="3029"/>
                    <a:pt x="394" y="2975"/>
                    <a:pt x="106" y="2875"/>
                  </a:cubicBezTo>
                  <a:lnTo>
                    <a:pt x="0" y="2931"/>
                  </a:lnTo>
                  <a:cubicBezTo>
                    <a:pt x="0" y="2931"/>
                    <a:pt x="599" y="3916"/>
                    <a:pt x="1971" y="4645"/>
                  </a:cubicBezTo>
                  <a:cubicBezTo>
                    <a:pt x="2346" y="4844"/>
                    <a:pt x="2757" y="4941"/>
                    <a:pt x="3168" y="4941"/>
                  </a:cubicBezTo>
                  <a:cubicBezTo>
                    <a:pt x="3658" y="4941"/>
                    <a:pt x="4148" y="4802"/>
                    <a:pt x="4575" y="4532"/>
                  </a:cubicBezTo>
                  <a:cubicBezTo>
                    <a:pt x="5817" y="3748"/>
                    <a:pt x="7940" y="2463"/>
                    <a:pt x="9872" y="1575"/>
                  </a:cubicBezTo>
                  <a:lnTo>
                    <a:pt x="9380" y="1263"/>
                  </a:lnTo>
                  <a:cubicBezTo>
                    <a:pt x="8404" y="902"/>
                    <a:pt x="7296" y="448"/>
                    <a:pt x="649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30"/>
            <p:cNvSpPr/>
            <p:nvPr/>
          </p:nvSpPr>
          <p:spPr>
            <a:xfrm>
              <a:off x="2131269" y="2082900"/>
              <a:ext cx="339558" cy="560841"/>
            </a:xfrm>
            <a:custGeom>
              <a:avLst/>
              <a:gdLst/>
              <a:ahLst/>
              <a:cxnLst/>
              <a:rect l="l" t="t" r="r" b="b"/>
              <a:pathLst>
                <a:path w="9408" h="15539" extrusionOk="0">
                  <a:moveTo>
                    <a:pt x="5173" y="1"/>
                  </a:moveTo>
                  <a:lnTo>
                    <a:pt x="4858" y="316"/>
                  </a:lnTo>
                  <a:cubicBezTo>
                    <a:pt x="6536" y="871"/>
                    <a:pt x="7569" y="2661"/>
                    <a:pt x="7052" y="4390"/>
                  </a:cubicBezTo>
                  <a:cubicBezTo>
                    <a:pt x="6812" y="5194"/>
                    <a:pt x="6303" y="5994"/>
                    <a:pt x="5329" y="6617"/>
                  </a:cubicBezTo>
                  <a:cubicBezTo>
                    <a:pt x="5329" y="6617"/>
                    <a:pt x="3817" y="7512"/>
                    <a:pt x="2685" y="8177"/>
                  </a:cubicBezTo>
                  <a:cubicBezTo>
                    <a:pt x="2102" y="8520"/>
                    <a:pt x="1866" y="9243"/>
                    <a:pt x="2126" y="9865"/>
                  </a:cubicBezTo>
                  <a:cubicBezTo>
                    <a:pt x="2287" y="10252"/>
                    <a:pt x="2484" y="10692"/>
                    <a:pt x="2702" y="11107"/>
                  </a:cubicBezTo>
                  <a:cubicBezTo>
                    <a:pt x="3636" y="12888"/>
                    <a:pt x="2407" y="15069"/>
                    <a:pt x="410" y="15069"/>
                  </a:cubicBezTo>
                  <a:cubicBezTo>
                    <a:pt x="392" y="15069"/>
                    <a:pt x="374" y="15069"/>
                    <a:pt x="356" y="15068"/>
                  </a:cubicBezTo>
                  <a:cubicBezTo>
                    <a:pt x="324" y="15066"/>
                    <a:pt x="295" y="15066"/>
                    <a:pt x="259" y="15063"/>
                  </a:cubicBezTo>
                  <a:cubicBezTo>
                    <a:pt x="172" y="15062"/>
                    <a:pt x="86" y="15054"/>
                    <a:pt x="0" y="15039"/>
                  </a:cubicBezTo>
                  <a:lnTo>
                    <a:pt x="0" y="15039"/>
                  </a:lnTo>
                  <a:lnTo>
                    <a:pt x="50" y="15178"/>
                  </a:lnTo>
                  <a:cubicBezTo>
                    <a:pt x="1031" y="15476"/>
                    <a:pt x="2328" y="15538"/>
                    <a:pt x="3234" y="15538"/>
                  </a:cubicBezTo>
                  <a:cubicBezTo>
                    <a:pt x="3661" y="15538"/>
                    <a:pt x="4001" y="15525"/>
                    <a:pt x="4179" y="15515"/>
                  </a:cubicBezTo>
                  <a:cubicBezTo>
                    <a:pt x="4271" y="15510"/>
                    <a:pt x="4362" y="15500"/>
                    <a:pt x="4450" y="15480"/>
                  </a:cubicBezTo>
                  <a:cubicBezTo>
                    <a:pt x="5267" y="15283"/>
                    <a:pt x="5608" y="14829"/>
                    <a:pt x="5742" y="14413"/>
                  </a:cubicBezTo>
                  <a:cubicBezTo>
                    <a:pt x="5863" y="14035"/>
                    <a:pt x="5803" y="13622"/>
                    <a:pt x="5628" y="13267"/>
                  </a:cubicBezTo>
                  <a:cubicBezTo>
                    <a:pt x="5155" y="12317"/>
                    <a:pt x="4750" y="11560"/>
                    <a:pt x="4425" y="10624"/>
                  </a:cubicBezTo>
                  <a:cubicBezTo>
                    <a:pt x="4236" y="10073"/>
                    <a:pt x="4401" y="9465"/>
                    <a:pt x="4847" y="9088"/>
                  </a:cubicBezTo>
                  <a:cubicBezTo>
                    <a:pt x="5922" y="8175"/>
                    <a:pt x="7397" y="7710"/>
                    <a:pt x="8332" y="6635"/>
                  </a:cubicBezTo>
                  <a:cubicBezTo>
                    <a:pt x="9146" y="5699"/>
                    <a:pt x="9407" y="4401"/>
                    <a:pt x="9290" y="3190"/>
                  </a:cubicBezTo>
                  <a:cubicBezTo>
                    <a:pt x="9156" y="1813"/>
                    <a:pt x="8467" y="583"/>
                    <a:pt x="6879" y="289"/>
                  </a:cubicBezTo>
                  <a:cubicBezTo>
                    <a:pt x="5952" y="115"/>
                    <a:pt x="5173" y="1"/>
                    <a:pt x="517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30"/>
            <p:cNvSpPr/>
            <p:nvPr/>
          </p:nvSpPr>
          <p:spPr>
            <a:xfrm>
              <a:off x="2017181" y="1818234"/>
              <a:ext cx="275277" cy="264558"/>
            </a:xfrm>
            <a:custGeom>
              <a:avLst/>
              <a:gdLst/>
              <a:ahLst/>
              <a:cxnLst/>
              <a:rect l="l" t="t" r="r" b="b"/>
              <a:pathLst>
                <a:path w="7627" h="7330" extrusionOk="0">
                  <a:moveTo>
                    <a:pt x="1" y="1"/>
                  </a:moveTo>
                  <a:lnTo>
                    <a:pt x="3100" y="6011"/>
                  </a:lnTo>
                  <a:cubicBezTo>
                    <a:pt x="3519" y="6824"/>
                    <a:pt x="4356" y="7329"/>
                    <a:pt x="5264" y="7329"/>
                  </a:cubicBezTo>
                  <a:cubicBezTo>
                    <a:pt x="5298" y="7329"/>
                    <a:pt x="5331" y="7329"/>
                    <a:pt x="5365" y="7327"/>
                  </a:cubicBezTo>
                  <a:lnTo>
                    <a:pt x="7626" y="7232"/>
                  </a:lnTo>
                  <a:cubicBezTo>
                    <a:pt x="6704" y="6632"/>
                    <a:pt x="4888" y="3259"/>
                    <a:pt x="4051" y="1640"/>
                  </a:cubicBezTo>
                  <a:cubicBezTo>
                    <a:pt x="3721" y="999"/>
                    <a:pt x="3132" y="530"/>
                    <a:pt x="2435" y="346"/>
                  </a:cubicBezTo>
                  <a:cubicBezTo>
                    <a:pt x="1188" y="13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30"/>
            <p:cNvSpPr/>
            <p:nvPr/>
          </p:nvSpPr>
          <p:spPr>
            <a:xfrm>
              <a:off x="1621715" y="1872589"/>
              <a:ext cx="722897" cy="723185"/>
            </a:xfrm>
            <a:custGeom>
              <a:avLst/>
              <a:gdLst/>
              <a:ahLst/>
              <a:cxnLst/>
              <a:rect l="l" t="t" r="r" b="b"/>
              <a:pathLst>
                <a:path w="20029" h="20037" extrusionOk="0">
                  <a:moveTo>
                    <a:pt x="9763" y="0"/>
                  </a:moveTo>
                  <a:cubicBezTo>
                    <a:pt x="9714" y="0"/>
                    <a:pt x="9664" y="2"/>
                    <a:pt x="9615" y="6"/>
                  </a:cubicBezTo>
                  <a:cubicBezTo>
                    <a:pt x="9606" y="9"/>
                    <a:pt x="9598" y="9"/>
                    <a:pt x="9589" y="10"/>
                  </a:cubicBezTo>
                  <a:cubicBezTo>
                    <a:pt x="9163" y="50"/>
                    <a:pt x="8769" y="253"/>
                    <a:pt x="8480" y="567"/>
                  </a:cubicBezTo>
                  <a:cubicBezTo>
                    <a:pt x="7273" y="1881"/>
                    <a:pt x="6235" y="4316"/>
                    <a:pt x="5760" y="5544"/>
                  </a:cubicBezTo>
                  <a:cubicBezTo>
                    <a:pt x="5583" y="5999"/>
                    <a:pt x="5214" y="6355"/>
                    <a:pt x="4751" y="6503"/>
                  </a:cubicBezTo>
                  <a:cubicBezTo>
                    <a:pt x="3549" y="6886"/>
                    <a:pt x="2084" y="7501"/>
                    <a:pt x="1259" y="7862"/>
                  </a:cubicBezTo>
                  <a:cubicBezTo>
                    <a:pt x="703" y="8105"/>
                    <a:pt x="288" y="8598"/>
                    <a:pt x="157" y="9191"/>
                  </a:cubicBezTo>
                  <a:cubicBezTo>
                    <a:pt x="153" y="9208"/>
                    <a:pt x="149" y="9222"/>
                    <a:pt x="146" y="9238"/>
                  </a:cubicBezTo>
                  <a:cubicBezTo>
                    <a:pt x="1" y="9949"/>
                    <a:pt x="295" y="10681"/>
                    <a:pt x="875" y="11117"/>
                  </a:cubicBezTo>
                  <a:cubicBezTo>
                    <a:pt x="1480" y="11575"/>
                    <a:pt x="2266" y="12107"/>
                    <a:pt x="2907" y="12534"/>
                  </a:cubicBezTo>
                  <a:cubicBezTo>
                    <a:pt x="3571" y="12974"/>
                    <a:pt x="3813" y="13834"/>
                    <a:pt x="3485" y="14560"/>
                  </a:cubicBezTo>
                  <a:cubicBezTo>
                    <a:pt x="2830" y="16017"/>
                    <a:pt x="2483" y="17164"/>
                    <a:pt x="2305" y="17886"/>
                  </a:cubicBezTo>
                  <a:cubicBezTo>
                    <a:pt x="2145" y="18537"/>
                    <a:pt x="2354" y="19238"/>
                    <a:pt x="2878" y="19656"/>
                  </a:cubicBezTo>
                  <a:cubicBezTo>
                    <a:pt x="2888" y="19664"/>
                    <a:pt x="2896" y="19671"/>
                    <a:pt x="2905" y="19679"/>
                  </a:cubicBezTo>
                  <a:cubicBezTo>
                    <a:pt x="3213" y="19919"/>
                    <a:pt x="3584" y="20037"/>
                    <a:pt x="3958" y="20037"/>
                  </a:cubicBezTo>
                  <a:cubicBezTo>
                    <a:pt x="4293" y="20037"/>
                    <a:pt x="4629" y="19942"/>
                    <a:pt x="4924" y="19754"/>
                  </a:cubicBezTo>
                  <a:cubicBezTo>
                    <a:pt x="5945" y="19102"/>
                    <a:pt x="7363" y="18209"/>
                    <a:pt x="8233" y="17662"/>
                  </a:cubicBezTo>
                  <a:cubicBezTo>
                    <a:pt x="8495" y="17497"/>
                    <a:pt x="8794" y="17414"/>
                    <a:pt x="9094" y="17414"/>
                  </a:cubicBezTo>
                  <a:cubicBezTo>
                    <a:pt x="9329" y="17414"/>
                    <a:pt x="9565" y="17465"/>
                    <a:pt x="9786" y="17566"/>
                  </a:cubicBezTo>
                  <a:cubicBezTo>
                    <a:pt x="11181" y="18210"/>
                    <a:pt x="13201" y="18865"/>
                    <a:pt x="14097" y="19143"/>
                  </a:cubicBezTo>
                  <a:cubicBezTo>
                    <a:pt x="14256" y="19193"/>
                    <a:pt x="14421" y="19218"/>
                    <a:pt x="14585" y="19218"/>
                  </a:cubicBezTo>
                  <a:cubicBezTo>
                    <a:pt x="14801" y="19218"/>
                    <a:pt x="15016" y="19175"/>
                    <a:pt x="15216" y="19088"/>
                  </a:cubicBezTo>
                  <a:cubicBezTo>
                    <a:pt x="15236" y="19080"/>
                    <a:pt x="15255" y="19072"/>
                    <a:pt x="15273" y="19062"/>
                  </a:cubicBezTo>
                  <a:cubicBezTo>
                    <a:pt x="16167" y="18646"/>
                    <a:pt x="16424" y="17502"/>
                    <a:pt x="15868" y="16684"/>
                  </a:cubicBezTo>
                  <a:cubicBezTo>
                    <a:pt x="15468" y="16094"/>
                    <a:pt x="15112" y="15362"/>
                    <a:pt x="14845" y="14748"/>
                  </a:cubicBezTo>
                  <a:cubicBezTo>
                    <a:pt x="14527" y="14017"/>
                    <a:pt x="14794" y="13162"/>
                    <a:pt x="15469" y="12735"/>
                  </a:cubicBezTo>
                  <a:cubicBezTo>
                    <a:pt x="16633" y="11997"/>
                    <a:pt x="18096" y="11163"/>
                    <a:pt x="18949" y="10685"/>
                  </a:cubicBezTo>
                  <a:cubicBezTo>
                    <a:pt x="19549" y="10347"/>
                    <a:pt x="19949" y="9732"/>
                    <a:pt x="19986" y="9043"/>
                  </a:cubicBezTo>
                  <a:cubicBezTo>
                    <a:pt x="19988" y="9025"/>
                    <a:pt x="19989" y="9008"/>
                    <a:pt x="19989" y="8990"/>
                  </a:cubicBezTo>
                  <a:cubicBezTo>
                    <a:pt x="20028" y="7970"/>
                    <a:pt x="19253" y="7095"/>
                    <a:pt x="18242" y="6950"/>
                  </a:cubicBezTo>
                  <a:cubicBezTo>
                    <a:pt x="17138" y="6793"/>
                    <a:pt x="15817" y="6680"/>
                    <a:pt x="15008" y="6617"/>
                  </a:cubicBezTo>
                  <a:cubicBezTo>
                    <a:pt x="14522" y="6579"/>
                    <a:pt x="14074" y="6330"/>
                    <a:pt x="13800" y="5927"/>
                  </a:cubicBezTo>
                  <a:cubicBezTo>
                    <a:pt x="12629" y="4204"/>
                    <a:pt x="11798" y="2189"/>
                    <a:pt x="11411" y="1159"/>
                  </a:cubicBezTo>
                  <a:cubicBezTo>
                    <a:pt x="11150" y="466"/>
                    <a:pt x="10492" y="0"/>
                    <a:pt x="97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30"/>
            <p:cNvSpPr/>
            <p:nvPr/>
          </p:nvSpPr>
          <p:spPr>
            <a:xfrm>
              <a:off x="1878730" y="2249286"/>
              <a:ext cx="52370" cy="43347"/>
            </a:xfrm>
            <a:custGeom>
              <a:avLst/>
              <a:gdLst/>
              <a:ahLst/>
              <a:cxnLst/>
              <a:rect l="l" t="t" r="r" b="b"/>
              <a:pathLst>
                <a:path w="1451" h="1201" extrusionOk="0">
                  <a:moveTo>
                    <a:pt x="453" y="1"/>
                  </a:moveTo>
                  <a:cubicBezTo>
                    <a:pt x="161" y="1"/>
                    <a:pt x="1" y="363"/>
                    <a:pt x="201" y="589"/>
                  </a:cubicBezTo>
                  <a:cubicBezTo>
                    <a:pt x="377" y="788"/>
                    <a:pt x="736" y="1017"/>
                    <a:pt x="1450" y="1200"/>
                  </a:cubicBezTo>
                  <a:cubicBezTo>
                    <a:pt x="1450" y="1200"/>
                    <a:pt x="1131" y="56"/>
                    <a:pt x="483" y="2"/>
                  </a:cubicBezTo>
                  <a:cubicBezTo>
                    <a:pt x="473" y="1"/>
                    <a:pt x="463" y="1"/>
                    <a:pt x="45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30"/>
            <p:cNvSpPr/>
            <p:nvPr/>
          </p:nvSpPr>
          <p:spPr>
            <a:xfrm>
              <a:off x="1966002" y="2241346"/>
              <a:ext cx="46632" cy="48544"/>
            </a:xfrm>
            <a:custGeom>
              <a:avLst/>
              <a:gdLst/>
              <a:ahLst/>
              <a:cxnLst/>
              <a:rect l="l" t="t" r="r" b="b"/>
              <a:pathLst>
                <a:path w="1292" h="1345" extrusionOk="0">
                  <a:moveTo>
                    <a:pt x="854" y="0"/>
                  </a:moveTo>
                  <a:cubicBezTo>
                    <a:pt x="827" y="0"/>
                    <a:pt x="799" y="4"/>
                    <a:pt x="770" y="11"/>
                  </a:cubicBezTo>
                  <a:cubicBezTo>
                    <a:pt x="137" y="164"/>
                    <a:pt x="0" y="1345"/>
                    <a:pt x="0" y="1345"/>
                  </a:cubicBezTo>
                  <a:cubicBezTo>
                    <a:pt x="677" y="1052"/>
                    <a:pt x="995" y="770"/>
                    <a:pt x="1139" y="546"/>
                  </a:cubicBezTo>
                  <a:cubicBezTo>
                    <a:pt x="1292" y="307"/>
                    <a:pt x="1114" y="0"/>
                    <a:pt x="8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30"/>
            <p:cNvSpPr/>
            <p:nvPr/>
          </p:nvSpPr>
          <p:spPr>
            <a:xfrm>
              <a:off x="2340895" y="2450719"/>
              <a:ext cx="36" cy="36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close/>
                </a:path>
              </a:pathLst>
            </a:custGeom>
            <a:noFill/>
            <a:ln w="1450" cap="rnd" cmpd="sng">
              <a:solidFill>
                <a:srgbClr val="5D304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30"/>
            <p:cNvSpPr/>
            <p:nvPr/>
          </p:nvSpPr>
          <p:spPr>
            <a:xfrm>
              <a:off x="2211431" y="2404484"/>
              <a:ext cx="36" cy="36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close/>
                </a:path>
              </a:pathLst>
            </a:custGeom>
            <a:noFill/>
            <a:ln w="1450" cap="rnd" cmpd="sng">
              <a:solidFill>
                <a:srgbClr val="5D304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30"/>
            <p:cNvSpPr/>
            <p:nvPr/>
          </p:nvSpPr>
          <p:spPr>
            <a:xfrm>
              <a:off x="1544044" y="1800332"/>
              <a:ext cx="879791" cy="880368"/>
            </a:xfrm>
            <a:custGeom>
              <a:avLst/>
              <a:gdLst/>
              <a:ahLst/>
              <a:cxnLst/>
              <a:rect l="l" t="t" r="r" b="b"/>
              <a:pathLst>
                <a:path w="24376" h="24392" extrusionOk="0">
                  <a:moveTo>
                    <a:pt x="11666" y="995"/>
                  </a:moveTo>
                  <a:cubicBezTo>
                    <a:pt x="11784" y="995"/>
                    <a:pt x="11902" y="1004"/>
                    <a:pt x="12019" y="1024"/>
                  </a:cubicBezTo>
                  <a:cubicBezTo>
                    <a:pt x="12025" y="1025"/>
                    <a:pt x="12044" y="1029"/>
                    <a:pt x="12049" y="1029"/>
                  </a:cubicBezTo>
                  <a:lnTo>
                    <a:pt x="12064" y="1030"/>
                  </a:lnTo>
                  <a:cubicBezTo>
                    <a:pt x="12756" y="1153"/>
                    <a:pt x="13354" y="1626"/>
                    <a:pt x="13664" y="2293"/>
                  </a:cubicBezTo>
                  <a:cubicBezTo>
                    <a:pt x="14571" y="4260"/>
                    <a:pt x="15848" y="6800"/>
                    <a:pt x="16777" y="7729"/>
                  </a:cubicBezTo>
                  <a:cubicBezTo>
                    <a:pt x="16853" y="7805"/>
                    <a:pt x="16949" y="7853"/>
                    <a:pt x="17053" y="7870"/>
                  </a:cubicBezTo>
                  <a:cubicBezTo>
                    <a:pt x="17073" y="7873"/>
                    <a:pt x="18935" y="8159"/>
                    <a:pt x="20663" y="8530"/>
                  </a:cubicBezTo>
                  <a:cubicBezTo>
                    <a:pt x="20772" y="8553"/>
                    <a:pt x="20875" y="8581"/>
                    <a:pt x="20970" y="8613"/>
                  </a:cubicBezTo>
                  <a:cubicBezTo>
                    <a:pt x="22428" y="9097"/>
                    <a:pt x="23269" y="10649"/>
                    <a:pt x="22844" y="12073"/>
                  </a:cubicBezTo>
                  <a:cubicBezTo>
                    <a:pt x="22604" y="12879"/>
                    <a:pt x="22094" y="13536"/>
                    <a:pt x="21344" y="14016"/>
                  </a:cubicBezTo>
                  <a:cubicBezTo>
                    <a:pt x="21344" y="14016"/>
                    <a:pt x="19834" y="14912"/>
                    <a:pt x="18702" y="15577"/>
                  </a:cubicBezTo>
                  <a:cubicBezTo>
                    <a:pt x="17910" y="16042"/>
                    <a:pt x="17581" y="17034"/>
                    <a:pt x="17937" y="17885"/>
                  </a:cubicBezTo>
                  <a:cubicBezTo>
                    <a:pt x="18139" y="18370"/>
                    <a:pt x="18340" y="18802"/>
                    <a:pt x="18531" y="19165"/>
                  </a:cubicBezTo>
                  <a:cubicBezTo>
                    <a:pt x="18907" y="19882"/>
                    <a:pt x="18878" y="20718"/>
                    <a:pt x="18454" y="21403"/>
                  </a:cubicBezTo>
                  <a:cubicBezTo>
                    <a:pt x="18060" y="22040"/>
                    <a:pt x="17405" y="22401"/>
                    <a:pt x="16673" y="22401"/>
                  </a:cubicBezTo>
                  <a:cubicBezTo>
                    <a:pt x="16662" y="22401"/>
                    <a:pt x="16651" y="22400"/>
                    <a:pt x="16640" y="22400"/>
                  </a:cubicBezTo>
                  <a:lnTo>
                    <a:pt x="16566" y="22396"/>
                  </a:lnTo>
                  <a:cubicBezTo>
                    <a:pt x="16559" y="22395"/>
                    <a:pt x="16551" y="22395"/>
                    <a:pt x="16543" y="22395"/>
                  </a:cubicBezTo>
                  <a:cubicBezTo>
                    <a:pt x="16474" y="22394"/>
                    <a:pt x="16411" y="22386"/>
                    <a:pt x="16336" y="22374"/>
                  </a:cubicBezTo>
                  <a:cubicBezTo>
                    <a:pt x="16232" y="22361"/>
                    <a:pt x="16118" y="22335"/>
                    <a:pt x="15984" y="22292"/>
                  </a:cubicBezTo>
                  <a:cubicBezTo>
                    <a:pt x="15558" y="22156"/>
                    <a:pt x="14895" y="21933"/>
                    <a:pt x="14161" y="21662"/>
                  </a:cubicBezTo>
                  <a:cubicBezTo>
                    <a:pt x="13333" y="21355"/>
                    <a:pt x="12174" y="20895"/>
                    <a:pt x="11346" y="20432"/>
                  </a:cubicBezTo>
                  <a:cubicBezTo>
                    <a:pt x="11270" y="20390"/>
                    <a:pt x="11187" y="20369"/>
                    <a:pt x="11104" y="20369"/>
                  </a:cubicBezTo>
                  <a:cubicBezTo>
                    <a:pt x="10974" y="20369"/>
                    <a:pt x="10845" y="20420"/>
                    <a:pt x="10750" y="20517"/>
                  </a:cubicBezTo>
                  <a:cubicBezTo>
                    <a:pt x="10727" y="20541"/>
                    <a:pt x="8383" y="22896"/>
                    <a:pt x="6084" y="23354"/>
                  </a:cubicBezTo>
                  <a:cubicBezTo>
                    <a:pt x="5934" y="23384"/>
                    <a:pt x="5782" y="23398"/>
                    <a:pt x="5630" y="23398"/>
                  </a:cubicBezTo>
                  <a:cubicBezTo>
                    <a:pt x="5373" y="23398"/>
                    <a:pt x="5117" y="23355"/>
                    <a:pt x="4875" y="23271"/>
                  </a:cubicBezTo>
                  <a:cubicBezTo>
                    <a:pt x="4026" y="22982"/>
                    <a:pt x="3431" y="22228"/>
                    <a:pt x="3354" y="21333"/>
                  </a:cubicBezTo>
                  <a:lnTo>
                    <a:pt x="3351" y="21294"/>
                  </a:lnTo>
                  <a:cubicBezTo>
                    <a:pt x="3330" y="20996"/>
                    <a:pt x="3382" y="20686"/>
                    <a:pt x="3505" y="20372"/>
                  </a:cubicBezTo>
                  <a:cubicBezTo>
                    <a:pt x="3836" y="19522"/>
                    <a:pt x="4456" y="17875"/>
                    <a:pt x="4878" y="16372"/>
                  </a:cubicBezTo>
                  <a:cubicBezTo>
                    <a:pt x="4936" y="16167"/>
                    <a:pt x="4855" y="15947"/>
                    <a:pt x="4679" y="15827"/>
                  </a:cubicBezTo>
                  <a:cubicBezTo>
                    <a:pt x="4660" y="15814"/>
                    <a:pt x="2761" y="14520"/>
                    <a:pt x="1630" y="13156"/>
                  </a:cubicBezTo>
                  <a:cubicBezTo>
                    <a:pt x="1195" y="12630"/>
                    <a:pt x="1039" y="11950"/>
                    <a:pt x="1203" y="11292"/>
                  </a:cubicBezTo>
                  <a:cubicBezTo>
                    <a:pt x="1360" y="10651"/>
                    <a:pt x="1798" y="10139"/>
                    <a:pt x="2402" y="9885"/>
                  </a:cubicBezTo>
                  <a:cubicBezTo>
                    <a:pt x="2413" y="9881"/>
                    <a:pt x="2419" y="9879"/>
                    <a:pt x="2430" y="9873"/>
                  </a:cubicBezTo>
                  <a:cubicBezTo>
                    <a:pt x="2441" y="9868"/>
                    <a:pt x="2450" y="9864"/>
                    <a:pt x="2461" y="9859"/>
                  </a:cubicBezTo>
                  <a:cubicBezTo>
                    <a:pt x="2576" y="9818"/>
                    <a:pt x="3141" y="9609"/>
                    <a:pt x="3858" y="9298"/>
                  </a:cubicBezTo>
                  <a:cubicBezTo>
                    <a:pt x="5535" y="8573"/>
                    <a:pt x="6889" y="7270"/>
                    <a:pt x="7671" y="5632"/>
                  </a:cubicBezTo>
                  <a:cubicBezTo>
                    <a:pt x="8304" y="4311"/>
                    <a:pt x="9032" y="3070"/>
                    <a:pt x="9836" y="1943"/>
                  </a:cubicBezTo>
                  <a:cubicBezTo>
                    <a:pt x="10263" y="1345"/>
                    <a:pt x="10955" y="995"/>
                    <a:pt x="11666" y="995"/>
                  </a:cubicBezTo>
                  <a:close/>
                  <a:moveTo>
                    <a:pt x="11670" y="1"/>
                  </a:moveTo>
                  <a:cubicBezTo>
                    <a:pt x="10642" y="1"/>
                    <a:pt x="9645" y="505"/>
                    <a:pt x="9029" y="1365"/>
                  </a:cubicBezTo>
                  <a:cubicBezTo>
                    <a:pt x="8192" y="2538"/>
                    <a:pt x="7434" y="3830"/>
                    <a:pt x="6778" y="5202"/>
                  </a:cubicBezTo>
                  <a:cubicBezTo>
                    <a:pt x="6099" y="6624"/>
                    <a:pt x="4923" y="7755"/>
                    <a:pt x="3465" y="8385"/>
                  </a:cubicBezTo>
                  <a:cubicBezTo>
                    <a:pt x="2707" y="8714"/>
                    <a:pt x="2110" y="8930"/>
                    <a:pt x="2104" y="8932"/>
                  </a:cubicBezTo>
                  <a:cubicBezTo>
                    <a:pt x="2085" y="8939"/>
                    <a:pt x="2071" y="8946"/>
                    <a:pt x="2053" y="8953"/>
                  </a:cubicBezTo>
                  <a:cubicBezTo>
                    <a:pt x="2039" y="8961"/>
                    <a:pt x="2022" y="8968"/>
                    <a:pt x="2007" y="8974"/>
                  </a:cubicBezTo>
                  <a:cubicBezTo>
                    <a:pt x="1116" y="9351"/>
                    <a:pt x="472" y="10110"/>
                    <a:pt x="239" y="11054"/>
                  </a:cubicBezTo>
                  <a:cubicBezTo>
                    <a:pt x="0" y="12022"/>
                    <a:pt x="229" y="13019"/>
                    <a:pt x="865" y="13789"/>
                  </a:cubicBezTo>
                  <a:cubicBezTo>
                    <a:pt x="1820" y="14941"/>
                    <a:pt x="3219" y="16004"/>
                    <a:pt x="3825" y="16441"/>
                  </a:cubicBezTo>
                  <a:cubicBezTo>
                    <a:pt x="3421" y="17806"/>
                    <a:pt x="2881" y="19242"/>
                    <a:pt x="2580" y="20011"/>
                  </a:cubicBezTo>
                  <a:cubicBezTo>
                    <a:pt x="2403" y="20462"/>
                    <a:pt x="2331" y="20917"/>
                    <a:pt x="2362" y="21363"/>
                  </a:cubicBezTo>
                  <a:cubicBezTo>
                    <a:pt x="2362" y="21366"/>
                    <a:pt x="2363" y="21382"/>
                    <a:pt x="2363" y="21387"/>
                  </a:cubicBezTo>
                  <a:cubicBezTo>
                    <a:pt x="2364" y="21412"/>
                    <a:pt x="2367" y="21436"/>
                    <a:pt x="2367" y="21436"/>
                  </a:cubicBezTo>
                  <a:cubicBezTo>
                    <a:pt x="2475" y="22703"/>
                    <a:pt x="3334" y="23793"/>
                    <a:pt x="4549" y="24210"/>
                  </a:cubicBezTo>
                  <a:cubicBezTo>
                    <a:pt x="4895" y="24331"/>
                    <a:pt x="5260" y="24391"/>
                    <a:pt x="5626" y="24391"/>
                  </a:cubicBezTo>
                  <a:cubicBezTo>
                    <a:pt x="5843" y="24391"/>
                    <a:pt x="6061" y="24370"/>
                    <a:pt x="6275" y="24325"/>
                  </a:cubicBezTo>
                  <a:cubicBezTo>
                    <a:pt x="8408" y="23901"/>
                    <a:pt x="10463" y="22143"/>
                    <a:pt x="11186" y="21472"/>
                  </a:cubicBezTo>
                  <a:cubicBezTo>
                    <a:pt x="12026" y="21903"/>
                    <a:pt x="13057" y="22311"/>
                    <a:pt x="13815" y="22590"/>
                  </a:cubicBezTo>
                  <a:cubicBezTo>
                    <a:pt x="14565" y="22869"/>
                    <a:pt x="15242" y="23096"/>
                    <a:pt x="15683" y="23237"/>
                  </a:cubicBezTo>
                  <a:cubicBezTo>
                    <a:pt x="15877" y="23298"/>
                    <a:pt x="16043" y="23335"/>
                    <a:pt x="16183" y="23355"/>
                  </a:cubicBezTo>
                  <a:cubicBezTo>
                    <a:pt x="16284" y="23372"/>
                    <a:pt x="16389" y="23382"/>
                    <a:pt x="16503" y="23386"/>
                  </a:cubicBezTo>
                  <a:cubicBezTo>
                    <a:pt x="16523" y="23387"/>
                    <a:pt x="16541" y="23388"/>
                    <a:pt x="16559" y="23388"/>
                  </a:cubicBezTo>
                  <a:lnTo>
                    <a:pt x="16589" y="23389"/>
                  </a:lnTo>
                  <a:cubicBezTo>
                    <a:pt x="16598" y="23391"/>
                    <a:pt x="16606" y="23391"/>
                    <a:pt x="16616" y="23391"/>
                  </a:cubicBezTo>
                  <a:cubicBezTo>
                    <a:pt x="16640" y="23392"/>
                    <a:pt x="16664" y="23392"/>
                    <a:pt x="16689" y="23392"/>
                  </a:cubicBezTo>
                  <a:cubicBezTo>
                    <a:pt x="17753" y="23392"/>
                    <a:pt x="18730" y="22843"/>
                    <a:pt x="19300" y="21924"/>
                  </a:cubicBezTo>
                  <a:cubicBezTo>
                    <a:pt x="19910" y="20938"/>
                    <a:pt x="19952" y="19734"/>
                    <a:pt x="19412" y="18701"/>
                  </a:cubicBezTo>
                  <a:cubicBezTo>
                    <a:pt x="19234" y="18363"/>
                    <a:pt x="19046" y="17958"/>
                    <a:pt x="18854" y="17500"/>
                  </a:cubicBezTo>
                  <a:cubicBezTo>
                    <a:pt x="18689" y="17105"/>
                    <a:pt x="18841" y="16646"/>
                    <a:pt x="19207" y="16431"/>
                  </a:cubicBezTo>
                  <a:cubicBezTo>
                    <a:pt x="20340" y="15765"/>
                    <a:pt x="21852" y="14869"/>
                    <a:pt x="21867" y="14859"/>
                  </a:cubicBezTo>
                  <a:cubicBezTo>
                    <a:pt x="22838" y="14238"/>
                    <a:pt x="23488" y="13395"/>
                    <a:pt x="23799" y="12356"/>
                  </a:cubicBezTo>
                  <a:cubicBezTo>
                    <a:pt x="24376" y="10421"/>
                    <a:pt x="23249" y="8318"/>
                    <a:pt x="21283" y="7668"/>
                  </a:cubicBezTo>
                  <a:cubicBezTo>
                    <a:pt x="21157" y="7626"/>
                    <a:pt x="21022" y="7589"/>
                    <a:pt x="20878" y="7557"/>
                  </a:cubicBezTo>
                  <a:cubicBezTo>
                    <a:pt x="19424" y="7244"/>
                    <a:pt x="17880" y="6992"/>
                    <a:pt x="17376" y="6913"/>
                  </a:cubicBezTo>
                  <a:cubicBezTo>
                    <a:pt x="16733" y="6186"/>
                    <a:pt x="15719" y="4371"/>
                    <a:pt x="14568" y="1875"/>
                  </a:cubicBezTo>
                  <a:cubicBezTo>
                    <a:pt x="14122" y="913"/>
                    <a:pt x="13252" y="230"/>
                    <a:pt x="12240" y="51"/>
                  </a:cubicBezTo>
                  <a:cubicBezTo>
                    <a:pt x="12233" y="50"/>
                    <a:pt x="12210" y="48"/>
                    <a:pt x="12204" y="46"/>
                  </a:cubicBezTo>
                  <a:lnTo>
                    <a:pt x="12184" y="44"/>
                  </a:lnTo>
                  <a:cubicBezTo>
                    <a:pt x="12013" y="15"/>
                    <a:pt x="11841" y="1"/>
                    <a:pt x="116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30"/>
            <p:cNvSpPr/>
            <p:nvPr/>
          </p:nvSpPr>
          <p:spPr>
            <a:xfrm>
              <a:off x="1944491" y="1762038"/>
              <a:ext cx="407737" cy="329633"/>
            </a:xfrm>
            <a:custGeom>
              <a:avLst/>
              <a:gdLst/>
              <a:ahLst/>
              <a:cxnLst/>
              <a:rect l="l" t="t" r="r" b="b"/>
              <a:pathLst>
                <a:path w="11297" h="9133" extrusionOk="0">
                  <a:moveTo>
                    <a:pt x="3378" y="1"/>
                  </a:moveTo>
                  <a:cubicBezTo>
                    <a:pt x="1717" y="1"/>
                    <a:pt x="389" y="813"/>
                    <a:pt x="304" y="866"/>
                  </a:cubicBezTo>
                  <a:cubicBezTo>
                    <a:pt x="72" y="1010"/>
                    <a:pt x="0" y="1316"/>
                    <a:pt x="146" y="1549"/>
                  </a:cubicBezTo>
                  <a:cubicBezTo>
                    <a:pt x="240" y="1699"/>
                    <a:pt x="402" y="1782"/>
                    <a:pt x="568" y="1782"/>
                  </a:cubicBezTo>
                  <a:cubicBezTo>
                    <a:pt x="658" y="1782"/>
                    <a:pt x="749" y="1758"/>
                    <a:pt x="830" y="1706"/>
                  </a:cubicBezTo>
                  <a:cubicBezTo>
                    <a:pt x="848" y="1696"/>
                    <a:pt x="1980" y="1004"/>
                    <a:pt x="3371" y="1004"/>
                  </a:cubicBezTo>
                  <a:cubicBezTo>
                    <a:pt x="4125" y="1004"/>
                    <a:pt x="4955" y="1207"/>
                    <a:pt x="5724" y="1833"/>
                  </a:cubicBezTo>
                  <a:cubicBezTo>
                    <a:pt x="6128" y="2158"/>
                    <a:pt x="6453" y="2572"/>
                    <a:pt x="6667" y="3026"/>
                  </a:cubicBezTo>
                  <a:cubicBezTo>
                    <a:pt x="7167" y="4094"/>
                    <a:pt x="8559" y="6550"/>
                    <a:pt x="10337" y="8933"/>
                  </a:cubicBezTo>
                  <a:cubicBezTo>
                    <a:pt x="10436" y="9063"/>
                    <a:pt x="10585" y="9132"/>
                    <a:pt x="10736" y="9132"/>
                  </a:cubicBezTo>
                  <a:cubicBezTo>
                    <a:pt x="10838" y="9132"/>
                    <a:pt x="10943" y="9100"/>
                    <a:pt x="11031" y="9035"/>
                  </a:cubicBezTo>
                  <a:cubicBezTo>
                    <a:pt x="11251" y="8871"/>
                    <a:pt x="11297" y="8561"/>
                    <a:pt x="11133" y="8341"/>
                  </a:cubicBezTo>
                  <a:cubicBezTo>
                    <a:pt x="9411" y="6033"/>
                    <a:pt x="8031" y="3598"/>
                    <a:pt x="7564" y="2606"/>
                  </a:cubicBezTo>
                  <a:cubicBezTo>
                    <a:pt x="7288" y="2017"/>
                    <a:pt x="6867" y="1483"/>
                    <a:pt x="6350" y="1063"/>
                  </a:cubicBezTo>
                  <a:cubicBezTo>
                    <a:pt x="5363" y="260"/>
                    <a:pt x="4317" y="1"/>
                    <a:pt x="33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30"/>
            <p:cNvSpPr/>
            <p:nvPr/>
          </p:nvSpPr>
          <p:spPr>
            <a:xfrm>
              <a:off x="2095285" y="2051788"/>
              <a:ext cx="446248" cy="651289"/>
            </a:xfrm>
            <a:custGeom>
              <a:avLst/>
              <a:gdLst/>
              <a:ahLst/>
              <a:cxnLst/>
              <a:rect l="l" t="t" r="r" b="b"/>
              <a:pathLst>
                <a:path w="12364" h="18045" extrusionOk="0">
                  <a:moveTo>
                    <a:pt x="7751" y="0"/>
                  </a:moveTo>
                  <a:cubicBezTo>
                    <a:pt x="6807" y="0"/>
                    <a:pt x="5560" y="281"/>
                    <a:pt x="5504" y="293"/>
                  </a:cubicBezTo>
                  <a:cubicBezTo>
                    <a:pt x="5236" y="354"/>
                    <a:pt x="5068" y="621"/>
                    <a:pt x="5129" y="888"/>
                  </a:cubicBezTo>
                  <a:cubicBezTo>
                    <a:pt x="5181" y="1119"/>
                    <a:pt x="5387" y="1275"/>
                    <a:pt x="5613" y="1275"/>
                  </a:cubicBezTo>
                  <a:cubicBezTo>
                    <a:pt x="5650" y="1275"/>
                    <a:pt x="5686" y="1271"/>
                    <a:pt x="5723" y="1263"/>
                  </a:cubicBezTo>
                  <a:cubicBezTo>
                    <a:pt x="5737" y="1261"/>
                    <a:pt x="6924" y="994"/>
                    <a:pt x="7745" y="994"/>
                  </a:cubicBezTo>
                  <a:cubicBezTo>
                    <a:pt x="7812" y="994"/>
                    <a:pt x="7876" y="996"/>
                    <a:pt x="7937" y="1000"/>
                  </a:cubicBezTo>
                  <a:cubicBezTo>
                    <a:pt x="8937" y="1063"/>
                    <a:pt x="9868" y="1555"/>
                    <a:pt x="10491" y="2350"/>
                  </a:cubicBezTo>
                  <a:cubicBezTo>
                    <a:pt x="11099" y="3127"/>
                    <a:pt x="11341" y="4081"/>
                    <a:pt x="11168" y="5033"/>
                  </a:cubicBezTo>
                  <a:cubicBezTo>
                    <a:pt x="11070" y="5582"/>
                    <a:pt x="10866" y="6124"/>
                    <a:pt x="10563" y="6648"/>
                  </a:cubicBezTo>
                  <a:cubicBezTo>
                    <a:pt x="10141" y="7379"/>
                    <a:pt x="9533" y="8019"/>
                    <a:pt x="8757" y="8553"/>
                  </a:cubicBezTo>
                  <a:cubicBezTo>
                    <a:pt x="8735" y="8569"/>
                    <a:pt x="8713" y="8585"/>
                    <a:pt x="8694" y="8605"/>
                  </a:cubicBezTo>
                  <a:lnTo>
                    <a:pt x="7086" y="10148"/>
                  </a:lnTo>
                  <a:cubicBezTo>
                    <a:pt x="6310" y="10704"/>
                    <a:pt x="6002" y="11707"/>
                    <a:pt x="6340" y="12600"/>
                  </a:cubicBezTo>
                  <a:cubicBezTo>
                    <a:pt x="6622" y="13347"/>
                    <a:pt x="6943" y="14019"/>
                    <a:pt x="7291" y="14596"/>
                  </a:cubicBezTo>
                  <a:cubicBezTo>
                    <a:pt x="7523" y="14980"/>
                    <a:pt x="7579" y="15444"/>
                    <a:pt x="7444" y="15869"/>
                  </a:cubicBezTo>
                  <a:cubicBezTo>
                    <a:pt x="7312" y="16281"/>
                    <a:pt x="7020" y="16603"/>
                    <a:pt x="6615" y="16780"/>
                  </a:cubicBezTo>
                  <a:cubicBezTo>
                    <a:pt x="6208" y="16954"/>
                    <a:pt x="5746" y="17046"/>
                    <a:pt x="5238" y="17051"/>
                  </a:cubicBezTo>
                  <a:lnTo>
                    <a:pt x="5225" y="17051"/>
                  </a:lnTo>
                  <a:cubicBezTo>
                    <a:pt x="4475" y="17051"/>
                    <a:pt x="2092" y="16443"/>
                    <a:pt x="878" y="15418"/>
                  </a:cubicBezTo>
                  <a:cubicBezTo>
                    <a:pt x="785" y="15340"/>
                    <a:pt x="671" y="15302"/>
                    <a:pt x="558" y="15302"/>
                  </a:cubicBezTo>
                  <a:cubicBezTo>
                    <a:pt x="417" y="15302"/>
                    <a:pt x="276" y="15362"/>
                    <a:pt x="178" y="15478"/>
                  </a:cubicBezTo>
                  <a:cubicBezTo>
                    <a:pt x="1" y="15687"/>
                    <a:pt x="28" y="16001"/>
                    <a:pt x="237" y="16177"/>
                  </a:cubicBezTo>
                  <a:cubicBezTo>
                    <a:pt x="1620" y="17345"/>
                    <a:pt x="4235" y="18044"/>
                    <a:pt x="5228" y="18044"/>
                  </a:cubicBezTo>
                  <a:cubicBezTo>
                    <a:pt x="5236" y="18044"/>
                    <a:pt x="5242" y="18044"/>
                    <a:pt x="5246" y="18043"/>
                  </a:cubicBezTo>
                  <a:cubicBezTo>
                    <a:pt x="5885" y="18037"/>
                    <a:pt x="6477" y="17918"/>
                    <a:pt x="7019" y="17684"/>
                  </a:cubicBezTo>
                  <a:cubicBezTo>
                    <a:pt x="7672" y="17401"/>
                    <a:pt x="8170" y="16848"/>
                    <a:pt x="8387" y="16170"/>
                  </a:cubicBezTo>
                  <a:cubicBezTo>
                    <a:pt x="8610" y="15472"/>
                    <a:pt x="8519" y="14711"/>
                    <a:pt x="8139" y="14081"/>
                  </a:cubicBezTo>
                  <a:cubicBezTo>
                    <a:pt x="7823" y="13556"/>
                    <a:pt x="7528" y="12938"/>
                    <a:pt x="7267" y="12247"/>
                  </a:cubicBezTo>
                  <a:cubicBezTo>
                    <a:pt x="7086" y="11770"/>
                    <a:pt x="7258" y="11232"/>
                    <a:pt x="7684" y="10940"/>
                  </a:cubicBezTo>
                  <a:cubicBezTo>
                    <a:pt x="7705" y="10923"/>
                    <a:pt x="7727" y="10906"/>
                    <a:pt x="7745" y="10888"/>
                  </a:cubicBezTo>
                  <a:lnTo>
                    <a:pt x="9352" y="9346"/>
                  </a:lnTo>
                  <a:cubicBezTo>
                    <a:pt x="10234" y="8731"/>
                    <a:pt x="10931" y="7991"/>
                    <a:pt x="11421" y="7143"/>
                  </a:cubicBezTo>
                  <a:cubicBezTo>
                    <a:pt x="11782" y="6520"/>
                    <a:pt x="12025" y="5868"/>
                    <a:pt x="12144" y="5208"/>
                  </a:cubicBezTo>
                  <a:cubicBezTo>
                    <a:pt x="12364" y="3990"/>
                    <a:pt x="12046" y="2724"/>
                    <a:pt x="11270" y="1735"/>
                  </a:cubicBezTo>
                  <a:cubicBezTo>
                    <a:pt x="10476" y="718"/>
                    <a:pt x="9282" y="88"/>
                    <a:pt x="7999" y="8"/>
                  </a:cubicBezTo>
                  <a:cubicBezTo>
                    <a:pt x="7919" y="3"/>
                    <a:pt x="7836" y="0"/>
                    <a:pt x="77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30"/>
            <p:cNvSpPr/>
            <p:nvPr/>
          </p:nvSpPr>
          <p:spPr>
            <a:xfrm>
              <a:off x="1673147" y="2617250"/>
              <a:ext cx="469022" cy="183891"/>
            </a:xfrm>
            <a:custGeom>
              <a:avLst/>
              <a:gdLst/>
              <a:ahLst/>
              <a:cxnLst/>
              <a:rect l="l" t="t" r="r" b="b"/>
              <a:pathLst>
                <a:path w="12995" h="5095" extrusionOk="0">
                  <a:moveTo>
                    <a:pt x="12428" y="1"/>
                  </a:moveTo>
                  <a:cubicBezTo>
                    <a:pt x="12361" y="1"/>
                    <a:pt x="12293" y="14"/>
                    <a:pt x="12229" y="42"/>
                  </a:cubicBezTo>
                  <a:cubicBezTo>
                    <a:pt x="10556" y="780"/>
                    <a:pt x="7752" y="2452"/>
                    <a:pt x="6077" y="3450"/>
                  </a:cubicBezTo>
                  <a:lnTo>
                    <a:pt x="5893" y="3561"/>
                  </a:lnTo>
                  <a:cubicBezTo>
                    <a:pt x="5292" y="3919"/>
                    <a:pt x="4651" y="4102"/>
                    <a:pt x="4049" y="4102"/>
                  </a:cubicBezTo>
                  <a:cubicBezTo>
                    <a:pt x="3646" y="4102"/>
                    <a:pt x="3261" y="4021"/>
                    <a:pt x="2916" y="3855"/>
                  </a:cubicBezTo>
                  <a:cubicBezTo>
                    <a:pt x="1287" y="3072"/>
                    <a:pt x="1020" y="916"/>
                    <a:pt x="1017" y="888"/>
                  </a:cubicBezTo>
                  <a:cubicBezTo>
                    <a:pt x="989" y="635"/>
                    <a:pt x="773" y="447"/>
                    <a:pt x="525" y="447"/>
                  </a:cubicBezTo>
                  <a:cubicBezTo>
                    <a:pt x="506" y="447"/>
                    <a:pt x="488" y="448"/>
                    <a:pt x="470" y="450"/>
                  </a:cubicBezTo>
                  <a:cubicBezTo>
                    <a:pt x="198" y="479"/>
                    <a:pt x="0" y="725"/>
                    <a:pt x="31" y="997"/>
                  </a:cubicBezTo>
                  <a:cubicBezTo>
                    <a:pt x="43" y="1108"/>
                    <a:pt x="352" y="3724"/>
                    <a:pt x="2487" y="4750"/>
                  </a:cubicBezTo>
                  <a:cubicBezTo>
                    <a:pt x="2967" y="4982"/>
                    <a:pt x="3499" y="5095"/>
                    <a:pt x="4049" y="5095"/>
                  </a:cubicBezTo>
                  <a:cubicBezTo>
                    <a:pt x="4830" y="5095"/>
                    <a:pt x="5646" y="4866"/>
                    <a:pt x="6402" y="4414"/>
                  </a:cubicBezTo>
                  <a:lnTo>
                    <a:pt x="6587" y="4304"/>
                  </a:lnTo>
                  <a:cubicBezTo>
                    <a:pt x="8133" y="3382"/>
                    <a:pt x="11012" y="1664"/>
                    <a:pt x="12630" y="951"/>
                  </a:cubicBezTo>
                  <a:cubicBezTo>
                    <a:pt x="12881" y="840"/>
                    <a:pt x="12994" y="547"/>
                    <a:pt x="12883" y="296"/>
                  </a:cubicBezTo>
                  <a:cubicBezTo>
                    <a:pt x="12802" y="110"/>
                    <a:pt x="12619" y="1"/>
                    <a:pt x="12428" y="1"/>
                  </a:cubicBezTo>
                  <a:close/>
                </a:path>
              </a:pathLst>
            </a:custGeom>
            <a:solidFill>
              <a:srgbClr val="5D30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30"/>
            <p:cNvSpPr/>
            <p:nvPr/>
          </p:nvSpPr>
          <p:spPr>
            <a:xfrm>
              <a:off x="1871115" y="1923046"/>
              <a:ext cx="47137" cy="50710"/>
            </a:xfrm>
            <a:custGeom>
              <a:avLst/>
              <a:gdLst/>
              <a:ahLst/>
              <a:cxnLst/>
              <a:rect l="l" t="t" r="r" b="b"/>
              <a:pathLst>
                <a:path w="1306" h="1405" extrusionOk="0">
                  <a:moveTo>
                    <a:pt x="743" y="0"/>
                  </a:moveTo>
                  <a:cubicBezTo>
                    <a:pt x="545" y="0"/>
                    <a:pt x="358" y="121"/>
                    <a:pt x="281" y="316"/>
                  </a:cubicBezTo>
                  <a:cubicBezTo>
                    <a:pt x="236" y="429"/>
                    <a:pt x="179" y="558"/>
                    <a:pt x="115" y="700"/>
                  </a:cubicBezTo>
                  <a:cubicBezTo>
                    <a:pt x="0" y="949"/>
                    <a:pt x="110" y="1244"/>
                    <a:pt x="359" y="1358"/>
                  </a:cubicBezTo>
                  <a:cubicBezTo>
                    <a:pt x="426" y="1390"/>
                    <a:pt x="497" y="1405"/>
                    <a:pt x="566" y="1405"/>
                  </a:cubicBezTo>
                  <a:cubicBezTo>
                    <a:pt x="755" y="1405"/>
                    <a:pt x="935" y="1297"/>
                    <a:pt x="1018" y="1115"/>
                  </a:cubicBezTo>
                  <a:cubicBezTo>
                    <a:pt x="1091" y="954"/>
                    <a:pt x="1155" y="807"/>
                    <a:pt x="1206" y="679"/>
                  </a:cubicBezTo>
                  <a:cubicBezTo>
                    <a:pt x="1305" y="423"/>
                    <a:pt x="1180" y="134"/>
                    <a:pt x="926" y="35"/>
                  </a:cubicBezTo>
                  <a:cubicBezTo>
                    <a:pt x="866" y="12"/>
                    <a:pt x="804" y="0"/>
                    <a:pt x="7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30"/>
            <p:cNvSpPr/>
            <p:nvPr/>
          </p:nvSpPr>
          <p:spPr>
            <a:xfrm>
              <a:off x="1820044" y="1978015"/>
              <a:ext cx="72185" cy="94021"/>
            </a:xfrm>
            <a:custGeom>
              <a:avLst/>
              <a:gdLst/>
              <a:ahLst/>
              <a:cxnLst/>
              <a:rect l="l" t="t" r="r" b="b"/>
              <a:pathLst>
                <a:path w="2000" h="2605" extrusionOk="0">
                  <a:moveTo>
                    <a:pt x="1434" y="0"/>
                  </a:moveTo>
                  <a:cubicBezTo>
                    <a:pt x="1254" y="0"/>
                    <a:pt x="1080" y="98"/>
                    <a:pt x="993" y="269"/>
                  </a:cubicBezTo>
                  <a:cubicBezTo>
                    <a:pt x="570" y="1084"/>
                    <a:pt x="137" y="1857"/>
                    <a:pt x="133" y="1866"/>
                  </a:cubicBezTo>
                  <a:cubicBezTo>
                    <a:pt x="0" y="2104"/>
                    <a:pt x="86" y="2407"/>
                    <a:pt x="325" y="2541"/>
                  </a:cubicBezTo>
                  <a:cubicBezTo>
                    <a:pt x="400" y="2584"/>
                    <a:pt x="484" y="2605"/>
                    <a:pt x="567" y="2605"/>
                  </a:cubicBezTo>
                  <a:cubicBezTo>
                    <a:pt x="740" y="2605"/>
                    <a:pt x="909" y="2513"/>
                    <a:pt x="1000" y="2350"/>
                  </a:cubicBezTo>
                  <a:cubicBezTo>
                    <a:pt x="1004" y="2342"/>
                    <a:pt x="1444" y="1554"/>
                    <a:pt x="1874" y="724"/>
                  </a:cubicBezTo>
                  <a:cubicBezTo>
                    <a:pt x="2000" y="481"/>
                    <a:pt x="1905" y="181"/>
                    <a:pt x="1661" y="55"/>
                  </a:cubicBezTo>
                  <a:cubicBezTo>
                    <a:pt x="1588" y="18"/>
                    <a:pt x="1511" y="0"/>
                    <a:pt x="14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7" name="Google Shape;597;p30"/>
          <p:cNvGrpSpPr/>
          <p:nvPr/>
        </p:nvGrpSpPr>
        <p:grpSpPr>
          <a:xfrm>
            <a:off x="-163039" y="4181363"/>
            <a:ext cx="1101932" cy="962137"/>
            <a:chOff x="6841358" y="2997754"/>
            <a:chExt cx="1766963" cy="1606237"/>
          </a:xfrm>
        </p:grpSpPr>
        <p:sp>
          <p:nvSpPr>
            <p:cNvPr id="598" name="Google Shape;598;p30"/>
            <p:cNvSpPr/>
            <p:nvPr/>
          </p:nvSpPr>
          <p:spPr>
            <a:xfrm rot="-508132">
              <a:off x="6935006" y="3106503"/>
              <a:ext cx="1579666" cy="1388739"/>
            </a:xfrm>
            <a:custGeom>
              <a:avLst/>
              <a:gdLst/>
              <a:ahLst/>
              <a:cxnLst/>
              <a:rect l="l" t="t" r="r" b="b"/>
              <a:pathLst>
                <a:path w="39904" h="35081" extrusionOk="0">
                  <a:moveTo>
                    <a:pt x="2926" y="8856"/>
                  </a:moveTo>
                  <a:cubicBezTo>
                    <a:pt x="3370" y="8856"/>
                    <a:pt x="3780" y="9133"/>
                    <a:pt x="3936" y="9571"/>
                  </a:cubicBezTo>
                  <a:cubicBezTo>
                    <a:pt x="4973" y="12509"/>
                    <a:pt x="7911" y="18889"/>
                    <a:pt x="13875" y="18889"/>
                  </a:cubicBezTo>
                  <a:cubicBezTo>
                    <a:pt x="13876" y="18889"/>
                    <a:pt x="13876" y="18889"/>
                    <a:pt x="13877" y="18889"/>
                  </a:cubicBezTo>
                  <a:cubicBezTo>
                    <a:pt x="14428" y="18889"/>
                    <a:pt x="15008" y="18835"/>
                    <a:pt x="15612" y="18718"/>
                  </a:cubicBezTo>
                  <a:lnTo>
                    <a:pt x="15634" y="18715"/>
                  </a:lnTo>
                  <a:lnTo>
                    <a:pt x="15634" y="18715"/>
                  </a:lnTo>
                  <a:lnTo>
                    <a:pt x="15547" y="18738"/>
                  </a:lnTo>
                  <a:cubicBezTo>
                    <a:pt x="14956" y="18901"/>
                    <a:pt x="14008" y="19095"/>
                    <a:pt x="12853" y="19095"/>
                  </a:cubicBezTo>
                  <a:cubicBezTo>
                    <a:pt x="9619" y="19095"/>
                    <a:pt x="5100" y="17574"/>
                    <a:pt x="1944" y="10326"/>
                  </a:cubicBezTo>
                  <a:cubicBezTo>
                    <a:pt x="1825" y="10053"/>
                    <a:pt x="1826" y="9739"/>
                    <a:pt x="1947" y="9465"/>
                  </a:cubicBezTo>
                  <a:cubicBezTo>
                    <a:pt x="2064" y="9204"/>
                    <a:pt x="2263" y="9020"/>
                    <a:pt x="2525" y="8931"/>
                  </a:cubicBezTo>
                  <a:cubicBezTo>
                    <a:pt x="2559" y="8919"/>
                    <a:pt x="2593" y="8909"/>
                    <a:pt x="2628" y="8899"/>
                  </a:cubicBezTo>
                  <a:cubicBezTo>
                    <a:pt x="2727" y="8870"/>
                    <a:pt x="2827" y="8856"/>
                    <a:pt x="2926" y="8856"/>
                  </a:cubicBezTo>
                  <a:close/>
                  <a:moveTo>
                    <a:pt x="20505" y="1773"/>
                  </a:moveTo>
                  <a:cubicBezTo>
                    <a:pt x="20882" y="1773"/>
                    <a:pt x="21258" y="1892"/>
                    <a:pt x="21572" y="2116"/>
                  </a:cubicBezTo>
                  <a:cubicBezTo>
                    <a:pt x="21971" y="2399"/>
                    <a:pt x="22240" y="2838"/>
                    <a:pt x="22307" y="3323"/>
                  </a:cubicBezTo>
                  <a:cubicBezTo>
                    <a:pt x="22368" y="3755"/>
                    <a:pt x="22428" y="4428"/>
                    <a:pt x="22370" y="5183"/>
                  </a:cubicBezTo>
                  <a:lnTo>
                    <a:pt x="22320" y="5849"/>
                  </a:lnTo>
                  <a:lnTo>
                    <a:pt x="22945" y="6082"/>
                  </a:lnTo>
                  <a:cubicBezTo>
                    <a:pt x="23221" y="6186"/>
                    <a:pt x="23465" y="6348"/>
                    <a:pt x="23669" y="6572"/>
                  </a:cubicBezTo>
                  <a:cubicBezTo>
                    <a:pt x="23932" y="6855"/>
                    <a:pt x="24099" y="7208"/>
                    <a:pt x="24153" y="7588"/>
                  </a:cubicBezTo>
                  <a:lnTo>
                    <a:pt x="24306" y="8683"/>
                  </a:lnTo>
                  <a:lnTo>
                    <a:pt x="25291" y="8314"/>
                  </a:lnTo>
                  <a:cubicBezTo>
                    <a:pt x="25436" y="8306"/>
                    <a:pt x="25580" y="8301"/>
                    <a:pt x="25724" y="8301"/>
                  </a:cubicBezTo>
                  <a:cubicBezTo>
                    <a:pt x="28617" y="8301"/>
                    <a:pt x="31210" y="10050"/>
                    <a:pt x="32273" y="12776"/>
                  </a:cubicBezTo>
                  <a:cubicBezTo>
                    <a:pt x="32907" y="14406"/>
                    <a:pt x="32912" y="16204"/>
                    <a:pt x="32284" y="17838"/>
                  </a:cubicBezTo>
                  <a:lnTo>
                    <a:pt x="31898" y="18842"/>
                  </a:lnTo>
                  <a:lnTo>
                    <a:pt x="32956" y="19030"/>
                  </a:lnTo>
                  <a:cubicBezTo>
                    <a:pt x="33121" y="19060"/>
                    <a:pt x="33261" y="19087"/>
                    <a:pt x="33374" y="19110"/>
                  </a:cubicBezTo>
                  <a:lnTo>
                    <a:pt x="33943" y="19230"/>
                  </a:lnTo>
                  <a:lnTo>
                    <a:pt x="34072" y="19049"/>
                  </a:lnTo>
                  <a:cubicBezTo>
                    <a:pt x="35595" y="19843"/>
                    <a:pt x="36767" y="21148"/>
                    <a:pt x="37394" y="22756"/>
                  </a:cubicBezTo>
                  <a:cubicBezTo>
                    <a:pt x="38084" y="24523"/>
                    <a:pt x="38043" y="26456"/>
                    <a:pt x="37278" y="28197"/>
                  </a:cubicBezTo>
                  <a:cubicBezTo>
                    <a:pt x="36514" y="29939"/>
                    <a:pt x="35121" y="31278"/>
                    <a:pt x="33354" y="31966"/>
                  </a:cubicBezTo>
                  <a:cubicBezTo>
                    <a:pt x="32730" y="32209"/>
                    <a:pt x="31950" y="32337"/>
                    <a:pt x="31094" y="32337"/>
                  </a:cubicBezTo>
                  <a:lnTo>
                    <a:pt x="31092" y="32337"/>
                  </a:lnTo>
                  <a:cubicBezTo>
                    <a:pt x="29170" y="32337"/>
                    <a:pt x="27272" y="31699"/>
                    <a:pt x="26139" y="30670"/>
                  </a:cubicBezTo>
                  <a:lnTo>
                    <a:pt x="25444" y="30039"/>
                  </a:lnTo>
                  <a:lnTo>
                    <a:pt x="24854" y="30768"/>
                  </a:lnTo>
                  <a:cubicBezTo>
                    <a:pt x="24839" y="30788"/>
                    <a:pt x="24824" y="30806"/>
                    <a:pt x="24807" y="30828"/>
                  </a:cubicBezTo>
                  <a:cubicBezTo>
                    <a:pt x="24067" y="31717"/>
                    <a:pt x="23102" y="32412"/>
                    <a:pt x="22021" y="32833"/>
                  </a:cubicBezTo>
                  <a:cubicBezTo>
                    <a:pt x="21220" y="33146"/>
                    <a:pt x="20381" y="33306"/>
                    <a:pt x="19528" y="33306"/>
                  </a:cubicBezTo>
                  <a:cubicBezTo>
                    <a:pt x="16704" y="33306"/>
                    <a:pt x="14120" y="31543"/>
                    <a:pt x="13096" y="28917"/>
                  </a:cubicBezTo>
                  <a:cubicBezTo>
                    <a:pt x="11841" y="25700"/>
                    <a:pt x="13180" y="22025"/>
                    <a:pt x="16208" y="20370"/>
                  </a:cubicBezTo>
                  <a:lnTo>
                    <a:pt x="22927" y="16699"/>
                  </a:lnTo>
                  <a:lnTo>
                    <a:pt x="17278" y="18260"/>
                  </a:lnTo>
                  <a:lnTo>
                    <a:pt x="16023" y="17176"/>
                  </a:lnTo>
                  <a:cubicBezTo>
                    <a:pt x="14140" y="15550"/>
                    <a:pt x="12854" y="13481"/>
                    <a:pt x="12205" y="11027"/>
                  </a:cubicBezTo>
                  <a:cubicBezTo>
                    <a:pt x="12001" y="10271"/>
                    <a:pt x="12356" y="9491"/>
                    <a:pt x="13081" y="9124"/>
                  </a:cubicBezTo>
                  <a:lnTo>
                    <a:pt x="13622" y="8865"/>
                  </a:lnTo>
                  <a:lnTo>
                    <a:pt x="13582" y="8267"/>
                  </a:lnTo>
                  <a:cubicBezTo>
                    <a:pt x="13500" y="7025"/>
                    <a:pt x="13709" y="5915"/>
                    <a:pt x="14204" y="4966"/>
                  </a:cubicBezTo>
                  <a:cubicBezTo>
                    <a:pt x="14380" y="4628"/>
                    <a:pt x="14654" y="4358"/>
                    <a:pt x="14995" y="4184"/>
                  </a:cubicBezTo>
                  <a:cubicBezTo>
                    <a:pt x="15261" y="4049"/>
                    <a:pt x="15548" y="3980"/>
                    <a:pt x="15834" y="3980"/>
                  </a:cubicBezTo>
                  <a:cubicBezTo>
                    <a:pt x="16004" y="3980"/>
                    <a:pt x="16173" y="4005"/>
                    <a:pt x="16338" y="4054"/>
                  </a:cubicBezTo>
                  <a:lnTo>
                    <a:pt x="16929" y="4227"/>
                  </a:lnTo>
                  <a:lnTo>
                    <a:pt x="17297" y="3735"/>
                  </a:lnTo>
                  <a:cubicBezTo>
                    <a:pt x="17826" y="3032"/>
                    <a:pt x="18429" y="2507"/>
                    <a:pt x="19095" y="2172"/>
                  </a:cubicBezTo>
                  <a:cubicBezTo>
                    <a:pt x="19429" y="2001"/>
                    <a:pt x="19786" y="1878"/>
                    <a:pt x="20159" y="1807"/>
                  </a:cubicBezTo>
                  <a:cubicBezTo>
                    <a:pt x="20274" y="1784"/>
                    <a:pt x="20390" y="1773"/>
                    <a:pt x="20505" y="1773"/>
                  </a:cubicBezTo>
                  <a:close/>
                  <a:moveTo>
                    <a:pt x="20500" y="0"/>
                  </a:moveTo>
                  <a:cubicBezTo>
                    <a:pt x="20271" y="0"/>
                    <a:pt x="20042" y="22"/>
                    <a:pt x="19817" y="67"/>
                  </a:cubicBezTo>
                  <a:cubicBezTo>
                    <a:pt x="19285" y="169"/>
                    <a:pt x="18769" y="346"/>
                    <a:pt x="18289" y="590"/>
                  </a:cubicBezTo>
                  <a:cubicBezTo>
                    <a:pt x="17532" y="973"/>
                    <a:pt x="16842" y="1523"/>
                    <a:pt x="16233" y="2229"/>
                  </a:cubicBezTo>
                  <a:cubicBezTo>
                    <a:pt x="16101" y="2214"/>
                    <a:pt x="15968" y="2207"/>
                    <a:pt x="15835" y="2207"/>
                  </a:cubicBezTo>
                  <a:cubicBezTo>
                    <a:pt x="15272" y="2207"/>
                    <a:pt x="14710" y="2340"/>
                    <a:pt x="14190" y="2603"/>
                  </a:cubicBezTo>
                  <a:cubicBezTo>
                    <a:pt x="13516" y="2946"/>
                    <a:pt x="12976" y="3482"/>
                    <a:pt x="12629" y="4148"/>
                  </a:cubicBezTo>
                  <a:cubicBezTo>
                    <a:pt x="12059" y="5243"/>
                    <a:pt x="11779" y="6481"/>
                    <a:pt x="11791" y="7837"/>
                  </a:cubicBezTo>
                  <a:cubicBezTo>
                    <a:pt x="10647" y="8660"/>
                    <a:pt x="10116" y="10089"/>
                    <a:pt x="10490" y="11484"/>
                  </a:cubicBezTo>
                  <a:cubicBezTo>
                    <a:pt x="11046" y="13581"/>
                    <a:pt x="12050" y="15487"/>
                    <a:pt x="13431" y="17087"/>
                  </a:cubicBezTo>
                  <a:cubicBezTo>
                    <a:pt x="8863" y="16715"/>
                    <a:pt x="6477" y="11446"/>
                    <a:pt x="5607" y="8980"/>
                  </a:cubicBezTo>
                  <a:cubicBezTo>
                    <a:pt x="5198" y="7819"/>
                    <a:pt x="4103" y="7083"/>
                    <a:pt x="2925" y="7083"/>
                  </a:cubicBezTo>
                  <a:cubicBezTo>
                    <a:pt x="2662" y="7083"/>
                    <a:pt x="2394" y="7120"/>
                    <a:pt x="2128" y="7197"/>
                  </a:cubicBezTo>
                  <a:cubicBezTo>
                    <a:pt x="2071" y="7213"/>
                    <a:pt x="2016" y="7231"/>
                    <a:pt x="1961" y="7249"/>
                  </a:cubicBezTo>
                  <a:cubicBezTo>
                    <a:pt x="1227" y="7496"/>
                    <a:pt x="646" y="8028"/>
                    <a:pt x="327" y="8745"/>
                  </a:cubicBezTo>
                  <a:cubicBezTo>
                    <a:pt x="4" y="9473"/>
                    <a:pt x="1" y="10305"/>
                    <a:pt x="318" y="11033"/>
                  </a:cubicBezTo>
                  <a:cubicBezTo>
                    <a:pt x="3859" y="19162"/>
                    <a:pt x="9090" y="20868"/>
                    <a:pt x="12854" y="20868"/>
                  </a:cubicBezTo>
                  <a:lnTo>
                    <a:pt x="12863" y="20868"/>
                  </a:lnTo>
                  <a:cubicBezTo>
                    <a:pt x="10900" y="23231"/>
                    <a:pt x="10271" y="26556"/>
                    <a:pt x="11445" y="29561"/>
                  </a:cubicBezTo>
                  <a:cubicBezTo>
                    <a:pt x="12732" y="32864"/>
                    <a:pt x="15981" y="35081"/>
                    <a:pt x="19528" y="35081"/>
                  </a:cubicBezTo>
                  <a:cubicBezTo>
                    <a:pt x="20602" y="35081"/>
                    <a:pt x="21657" y="34881"/>
                    <a:pt x="22661" y="34490"/>
                  </a:cubicBezTo>
                  <a:cubicBezTo>
                    <a:pt x="23781" y="34053"/>
                    <a:pt x="24798" y="33386"/>
                    <a:pt x="25643" y="32540"/>
                  </a:cubicBezTo>
                  <a:cubicBezTo>
                    <a:pt x="27088" y="33535"/>
                    <a:pt x="29056" y="34113"/>
                    <a:pt x="31087" y="34113"/>
                  </a:cubicBezTo>
                  <a:lnTo>
                    <a:pt x="31088" y="34113"/>
                  </a:lnTo>
                  <a:cubicBezTo>
                    <a:pt x="32162" y="34113"/>
                    <a:pt x="33166" y="33944"/>
                    <a:pt x="33993" y="33622"/>
                  </a:cubicBezTo>
                  <a:cubicBezTo>
                    <a:pt x="36201" y="32761"/>
                    <a:pt x="37943" y="31087"/>
                    <a:pt x="38897" y="28912"/>
                  </a:cubicBezTo>
                  <a:cubicBezTo>
                    <a:pt x="39851" y="26736"/>
                    <a:pt x="39903" y="24320"/>
                    <a:pt x="39041" y="22113"/>
                  </a:cubicBezTo>
                  <a:cubicBezTo>
                    <a:pt x="38206" y="19967"/>
                    <a:pt x="36590" y="18252"/>
                    <a:pt x="34498" y="17287"/>
                  </a:cubicBezTo>
                  <a:cubicBezTo>
                    <a:pt x="34438" y="17259"/>
                    <a:pt x="34376" y="17235"/>
                    <a:pt x="34313" y="17217"/>
                  </a:cubicBezTo>
                  <a:cubicBezTo>
                    <a:pt x="34686" y="15529"/>
                    <a:pt x="34555" y="13765"/>
                    <a:pt x="33919" y="12133"/>
                  </a:cubicBezTo>
                  <a:cubicBezTo>
                    <a:pt x="32587" y="8720"/>
                    <a:pt x="29343" y="6529"/>
                    <a:pt x="25720" y="6529"/>
                  </a:cubicBezTo>
                  <a:lnTo>
                    <a:pt x="25692" y="6529"/>
                  </a:lnTo>
                  <a:cubicBezTo>
                    <a:pt x="25528" y="6103"/>
                    <a:pt x="25282" y="5710"/>
                    <a:pt x="24967" y="5369"/>
                  </a:cubicBezTo>
                  <a:cubicBezTo>
                    <a:pt x="24727" y="5107"/>
                    <a:pt x="24457" y="4887"/>
                    <a:pt x="24160" y="4709"/>
                  </a:cubicBezTo>
                  <a:cubicBezTo>
                    <a:pt x="24170" y="4049"/>
                    <a:pt x="24114" y="3477"/>
                    <a:pt x="24058" y="3078"/>
                  </a:cubicBezTo>
                  <a:cubicBezTo>
                    <a:pt x="23923" y="2112"/>
                    <a:pt x="23389" y="1235"/>
                    <a:pt x="22596" y="671"/>
                  </a:cubicBezTo>
                  <a:cubicBezTo>
                    <a:pt x="21980" y="232"/>
                    <a:pt x="21242" y="0"/>
                    <a:pt x="20500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30"/>
            <p:cNvSpPr/>
            <p:nvPr/>
          </p:nvSpPr>
          <p:spPr>
            <a:xfrm rot="-508132">
              <a:off x="6970996" y="3141616"/>
              <a:ext cx="1507697" cy="1318592"/>
            </a:xfrm>
            <a:custGeom>
              <a:avLst/>
              <a:gdLst/>
              <a:ahLst/>
              <a:cxnLst/>
              <a:rect l="l" t="t" r="r" b="b"/>
              <a:pathLst>
                <a:path w="38086" h="33309" extrusionOk="0">
                  <a:moveTo>
                    <a:pt x="19594" y="1"/>
                  </a:moveTo>
                  <a:cubicBezTo>
                    <a:pt x="19421" y="1"/>
                    <a:pt x="19248" y="17"/>
                    <a:pt x="19077" y="51"/>
                  </a:cubicBezTo>
                  <a:cubicBezTo>
                    <a:pt x="18626" y="137"/>
                    <a:pt x="18189" y="287"/>
                    <a:pt x="17782" y="494"/>
                  </a:cubicBezTo>
                  <a:cubicBezTo>
                    <a:pt x="16996" y="892"/>
                    <a:pt x="16289" y="1503"/>
                    <a:pt x="15679" y="2315"/>
                  </a:cubicBezTo>
                  <a:cubicBezTo>
                    <a:pt x="15432" y="2242"/>
                    <a:pt x="15178" y="2205"/>
                    <a:pt x="14923" y="2205"/>
                  </a:cubicBezTo>
                  <a:cubicBezTo>
                    <a:pt x="14501" y="2205"/>
                    <a:pt x="14077" y="2305"/>
                    <a:pt x="13684" y="2504"/>
                  </a:cubicBezTo>
                  <a:cubicBezTo>
                    <a:pt x="13175" y="2763"/>
                    <a:pt x="12768" y="3167"/>
                    <a:pt x="12506" y="3669"/>
                  </a:cubicBezTo>
                  <a:cubicBezTo>
                    <a:pt x="11936" y="4764"/>
                    <a:pt x="11695" y="6031"/>
                    <a:pt x="11787" y="7437"/>
                  </a:cubicBezTo>
                  <a:lnTo>
                    <a:pt x="11754" y="7453"/>
                  </a:lnTo>
                  <a:cubicBezTo>
                    <a:pt x="10666" y="8003"/>
                    <a:pt x="10126" y="9201"/>
                    <a:pt x="10438" y="10367"/>
                  </a:cubicBezTo>
                  <a:cubicBezTo>
                    <a:pt x="11274" y="13530"/>
                    <a:pt x="13000" y="15635"/>
                    <a:pt x="14531" y="16960"/>
                  </a:cubicBezTo>
                  <a:cubicBezTo>
                    <a:pt x="13999" y="17063"/>
                    <a:pt x="13489" y="17111"/>
                    <a:pt x="13000" y="17111"/>
                  </a:cubicBezTo>
                  <a:cubicBezTo>
                    <a:pt x="7565" y="17111"/>
                    <a:pt x="4830" y="11135"/>
                    <a:pt x="3860" y="8388"/>
                  </a:cubicBezTo>
                  <a:cubicBezTo>
                    <a:pt x="3578" y="7588"/>
                    <a:pt x="2824" y="7082"/>
                    <a:pt x="2013" y="7082"/>
                  </a:cubicBezTo>
                  <a:cubicBezTo>
                    <a:pt x="1832" y="7082"/>
                    <a:pt x="1649" y="7107"/>
                    <a:pt x="1467" y="7160"/>
                  </a:cubicBezTo>
                  <a:cubicBezTo>
                    <a:pt x="1422" y="7174"/>
                    <a:pt x="1376" y="7189"/>
                    <a:pt x="1331" y="7203"/>
                  </a:cubicBezTo>
                  <a:cubicBezTo>
                    <a:pt x="835" y="7370"/>
                    <a:pt x="442" y="7730"/>
                    <a:pt x="226" y="8219"/>
                  </a:cubicBezTo>
                  <a:cubicBezTo>
                    <a:pt x="3" y="8718"/>
                    <a:pt x="1" y="9293"/>
                    <a:pt x="219" y="9793"/>
                  </a:cubicBezTo>
                  <a:cubicBezTo>
                    <a:pt x="3608" y="17572"/>
                    <a:pt x="8575" y="19096"/>
                    <a:pt x="11942" y="19096"/>
                  </a:cubicBezTo>
                  <a:cubicBezTo>
                    <a:pt x="13198" y="19096"/>
                    <a:pt x="14226" y="18885"/>
                    <a:pt x="14871" y="18707"/>
                  </a:cubicBezTo>
                  <a:lnTo>
                    <a:pt x="14871" y="18707"/>
                  </a:lnTo>
                  <a:cubicBezTo>
                    <a:pt x="11492" y="20552"/>
                    <a:pt x="9922" y="24674"/>
                    <a:pt x="11358" y="28354"/>
                  </a:cubicBezTo>
                  <a:cubicBezTo>
                    <a:pt x="12556" y="31424"/>
                    <a:pt x="15502" y="33308"/>
                    <a:pt x="18615" y="33308"/>
                  </a:cubicBezTo>
                  <a:cubicBezTo>
                    <a:pt x="19554" y="33308"/>
                    <a:pt x="20507" y="33137"/>
                    <a:pt x="21431" y="32777"/>
                  </a:cubicBezTo>
                  <a:cubicBezTo>
                    <a:pt x="22653" y="32301"/>
                    <a:pt x="23741" y="31518"/>
                    <a:pt x="24578" y="30512"/>
                  </a:cubicBezTo>
                  <a:cubicBezTo>
                    <a:pt x="24596" y="30489"/>
                    <a:pt x="24612" y="30467"/>
                    <a:pt x="24632" y="30443"/>
                  </a:cubicBezTo>
                  <a:cubicBezTo>
                    <a:pt x="26028" y="31712"/>
                    <a:pt x="28208" y="32340"/>
                    <a:pt x="30176" y="32340"/>
                  </a:cubicBezTo>
                  <a:cubicBezTo>
                    <a:pt x="30178" y="32340"/>
                    <a:pt x="30180" y="32340"/>
                    <a:pt x="30181" y="32340"/>
                  </a:cubicBezTo>
                  <a:cubicBezTo>
                    <a:pt x="31129" y="32340"/>
                    <a:pt x="32026" y="32195"/>
                    <a:pt x="32764" y="31909"/>
                  </a:cubicBezTo>
                  <a:cubicBezTo>
                    <a:pt x="34752" y="31133"/>
                    <a:pt x="36319" y="29628"/>
                    <a:pt x="37179" y="27669"/>
                  </a:cubicBezTo>
                  <a:cubicBezTo>
                    <a:pt x="38040" y="25707"/>
                    <a:pt x="38085" y="23534"/>
                    <a:pt x="37310" y="21545"/>
                  </a:cubicBezTo>
                  <a:cubicBezTo>
                    <a:pt x="36557" y="19614"/>
                    <a:pt x="35104" y="18071"/>
                    <a:pt x="33220" y="17202"/>
                  </a:cubicBezTo>
                  <a:cubicBezTo>
                    <a:pt x="33157" y="17173"/>
                    <a:pt x="33091" y="17159"/>
                    <a:pt x="33026" y="17159"/>
                  </a:cubicBezTo>
                  <a:cubicBezTo>
                    <a:pt x="32878" y="17159"/>
                    <a:pt x="32735" y="17231"/>
                    <a:pt x="32648" y="17354"/>
                  </a:cubicBezTo>
                  <a:cubicBezTo>
                    <a:pt x="32527" y="17328"/>
                    <a:pt x="32376" y="17299"/>
                    <a:pt x="32200" y="17268"/>
                  </a:cubicBezTo>
                  <a:cubicBezTo>
                    <a:pt x="32908" y="15426"/>
                    <a:pt x="32904" y="13406"/>
                    <a:pt x="32187" y="11565"/>
                  </a:cubicBezTo>
                  <a:cubicBezTo>
                    <a:pt x="30989" y="8495"/>
                    <a:pt x="28073" y="6525"/>
                    <a:pt x="24816" y="6525"/>
                  </a:cubicBezTo>
                  <a:cubicBezTo>
                    <a:pt x="24628" y="6525"/>
                    <a:pt x="24439" y="6532"/>
                    <a:pt x="24249" y="6545"/>
                  </a:cubicBezTo>
                  <a:cubicBezTo>
                    <a:pt x="24204" y="6548"/>
                    <a:pt x="24161" y="6560"/>
                    <a:pt x="24120" y="6575"/>
                  </a:cubicBezTo>
                  <a:cubicBezTo>
                    <a:pt x="24043" y="6027"/>
                    <a:pt x="23800" y="5502"/>
                    <a:pt x="23408" y="5081"/>
                  </a:cubicBezTo>
                  <a:cubicBezTo>
                    <a:pt x="23111" y="4758"/>
                    <a:pt x="22749" y="4515"/>
                    <a:pt x="22343" y="4364"/>
                  </a:cubicBezTo>
                  <a:cubicBezTo>
                    <a:pt x="22406" y="3542"/>
                    <a:pt x="22344" y="2809"/>
                    <a:pt x="22274" y="2312"/>
                  </a:cubicBezTo>
                  <a:cubicBezTo>
                    <a:pt x="22173" y="1588"/>
                    <a:pt x="21772" y="929"/>
                    <a:pt x="21174" y="506"/>
                  </a:cubicBezTo>
                  <a:cubicBezTo>
                    <a:pt x="20710" y="176"/>
                    <a:pt x="20155" y="1"/>
                    <a:pt x="195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30"/>
            <p:cNvSpPr/>
            <p:nvPr/>
          </p:nvSpPr>
          <p:spPr>
            <a:xfrm rot="-508132">
              <a:off x="6967411" y="3507584"/>
              <a:ext cx="590672" cy="438660"/>
            </a:xfrm>
            <a:custGeom>
              <a:avLst/>
              <a:gdLst/>
              <a:ahLst/>
              <a:cxnLst/>
              <a:rect l="l" t="t" r="r" b="b"/>
              <a:pathLst>
                <a:path w="14921" h="11081" extrusionOk="0">
                  <a:moveTo>
                    <a:pt x="1707" y="1"/>
                  </a:moveTo>
                  <a:cubicBezTo>
                    <a:pt x="1569" y="1"/>
                    <a:pt x="1428" y="20"/>
                    <a:pt x="1289" y="60"/>
                  </a:cubicBezTo>
                  <a:cubicBezTo>
                    <a:pt x="1248" y="72"/>
                    <a:pt x="1208" y="85"/>
                    <a:pt x="1170" y="98"/>
                  </a:cubicBezTo>
                  <a:cubicBezTo>
                    <a:pt x="374" y="366"/>
                    <a:pt x="0" y="1291"/>
                    <a:pt x="336" y="2061"/>
                  </a:cubicBezTo>
                  <a:cubicBezTo>
                    <a:pt x="3629" y="9619"/>
                    <a:pt x="8435" y="11080"/>
                    <a:pt x="11658" y="11080"/>
                  </a:cubicBezTo>
                  <a:cubicBezTo>
                    <a:pt x="12918" y="11080"/>
                    <a:pt x="13936" y="10857"/>
                    <a:pt x="14527" y="10687"/>
                  </a:cubicBezTo>
                  <a:cubicBezTo>
                    <a:pt x="14807" y="10606"/>
                    <a:pt x="14920" y="10269"/>
                    <a:pt x="14749" y="10030"/>
                  </a:cubicBezTo>
                  <a:cubicBezTo>
                    <a:pt x="14669" y="9920"/>
                    <a:pt x="14540" y="9859"/>
                    <a:pt x="14406" y="9859"/>
                  </a:cubicBezTo>
                  <a:cubicBezTo>
                    <a:pt x="14378" y="9859"/>
                    <a:pt x="14350" y="9862"/>
                    <a:pt x="14322" y="9868"/>
                  </a:cubicBezTo>
                  <a:cubicBezTo>
                    <a:pt x="13754" y="9978"/>
                    <a:pt x="13210" y="10030"/>
                    <a:pt x="12690" y="10030"/>
                  </a:cubicBezTo>
                  <a:cubicBezTo>
                    <a:pt x="6883" y="10030"/>
                    <a:pt x="4027" y="3588"/>
                    <a:pt x="3113" y="996"/>
                  </a:cubicBezTo>
                  <a:cubicBezTo>
                    <a:pt x="2898" y="386"/>
                    <a:pt x="2324" y="1"/>
                    <a:pt x="170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30"/>
            <p:cNvSpPr/>
            <p:nvPr/>
          </p:nvSpPr>
          <p:spPr>
            <a:xfrm rot="-508132">
              <a:off x="6955121" y="3488816"/>
              <a:ext cx="619571" cy="475634"/>
            </a:xfrm>
            <a:custGeom>
              <a:avLst/>
              <a:gdLst/>
              <a:ahLst/>
              <a:cxnLst/>
              <a:rect l="l" t="t" r="r" b="b"/>
              <a:pathLst>
                <a:path w="15651" h="12015" extrusionOk="0">
                  <a:moveTo>
                    <a:pt x="2015" y="932"/>
                  </a:moveTo>
                  <a:cubicBezTo>
                    <a:pt x="2440" y="932"/>
                    <a:pt x="2836" y="1198"/>
                    <a:pt x="2985" y="1617"/>
                  </a:cubicBezTo>
                  <a:cubicBezTo>
                    <a:pt x="3477" y="3011"/>
                    <a:pt x="4582" y="5664"/>
                    <a:pt x="6463" y="7772"/>
                  </a:cubicBezTo>
                  <a:cubicBezTo>
                    <a:pt x="8355" y="9894"/>
                    <a:pt x="10541" y="10965"/>
                    <a:pt x="12977" y="10965"/>
                  </a:cubicBezTo>
                  <a:cubicBezTo>
                    <a:pt x="13215" y="10965"/>
                    <a:pt x="13455" y="10955"/>
                    <a:pt x="13698" y="10934"/>
                  </a:cubicBezTo>
                  <a:lnTo>
                    <a:pt x="13698" y="10934"/>
                  </a:lnTo>
                  <a:cubicBezTo>
                    <a:pt x="13208" y="11018"/>
                    <a:pt x="12625" y="11080"/>
                    <a:pt x="11976" y="11080"/>
                  </a:cubicBezTo>
                  <a:cubicBezTo>
                    <a:pt x="8874" y="11080"/>
                    <a:pt x="4260" y="9658"/>
                    <a:pt x="1073" y="2341"/>
                  </a:cubicBezTo>
                  <a:cubicBezTo>
                    <a:pt x="959" y="2079"/>
                    <a:pt x="960" y="1778"/>
                    <a:pt x="1077" y="1516"/>
                  </a:cubicBezTo>
                  <a:cubicBezTo>
                    <a:pt x="1186" y="1269"/>
                    <a:pt x="1382" y="1087"/>
                    <a:pt x="1627" y="1005"/>
                  </a:cubicBezTo>
                  <a:cubicBezTo>
                    <a:pt x="1659" y="994"/>
                    <a:pt x="1693" y="984"/>
                    <a:pt x="1728" y="974"/>
                  </a:cubicBezTo>
                  <a:cubicBezTo>
                    <a:pt x="1824" y="946"/>
                    <a:pt x="1919" y="932"/>
                    <a:pt x="2015" y="932"/>
                  </a:cubicBezTo>
                  <a:close/>
                  <a:moveTo>
                    <a:pt x="2015" y="1"/>
                  </a:moveTo>
                  <a:cubicBezTo>
                    <a:pt x="1834" y="1"/>
                    <a:pt x="1650" y="26"/>
                    <a:pt x="1468" y="79"/>
                  </a:cubicBezTo>
                  <a:cubicBezTo>
                    <a:pt x="1421" y="92"/>
                    <a:pt x="1376" y="107"/>
                    <a:pt x="1332" y="122"/>
                  </a:cubicBezTo>
                  <a:cubicBezTo>
                    <a:pt x="836" y="289"/>
                    <a:pt x="443" y="649"/>
                    <a:pt x="226" y="1137"/>
                  </a:cubicBezTo>
                  <a:cubicBezTo>
                    <a:pt x="4" y="1637"/>
                    <a:pt x="1" y="2211"/>
                    <a:pt x="220" y="2711"/>
                  </a:cubicBezTo>
                  <a:cubicBezTo>
                    <a:pt x="3607" y="10492"/>
                    <a:pt x="8576" y="12015"/>
                    <a:pt x="11942" y="12015"/>
                  </a:cubicBezTo>
                  <a:cubicBezTo>
                    <a:pt x="13257" y="12015"/>
                    <a:pt x="14327" y="11783"/>
                    <a:pt x="14965" y="11600"/>
                  </a:cubicBezTo>
                  <a:cubicBezTo>
                    <a:pt x="15241" y="11520"/>
                    <a:pt x="15462" y="11310"/>
                    <a:pt x="15556" y="11037"/>
                  </a:cubicBezTo>
                  <a:cubicBezTo>
                    <a:pt x="15651" y="10762"/>
                    <a:pt x="15604" y="10459"/>
                    <a:pt x="15435" y="10225"/>
                  </a:cubicBezTo>
                  <a:cubicBezTo>
                    <a:pt x="15268" y="9993"/>
                    <a:pt x="14997" y="9860"/>
                    <a:pt x="14714" y="9860"/>
                  </a:cubicBezTo>
                  <a:cubicBezTo>
                    <a:pt x="14657" y="9860"/>
                    <a:pt x="14599" y="9865"/>
                    <a:pt x="14542" y="9876"/>
                  </a:cubicBezTo>
                  <a:cubicBezTo>
                    <a:pt x="14005" y="9981"/>
                    <a:pt x="13491" y="10030"/>
                    <a:pt x="13000" y="10030"/>
                  </a:cubicBezTo>
                  <a:cubicBezTo>
                    <a:pt x="7565" y="10030"/>
                    <a:pt x="4830" y="4055"/>
                    <a:pt x="3861" y="1307"/>
                  </a:cubicBezTo>
                  <a:cubicBezTo>
                    <a:pt x="3578" y="507"/>
                    <a:pt x="2825" y="1"/>
                    <a:pt x="20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30"/>
            <p:cNvSpPr/>
            <p:nvPr/>
          </p:nvSpPr>
          <p:spPr>
            <a:xfrm rot="-508132">
              <a:off x="7452205" y="3443286"/>
              <a:ext cx="983372" cy="921419"/>
            </a:xfrm>
            <a:custGeom>
              <a:avLst/>
              <a:gdLst/>
              <a:ahLst/>
              <a:cxnLst/>
              <a:rect l="l" t="t" r="r" b="b"/>
              <a:pathLst>
                <a:path w="24841" h="23276" extrusionOk="0">
                  <a:moveTo>
                    <a:pt x="12920" y="1"/>
                  </a:moveTo>
                  <a:cubicBezTo>
                    <a:pt x="12446" y="1"/>
                    <a:pt x="11967" y="54"/>
                    <a:pt x="11492" y="162"/>
                  </a:cubicBezTo>
                  <a:cubicBezTo>
                    <a:pt x="11354" y="460"/>
                    <a:pt x="11185" y="766"/>
                    <a:pt x="10988" y="1070"/>
                  </a:cubicBezTo>
                  <a:cubicBezTo>
                    <a:pt x="11243" y="1298"/>
                    <a:pt x="11451" y="1577"/>
                    <a:pt x="11597" y="1900"/>
                  </a:cubicBezTo>
                  <a:cubicBezTo>
                    <a:pt x="11948" y="2673"/>
                    <a:pt x="11884" y="3562"/>
                    <a:pt x="11421" y="4278"/>
                  </a:cubicBezTo>
                  <a:cubicBezTo>
                    <a:pt x="10780" y="5264"/>
                    <a:pt x="9836" y="6115"/>
                    <a:pt x="8609" y="6798"/>
                  </a:cubicBezTo>
                  <a:cubicBezTo>
                    <a:pt x="8331" y="6953"/>
                    <a:pt x="8132" y="7109"/>
                    <a:pt x="7998" y="7277"/>
                  </a:cubicBezTo>
                  <a:cubicBezTo>
                    <a:pt x="7597" y="7779"/>
                    <a:pt x="7636" y="8202"/>
                    <a:pt x="7699" y="8477"/>
                  </a:cubicBezTo>
                  <a:cubicBezTo>
                    <a:pt x="7802" y="8921"/>
                    <a:pt x="7671" y="9383"/>
                    <a:pt x="7354" y="9699"/>
                  </a:cubicBezTo>
                  <a:cubicBezTo>
                    <a:pt x="7791" y="10452"/>
                    <a:pt x="8367" y="11089"/>
                    <a:pt x="9035" y="11589"/>
                  </a:cubicBezTo>
                  <a:cubicBezTo>
                    <a:pt x="8343" y="11321"/>
                    <a:pt x="7601" y="11179"/>
                    <a:pt x="6845" y="11179"/>
                  </a:cubicBezTo>
                  <a:cubicBezTo>
                    <a:pt x="6115" y="11179"/>
                    <a:pt x="5372" y="11312"/>
                    <a:pt x="4649" y="11594"/>
                  </a:cubicBezTo>
                  <a:cubicBezTo>
                    <a:pt x="1538" y="12807"/>
                    <a:pt x="0" y="16313"/>
                    <a:pt x="1215" y="19425"/>
                  </a:cubicBezTo>
                  <a:cubicBezTo>
                    <a:pt x="2146" y="21815"/>
                    <a:pt x="4430" y="23276"/>
                    <a:pt x="6848" y="23276"/>
                  </a:cubicBezTo>
                  <a:cubicBezTo>
                    <a:pt x="7579" y="23276"/>
                    <a:pt x="8322" y="23143"/>
                    <a:pt x="9044" y="22861"/>
                  </a:cubicBezTo>
                  <a:cubicBezTo>
                    <a:pt x="10861" y="22153"/>
                    <a:pt x="12141" y="20661"/>
                    <a:pt x="12649" y="18924"/>
                  </a:cubicBezTo>
                  <a:cubicBezTo>
                    <a:pt x="13707" y="20951"/>
                    <a:pt x="15800" y="22167"/>
                    <a:pt x="18005" y="22167"/>
                  </a:cubicBezTo>
                  <a:cubicBezTo>
                    <a:pt x="18734" y="22167"/>
                    <a:pt x="19475" y="22034"/>
                    <a:pt x="20195" y="21754"/>
                  </a:cubicBezTo>
                  <a:cubicBezTo>
                    <a:pt x="23304" y="20541"/>
                    <a:pt x="24841" y="17042"/>
                    <a:pt x="23628" y="13934"/>
                  </a:cubicBezTo>
                  <a:cubicBezTo>
                    <a:pt x="22728" y="11623"/>
                    <a:pt x="20560" y="10184"/>
                    <a:pt x="18232" y="10095"/>
                  </a:cubicBezTo>
                  <a:cubicBezTo>
                    <a:pt x="19395" y="8394"/>
                    <a:pt x="19728" y="6167"/>
                    <a:pt x="18922" y="4102"/>
                  </a:cubicBezTo>
                  <a:cubicBezTo>
                    <a:pt x="17931" y="1559"/>
                    <a:pt x="15497" y="1"/>
                    <a:pt x="129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30"/>
            <p:cNvSpPr/>
            <p:nvPr/>
          </p:nvSpPr>
          <p:spPr>
            <a:xfrm rot="-508132">
              <a:off x="7406422" y="3225707"/>
              <a:ext cx="415501" cy="609476"/>
            </a:xfrm>
            <a:custGeom>
              <a:avLst/>
              <a:gdLst/>
              <a:ahLst/>
              <a:cxnLst/>
              <a:rect l="l" t="t" r="r" b="b"/>
              <a:pathLst>
                <a:path w="10496" h="15396" extrusionOk="0">
                  <a:moveTo>
                    <a:pt x="7560" y="0"/>
                  </a:moveTo>
                  <a:cubicBezTo>
                    <a:pt x="7501" y="0"/>
                    <a:pt x="7442" y="6"/>
                    <a:pt x="7382" y="18"/>
                  </a:cubicBezTo>
                  <a:cubicBezTo>
                    <a:pt x="4911" y="497"/>
                    <a:pt x="3982" y="3780"/>
                    <a:pt x="3982" y="3780"/>
                  </a:cubicBezTo>
                  <a:cubicBezTo>
                    <a:pt x="3934" y="3279"/>
                    <a:pt x="3795" y="2902"/>
                    <a:pt x="3624" y="2623"/>
                  </a:cubicBezTo>
                  <a:cubicBezTo>
                    <a:pt x="3456" y="2346"/>
                    <a:pt x="3171" y="2212"/>
                    <a:pt x="2883" y="2212"/>
                  </a:cubicBezTo>
                  <a:cubicBezTo>
                    <a:pt x="2558" y="2212"/>
                    <a:pt x="2229" y="2382"/>
                    <a:pt x="2060" y="2708"/>
                  </a:cubicBezTo>
                  <a:cubicBezTo>
                    <a:pt x="774" y="5181"/>
                    <a:pt x="2196" y="8258"/>
                    <a:pt x="2196" y="8258"/>
                  </a:cubicBezTo>
                  <a:cubicBezTo>
                    <a:pt x="1909" y="7690"/>
                    <a:pt x="1520" y="7392"/>
                    <a:pt x="1147" y="7239"/>
                  </a:cubicBezTo>
                  <a:cubicBezTo>
                    <a:pt x="1053" y="7200"/>
                    <a:pt x="957" y="7182"/>
                    <a:pt x="864" y="7182"/>
                  </a:cubicBezTo>
                  <a:cubicBezTo>
                    <a:pt x="398" y="7182"/>
                    <a:pt x="0" y="7629"/>
                    <a:pt x="133" y="8125"/>
                  </a:cubicBezTo>
                  <a:cubicBezTo>
                    <a:pt x="1586" y="13615"/>
                    <a:pt x="6085" y="15396"/>
                    <a:pt x="6085" y="15396"/>
                  </a:cubicBezTo>
                  <a:cubicBezTo>
                    <a:pt x="5846" y="14365"/>
                    <a:pt x="6239" y="13573"/>
                    <a:pt x="6642" y="13071"/>
                  </a:cubicBezTo>
                  <a:cubicBezTo>
                    <a:pt x="6913" y="12732"/>
                    <a:pt x="7264" y="12472"/>
                    <a:pt x="7642" y="12262"/>
                  </a:cubicBezTo>
                  <a:cubicBezTo>
                    <a:pt x="8889" y="11565"/>
                    <a:pt x="9593" y="10786"/>
                    <a:pt x="9989" y="10176"/>
                  </a:cubicBezTo>
                  <a:cubicBezTo>
                    <a:pt x="10435" y="9486"/>
                    <a:pt x="10032" y="8536"/>
                    <a:pt x="9219" y="8417"/>
                  </a:cubicBezTo>
                  <a:cubicBezTo>
                    <a:pt x="9100" y="8400"/>
                    <a:pt x="8980" y="8392"/>
                    <a:pt x="8862" y="8392"/>
                  </a:cubicBezTo>
                  <a:cubicBezTo>
                    <a:pt x="8533" y="8392"/>
                    <a:pt x="8215" y="8452"/>
                    <a:pt x="7937" y="8531"/>
                  </a:cubicBezTo>
                  <a:lnTo>
                    <a:pt x="7937" y="8531"/>
                  </a:lnTo>
                  <a:cubicBezTo>
                    <a:pt x="9254" y="7794"/>
                    <a:pt x="9933" y="6448"/>
                    <a:pt x="10265" y="5495"/>
                  </a:cubicBezTo>
                  <a:cubicBezTo>
                    <a:pt x="10496" y="4833"/>
                    <a:pt x="9986" y="4189"/>
                    <a:pt x="9336" y="4189"/>
                  </a:cubicBezTo>
                  <a:cubicBezTo>
                    <a:pt x="9250" y="4189"/>
                    <a:pt x="9163" y="4200"/>
                    <a:pt x="9074" y="4223"/>
                  </a:cubicBezTo>
                  <a:cubicBezTo>
                    <a:pt x="8321" y="4423"/>
                    <a:pt x="7677" y="4898"/>
                    <a:pt x="7677" y="4898"/>
                  </a:cubicBezTo>
                  <a:cubicBezTo>
                    <a:pt x="8668" y="3561"/>
                    <a:pt x="8610" y="1789"/>
                    <a:pt x="8467" y="776"/>
                  </a:cubicBezTo>
                  <a:cubicBezTo>
                    <a:pt x="8403" y="319"/>
                    <a:pt x="8005" y="0"/>
                    <a:pt x="7560" y="0"/>
                  </a:cubicBezTo>
                  <a:close/>
                </a:path>
              </a:pathLst>
            </a:custGeom>
            <a:solidFill>
              <a:srgbClr val="00BB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30"/>
            <p:cNvSpPr/>
            <p:nvPr/>
          </p:nvSpPr>
          <p:spPr>
            <a:xfrm rot="-508132">
              <a:off x="8101288" y="3770097"/>
              <a:ext cx="58469" cy="56569"/>
            </a:xfrm>
            <a:custGeom>
              <a:avLst/>
              <a:gdLst/>
              <a:ahLst/>
              <a:cxnLst/>
              <a:rect l="l" t="t" r="r" b="b"/>
              <a:pathLst>
                <a:path w="1477" h="1429" extrusionOk="0">
                  <a:moveTo>
                    <a:pt x="955" y="0"/>
                  </a:moveTo>
                  <a:cubicBezTo>
                    <a:pt x="820" y="0"/>
                    <a:pt x="685" y="59"/>
                    <a:pt x="594" y="172"/>
                  </a:cubicBezTo>
                  <a:cubicBezTo>
                    <a:pt x="461" y="336"/>
                    <a:pt x="322" y="492"/>
                    <a:pt x="181" y="637"/>
                  </a:cubicBezTo>
                  <a:cubicBezTo>
                    <a:pt x="0" y="820"/>
                    <a:pt x="4" y="1116"/>
                    <a:pt x="187" y="1295"/>
                  </a:cubicBezTo>
                  <a:cubicBezTo>
                    <a:pt x="279" y="1383"/>
                    <a:pt x="396" y="1428"/>
                    <a:pt x="513" y="1428"/>
                  </a:cubicBezTo>
                  <a:cubicBezTo>
                    <a:pt x="635" y="1428"/>
                    <a:pt x="754" y="1382"/>
                    <a:pt x="844" y="1288"/>
                  </a:cubicBezTo>
                  <a:cubicBezTo>
                    <a:pt x="1006" y="1123"/>
                    <a:pt x="1163" y="945"/>
                    <a:pt x="1315" y="758"/>
                  </a:cubicBezTo>
                  <a:cubicBezTo>
                    <a:pt x="1477" y="558"/>
                    <a:pt x="1448" y="266"/>
                    <a:pt x="1248" y="104"/>
                  </a:cubicBezTo>
                  <a:cubicBezTo>
                    <a:pt x="1162" y="34"/>
                    <a:pt x="1058" y="0"/>
                    <a:pt x="9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30"/>
            <p:cNvSpPr/>
            <p:nvPr/>
          </p:nvSpPr>
          <p:spPr>
            <a:xfrm rot="-508132">
              <a:off x="7953441" y="3845075"/>
              <a:ext cx="149756" cy="64883"/>
            </a:xfrm>
            <a:custGeom>
              <a:avLst/>
              <a:gdLst/>
              <a:ahLst/>
              <a:cxnLst/>
              <a:rect l="l" t="t" r="r" b="b"/>
              <a:pathLst>
                <a:path w="3783" h="1639" extrusionOk="0">
                  <a:moveTo>
                    <a:pt x="3250" y="0"/>
                  </a:moveTo>
                  <a:cubicBezTo>
                    <a:pt x="3170" y="0"/>
                    <a:pt x="3089" y="21"/>
                    <a:pt x="3016" y="64"/>
                  </a:cubicBezTo>
                  <a:cubicBezTo>
                    <a:pt x="2048" y="632"/>
                    <a:pt x="1174" y="707"/>
                    <a:pt x="779" y="707"/>
                  </a:cubicBezTo>
                  <a:cubicBezTo>
                    <a:pt x="643" y="707"/>
                    <a:pt x="564" y="698"/>
                    <a:pt x="558" y="698"/>
                  </a:cubicBezTo>
                  <a:cubicBezTo>
                    <a:pt x="537" y="695"/>
                    <a:pt x="517" y="694"/>
                    <a:pt x="496" y="694"/>
                  </a:cubicBezTo>
                  <a:cubicBezTo>
                    <a:pt x="266" y="694"/>
                    <a:pt x="68" y="863"/>
                    <a:pt x="36" y="1096"/>
                  </a:cubicBezTo>
                  <a:cubicBezTo>
                    <a:pt x="1" y="1350"/>
                    <a:pt x="178" y="1584"/>
                    <a:pt x="434" y="1620"/>
                  </a:cubicBezTo>
                  <a:cubicBezTo>
                    <a:pt x="451" y="1622"/>
                    <a:pt x="577" y="1638"/>
                    <a:pt x="788" y="1638"/>
                  </a:cubicBezTo>
                  <a:cubicBezTo>
                    <a:pt x="1311" y="1638"/>
                    <a:pt x="2346" y="1536"/>
                    <a:pt x="3487" y="866"/>
                  </a:cubicBezTo>
                  <a:cubicBezTo>
                    <a:pt x="3708" y="737"/>
                    <a:pt x="3783" y="451"/>
                    <a:pt x="3652" y="230"/>
                  </a:cubicBezTo>
                  <a:cubicBezTo>
                    <a:pt x="3566" y="82"/>
                    <a:pt x="3410" y="0"/>
                    <a:pt x="3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30"/>
            <p:cNvSpPr/>
            <p:nvPr/>
          </p:nvSpPr>
          <p:spPr>
            <a:xfrm rot="-508132">
              <a:off x="8321558" y="4138946"/>
              <a:ext cx="63062" cy="55896"/>
            </a:xfrm>
            <a:custGeom>
              <a:avLst/>
              <a:gdLst/>
              <a:ahLst/>
              <a:cxnLst/>
              <a:rect l="l" t="t" r="r" b="b"/>
              <a:pathLst>
                <a:path w="1593" h="1412" extrusionOk="0">
                  <a:moveTo>
                    <a:pt x="1077" y="0"/>
                  </a:moveTo>
                  <a:cubicBezTo>
                    <a:pt x="962" y="0"/>
                    <a:pt x="848" y="42"/>
                    <a:pt x="758" y="127"/>
                  </a:cubicBezTo>
                  <a:cubicBezTo>
                    <a:pt x="585" y="290"/>
                    <a:pt x="409" y="444"/>
                    <a:pt x="235" y="583"/>
                  </a:cubicBezTo>
                  <a:cubicBezTo>
                    <a:pt x="34" y="743"/>
                    <a:pt x="1" y="1036"/>
                    <a:pt x="161" y="1237"/>
                  </a:cubicBezTo>
                  <a:cubicBezTo>
                    <a:pt x="252" y="1352"/>
                    <a:pt x="389" y="1412"/>
                    <a:pt x="525" y="1412"/>
                  </a:cubicBezTo>
                  <a:cubicBezTo>
                    <a:pt x="626" y="1412"/>
                    <a:pt x="729" y="1378"/>
                    <a:pt x="813" y="1311"/>
                  </a:cubicBezTo>
                  <a:cubicBezTo>
                    <a:pt x="1009" y="1156"/>
                    <a:pt x="1206" y="986"/>
                    <a:pt x="1398" y="804"/>
                  </a:cubicBezTo>
                  <a:cubicBezTo>
                    <a:pt x="1584" y="628"/>
                    <a:pt x="1593" y="332"/>
                    <a:pt x="1416" y="147"/>
                  </a:cubicBezTo>
                  <a:cubicBezTo>
                    <a:pt x="1324" y="49"/>
                    <a:pt x="1200" y="0"/>
                    <a:pt x="10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30"/>
            <p:cNvSpPr/>
            <p:nvPr/>
          </p:nvSpPr>
          <p:spPr>
            <a:xfrm rot="-508132">
              <a:off x="8139234" y="4214212"/>
              <a:ext cx="165789" cy="51265"/>
            </a:xfrm>
            <a:custGeom>
              <a:avLst/>
              <a:gdLst/>
              <a:ahLst/>
              <a:cxnLst/>
              <a:rect l="l" t="t" r="r" b="b"/>
              <a:pathLst>
                <a:path w="4188" h="1295" extrusionOk="0">
                  <a:moveTo>
                    <a:pt x="533" y="1"/>
                  </a:moveTo>
                  <a:cubicBezTo>
                    <a:pt x="375" y="1"/>
                    <a:pt x="220" y="81"/>
                    <a:pt x="133" y="227"/>
                  </a:cubicBezTo>
                  <a:cubicBezTo>
                    <a:pt x="1" y="447"/>
                    <a:pt x="72" y="733"/>
                    <a:pt x="293" y="864"/>
                  </a:cubicBezTo>
                  <a:cubicBezTo>
                    <a:pt x="335" y="889"/>
                    <a:pt x="1030" y="1294"/>
                    <a:pt x="2126" y="1294"/>
                  </a:cubicBezTo>
                  <a:cubicBezTo>
                    <a:pt x="2618" y="1294"/>
                    <a:pt x="3193" y="1212"/>
                    <a:pt x="3825" y="980"/>
                  </a:cubicBezTo>
                  <a:cubicBezTo>
                    <a:pt x="4065" y="889"/>
                    <a:pt x="4187" y="622"/>
                    <a:pt x="4099" y="381"/>
                  </a:cubicBezTo>
                  <a:cubicBezTo>
                    <a:pt x="4028" y="194"/>
                    <a:pt x="3850" y="78"/>
                    <a:pt x="3662" y="78"/>
                  </a:cubicBezTo>
                  <a:cubicBezTo>
                    <a:pt x="3608" y="78"/>
                    <a:pt x="3553" y="87"/>
                    <a:pt x="3500" y="107"/>
                  </a:cubicBezTo>
                  <a:cubicBezTo>
                    <a:pt x="2979" y="300"/>
                    <a:pt x="2513" y="366"/>
                    <a:pt x="2120" y="366"/>
                  </a:cubicBezTo>
                  <a:cubicBezTo>
                    <a:pt x="1305" y="366"/>
                    <a:pt x="801" y="84"/>
                    <a:pt x="768" y="65"/>
                  </a:cubicBezTo>
                  <a:cubicBezTo>
                    <a:pt x="694" y="21"/>
                    <a:pt x="613" y="1"/>
                    <a:pt x="5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30"/>
            <p:cNvSpPr/>
            <p:nvPr/>
          </p:nvSpPr>
          <p:spPr>
            <a:xfrm rot="-508132">
              <a:off x="7791964" y="4321591"/>
              <a:ext cx="69989" cy="42635"/>
            </a:xfrm>
            <a:custGeom>
              <a:avLst/>
              <a:gdLst/>
              <a:ahLst/>
              <a:cxnLst/>
              <a:rect l="l" t="t" r="r" b="b"/>
              <a:pathLst>
                <a:path w="1768" h="1077" extrusionOk="0">
                  <a:moveTo>
                    <a:pt x="1254" y="0"/>
                  </a:moveTo>
                  <a:cubicBezTo>
                    <a:pt x="1216" y="0"/>
                    <a:pt x="1177" y="5"/>
                    <a:pt x="1139" y="15"/>
                  </a:cubicBezTo>
                  <a:cubicBezTo>
                    <a:pt x="902" y="74"/>
                    <a:pt x="664" y="120"/>
                    <a:pt x="434" y="151"/>
                  </a:cubicBezTo>
                  <a:cubicBezTo>
                    <a:pt x="179" y="184"/>
                    <a:pt x="0" y="418"/>
                    <a:pt x="33" y="673"/>
                  </a:cubicBezTo>
                  <a:cubicBezTo>
                    <a:pt x="65" y="907"/>
                    <a:pt x="264" y="1077"/>
                    <a:pt x="495" y="1077"/>
                  </a:cubicBezTo>
                  <a:cubicBezTo>
                    <a:pt x="514" y="1077"/>
                    <a:pt x="535" y="1076"/>
                    <a:pt x="554" y="1074"/>
                  </a:cubicBezTo>
                  <a:cubicBezTo>
                    <a:pt x="821" y="1039"/>
                    <a:pt x="1095" y="985"/>
                    <a:pt x="1366" y="916"/>
                  </a:cubicBezTo>
                  <a:cubicBezTo>
                    <a:pt x="1617" y="853"/>
                    <a:pt x="1768" y="600"/>
                    <a:pt x="1704" y="351"/>
                  </a:cubicBezTo>
                  <a:cubicBezTo>
                    <a:pt x="1650" y="141"/>
                    <a:pt x="1461" y="0"/>
                    <a:pt x="12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30"/>
            <p:cNvSpPr/>
            <p:nvPr/>
          </p:nvSpPr>
          <p:spPr>
            <a:xfrm rot="-508132">
              <a:off x="7633962" y="4300830"/>
              <a:ext cx="134990" cy="81628"/>
            </a:xfrm>
            <a:custGeom>
              <a:avLst/>
              <a:gdLst/>
              <a:ahLst/>
              <a:cxnLst/>
              <a:rect l="l" t="t" r="r" b="b"/>
              <a:pathLst>
                <a:path w="3410" h="2062" extrusionOk="0">
                  <a:moveTo>
                    <a:pt x="518" y="1"/>
                  </a:moveTo>
                  <a:cubicBezTo>
                    <a:pt x="406" y="1"/>
                    <a:pt x="293" y="41"/>
                    <a:pt x="203" y="124"/>
                  </a:cubicBezTo>
                  <a:cubicBezTo>
                    <a:pt x="13" y="296"/>
                    <a:pt x="1" y="592"/>
                    <a:pt x="174" y="780"/>
                  </a:cubicBezTo>
                  <a:cubicBezTo>
                    <a:pt x="212" y="821"/>
                    <a:pt x="1125" y="1797"/>
                    <a:pt x="2842" y="2056"/>
                  </a:cubicBezTo>
                  <a:cubicBezTo>
                    <a:pt x="2865" y="2059"/>
                    <a:pt x="2890" y="2061"/>
                    <a:pt x="2912" y="2061"/>
                  </a:cubicBezTo>
                  <a:cubicBezTo>
                    <a:pt x="3138" y="2061"/>
                    <a:pt x="3337" y="1895"/>
                    <a:pt x="3372" y="1666"/>
                  </a:cubicBezTo>
                  <a:cubicBezTo>
                    <a:pt x="3410" y="1411"/>
                    <a:pt x="3235" y="1174"/>
                    <a:pt x="2981" y="1136"/>
                  </a:cubicBezTo>
                  <a:cubicBezTo>
                    <a:pt x="1611" y="930"/>
                    <a:pt x="873" y="164"/>
                    <a:pt x="858" y="149"/>
                  </a:cubicBezTo>
                  <a:cubicBezTo>
                    <a:pt x="767" y="51"/>
                    <a:pt x="643" y="1"/>
                    <a:pt x="5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30"/>
            <p:cNvSpPr/>
            <p:nvPr/>
          </p:nvSpPr>
          <p:spPr>
            <a:xfrm rot="-508132">
              <a:off x="7406383" y="3225713"/>
              <a:ext cx="415501" cy="609476"/>
            </a:xfrm>
            <a:custGeom>
              <a:avLst/>
              <a:gdLst/>
              <a:ahLst/>
              <a:cxnLst/>
              <a:rect l="l" t="t" r="r" b="b"/>
              <a:pathLst>
                <a:path w="10496" h="15396" extrusionOk="0">
                  <a:moveTo>
                    <a:pt x="7559" y="1"/>
                  </a:moveTo>
                  <a:cubicBezTo>
                    <a:pt x="7501" y="1"/>
                    <a:pt x="7441" y="6"/>
                    <a:pt x="7382" y="18"/>
                  </a:cubicBezTo>
                  <a:cubicBezTo>
                    <a:pt x="4912" y="497"/>
                    <a:pt x="3981" y="3780"/>
                    <a:pt x="3981" y="3780"/>
                  </a:cubicBezTo>
                  <a:cubicBezTo>
                    <a:pt x="3935" y="3279"/>
                    <a:pt x="3796" y="2903"/>
                    <a:pt x="3624" y="2623"/>
                  </a:cubicBezTo>
                  <a:cubicBezTo>
                    <a:pt x="3455" y="2345"/>
                    <a:pt x="3170" y="2212"/>
                    <a:pt x="2882" y="2212"/>
                  </a:cubicBezTo>
                  <a:cubicBezTo>
                    <a:pt x="2557" y="2212"/>
                    <a:pt x="2229" y="2382"/>
                    <a:pt x="2060" y="2708"/>
                  </a:cubicBezTo>
                  <a:cubicBezTo>
                    <a:pt x="773" y="5181"/>
                    <a:pt x="2195" y="8258"/>
                    <a:pt x="2195" y="8258"/>
                  </a:cubicBezTo>
                  <a:cubicBezTo>
                    <a:pt x="1909" y="7690"/>
                    <a:pt x="1521" y="7392"/>
                    <a:pt x="1147" y="7239"/>
                  </a:cubicBezTo>
                  <a:cubicBezTo>
                    <a:pt x="1052" y="7200"/>
                    <a:pt x="957" y="7182"/>
                    <a:pt x="864" y="7182"/>
                  </a:cubicBezTo>
                  <a:cubicBezTo>
                    <a:pt x="397" y="7182"/>
                    <a:pt x="0" y="7628"/>
                    <a:pt x="131" y="8125"/>
                  </a:cubicBezTo>
                  <a:cubicBezTo>
                    <a:pt x="1585" y="13615"/>
                    <a:pt x="6084" y="15396"/>
                    <a:pt x="6084" y="15396"/>
                  </a:cubicBezTo>
                  <a:cubicBezTo>
                    <a:pt x="5846" y="14365"/>
                    <a:pt x="6238" y="13574"/>
                    <a:pt x="6640" y="13072"/>
                  </a:cubicBezTo>
                  <a:cubicBezTo>
                    <a:pt x="6909" y="12733"/>
                    <a:pt x="7263" y="12473"/>
                    <a:pt x="7640" y="12263"/>
                  </a:cubicBezTo>
                  <a:cubicBezTo>
                    <a:pt x="8887" y="11566"/>
                    <a:pt x="9592" y="10787"/>
                    <a:pt x="9987" y="10177"/>
                  </a:cubicBezTo>
                  <a:cubicBezTo>
                    <a:pt x="10433" y="9489"/>
                    <a:pt x="10030" y="8538"/>
                    <a:pt x="9217" y="8418"/>
                  </a:cubicBezTo>
                  <a:cubicBezTo>
                    <a:pt x="9098" y="8401"/>
                    <a:pt x="8980" y="8393"/>
                    <a:pt x="8862" y="8393"/>
                  </a:cubicBezTo>
                  <a:cubicBezTo>
                    <a:pt x="8526" y="8393"/>
                    <a:pt x="8201" y="8457"/>
                    <a:pt x="7920" y="8538"/>
                  </a:cubicBezTo>
                  <a:cubicBezTo>
                    <a:pt x="9245" y="7803"/>
                    <a:pt x="9930" y="6454"/>
                    <a:pt x="10265" y="5496"/>
                  </a:cubicBezTo>
                  <a:cubicBezTo>
                    <a:pt x="10496" y="4833"/>
                    <a:pt x="9986" y="4189"/>
                    <a:pt x="9336" y="4189"/>
                  </a:cubicBezTo>
                  <a:cubicBezTo>
                    <a:pt x="9250" y="4189"/>
                    <a:pt x="9162" y="4200"/>
                    <a:pt x="9074" y="4223"/>
                  </a:cubicBezTo>
                  <a:cubicBezTo>
                    <a:pt x="8321" y="4423"/>
                    <a:pt x="7677" y="4898"/>
                    <a:pt x="7677" y="4898"/>
                  </a:cubicBezTo>
                  <a:cubicBezTo>
                    <a:pt x="8669" y="3563"/>
                    <a:pt x="8611" y="1789"/>
                    <a:pt x="8466" y="776"/>
                  </a:cubicBezTo>
                  <a:cubicBezTo>
                    <a:pt x="8403" y="318"/>
                    <a:pt x="8005" y="1"/>
                    <a:pt x="75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30"/>
            <p:cNvSpPr/>
            <p:nvPr/>
          </p:nvSpPr>
          <p:spPr>
            <a:xfrm rot="-508132">
              <a:off x="7965638" y="3747207"/>
              <a:ext cx="554965" cy="600886"/>
            </a:xfrm>
            <a:custGeom>
              <a:avLst/>
              <a:gdLst/>
              <a:ahLst/>
              <a:cxnLst/>
              <a:rect l="l" t="t" r="r" b="b"/>
              <a:pathLst>
                <a:path w="14019" h="15179" extrusionOk="0">
                  <a:moveTo>
                    <a:pt x="8960" y="0"/>
                  </a:moveTo>
                  <a:cubicBezTo>
                    <a:pt x="8784" y="0"/>
                    <a:pt x="8615" y="100"/>
                    <a:pt x="8536" y="271"/>
                  </a:cubicBezTo>
                  <a:cubicBezTo>
                    <a:pt x="8428" y="504"/>
                    <a:pt x="8531" y="780"/>
                    <a:pt x="8764" y="888"/>
                  </a:cubicBezTo>
                  <a:cubicBezTo>
                    <a:pt x="10429" y="1656"/>
                    <a:pt x="11711" y="3017"/>
                    <a:pt x="12377" y="4725"/>
                  </a:cubicBezTo>
                  <a:cubicBezTo>
                    <a:pt x="13061" y="6482"/>
                    <a:pt x="13020" y="8403"/>
                    <a:pt x="12261" y="10134"/>
                  </a:cubicBezTo>
                  <a:cubicBezTo>
                    <a:pt x="11502" y="11865"/>
                    <a:pt x="10116" y="13196"/>
                    <a:pt x="8362" y="13880"/>
                  </a:cubicBezTo>
                  <a:cubicBezTo>
                    <a:pt x="7729" y="14127"/>
                    <a:pt x="6945" y="14251"/>
                    <a:pt x="6114" y="14251"/>
                  </a:cubicBezTo>
                  <a:cubicBezTo>
                    <a:pt x="4201" y="14251"/>
                    <a:pt x="2035" y="13594"/>
                    <a:pt x="869" y="12269"/>
                  </a:cubicBezTo>
                  <a:cubicBezTo>
                    <a:pt x="777" y="12165"/>
                    <a:pt x="648" y="12111"/>
                    <a:pt x="519" y="12111"/>
                  </a:cubicBezTo>
                  <a:cubicBezTo>
                    <a:pt x="410" y="12111"/>
                    <a:pt x="300" y="12149"/>
                    <a:pt x="212" y="12227"/>
                  </a:cubicBezTo>
                  <a:cubicBezTo>
                    <a:pt x="20" y="12398"/>
                    <a:pt x="1" y="12691"/>
                    <a:pt x="171" y="12884"/>
                  </a:cubicBezTo>
                  <a:cubicBezTo>
                    <a:pt x="1525" y="14423"/>
                    <a:pt x="3952" y="15179"/>
                    <a:pt x="6118" y="15179"/>
                  </a:cubicBezTo>
                  <a:cubicBezTo>
                    <a:pt x="7065" y="15179"/>
                    <a:pt x="7964" y="15035"/>
                    <a:pt x="8699" y="14746"/>
                  </a:cubicBezTo>
                  <a:cubicBezTo>
                    <a:pt x="10687" y="13972"/>
                    <a:pt x="12255" y="12465"/>
                    <a:pt x="13114" y="10507"/>
                  </a:cubicBezTo>
                  <a:cubicBezTo>
                    <a:pt x="13973" y="8548"/>
                    <a:pt x="14019" y="6375"/>
                    <a:pt x="13244" y="4386"/>
                  </a:cubicBezTo>
                  <a:cubicBezTo>
                    <a:pt x="12490" y="2454"/>
                    <a:pt x="11038" y="912"/>
                    <a:pt x="9154" y="42"/>
                  </a:cubicBezTo>
                  <a:cubicBezTo>
                    <a:pt x="9091" y="14"/>
                    <a:pt x="9025" y="0"/>
                    <a:pt x="89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30"/>
            <p:cNvSpPr/>
            <p:nvPr/>
          </p:nvSpPr>
          <p:spPr>
            <a:xfrm rot="-508132">
              <a:off x="7672222" y="3363154"/>
              <a:ext cx="586120" cy="626855"/>
            </a:xfrm>
            <a:custGeom>
              <a:avLst/>
              <a:gdLst/>
              <a:ahLst/>
              <a:cxnLst/>
              <a:rect l="l" t="t" r="r" b="b"/>
              <a:pathLst>
                <a:path w="14806" h="15835" extrusionOk="0">
                  <a:moveTo>
                    <a:pt x="6704" y="1"/>
                  </a:moveTo>
                  <a:cubicBezTo>
                    <a:pt x="6517" y="1"/>
                    <a:pt x="6328" y="7"/>
                    <a:pt x="6139" y="20"/>
                  </a:cubicBezTo>
                  <a:cubicBezTo>
                    <a:pt x="5883" y="39"/>
                    <a:pt x="5690" y="261"/>
                    <a:pt x="5708" y="516"/>
                  </a:cubicBezTo>
                  <a:cubicBezTo>
                    <a:pt x="5724" y="763"/>
                    <a:pt x="5935" y="949"/>
                    <a:pt x="6176" y="949"/>
                  </a:cubicBezTo>
                  <a:cubicBezTo>
                    <a:pt x="6185" y="949"/>
                    <a:pt x="6194" y="948"/>
                    <a:pt x="6204" y="948"/>
                  </a:cubicBezTo>
                  <a:cubicBezTo>
                    <a:pt x="6373" y="936"/>
                    <a:pt x="6541" y="930"/>
                    <a:pt x="6708" y="930"/>
                  </a:cubicBezTo>
                  <a:cubicBezTo>
                    <a:pt x="9584" y="930"/>
                    <a:pt x="12154" y="2669"/>
                    <a:pt x="13211" y="5379"/>
                  </a:cubicBezTo>
                  <a:cubicBezTo>
                    <a:pt x="13853" y="7027"/>
                    <a:pt x="13847" y="8840"/>
                    <a:pt x="13193" y="10484"/>
                  </a:cubicBezTo>
                  <a:cubicBezTo>
                    <a:pt x="12481" y="12286"/>
                    <a:pt x="11040" y="13724"/>
                    <a:pt x="9239" y="14426"/>
                  </a:cubicBezTo>
                  <a:cubicBezTo>
                    <a:pt x="8684" y="14643"/>
                    <a:pt x="8107" y="14787"/>
                    <a:pt x="7523" y="14856"/>
                  </a:cubicBezTo>
                  <a:cubicBezTo>
                    <a:pt x="7254" y="14887"/>
                    <a:pt x="6985" y="14903"/>
                    <a:pt x="6716" y="14903"/>
                  </a:cubicBezTo>
                  <a:cubicBezTo>
                    <a:pt x="5664" y="14903"/>
                    <a:pt x="4620" y="14665"/>
                    <a:pt x="3658" y="14199"/>
                  </a:cubicBezTo>
                  <a:cubicBezTo>
                    <a:pt x="2548" y="13664"/>
                    <a:pt x="1599" y="12845"/>
                    <a:pt x="914" y="11829"/>
                  </a:cubicBezTo>
                  <a:cubicBezTo>
                    <a:pt x="824" y="11696"/>
                    <a:pt x="677" y="11625"/>
                    <a:pt x="528" y="11625"/>
                  </a:cubicBezTo>
                  <a:cubicBezTo>
                    <a:pt x="439" y="11625"/>
                    <a:pt x="348" y="11651"/>
                    <a:pt x="268" y="11704"/>
                  </a:cubicBezTo>
                  <a:cubicBezTo>
                    <a:pt x="56" y="11848"/>
                    <a:pt x="1" y="12136"/>
                    <a:pt x="143" y="12350"/>
                  </a:cubicBezTo>
                  <a:cubicBezTo>
                    <a:pt x="919" y="13501"/>
                    <a:pt x="1996" y="14431"/>
                    <a:pt x="3253" y="15037"/>
                  </a:cubicBezTo>
                  <a:cubicBezTo>
                    <a:pt x="4339" y="15565"/>
                    <a:pt x="5519" y="15834"/>
                    <a:pt x="6709" y="15834"/>
                  </a:cubicBezTo>
                  <a:cubicBezTo>
                    <a:pt x="7017" y="15834"/>
                    <a:pt x="7324" y="15816"/>
                    <a:pt x="7631" y="15779"/>
                  </a:cubicBezTo>
                  <a:cubicBezTo>
                    <a:pt x="8295" y="15703"/>
                    <a:pt x="8949" y="15538"/>
                    <a:pt x="9578" y="15293"/>
                  </a:cubicBezTo>
                  <a:cubicBezTo>
                    <a:pt x="11618" y="14496"/>
                    <a:pt x="13252" y="12869"/>
                    <a:pt x="14059" y="10826"/>
                  </a:cubicBezTo>
                  <a:cubicBezTo>
                    <a:pt x="14800" y="8964"/>
                    <a:pt x="14805" y="6909"/>
                    <a:pt x="14077" y="5040"/>
                  </a:cubicBezTo>
                  <a:cubicBezTo>
                    <a:pt x="12879" y="1970"/>
                    <a:pt x="9961" y="1"/>
                    <a:pt x="67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30"/>
            <p:cNvSpPr/>
            <p:nvPr/>
          </p:nvSpPr>
          <p:spPr>
            <a:xfrm rot="-508132">
              <a:off x="7330887" y="3155365"/>
              <a:ext cx="562289" cy="750959"/>
            </a:xfrm>
            <a:custGeom>
              <a:avLst/>
              <a:gdLst/>
              <a:ahLst/>
              <a:cxnLst/>
              <a:rect l="l" t="t" r="r" b="b"/>
              <a:pathLst>
                <a:path w="14204" h="18970" extrusionOk="0">
                  <a:moveTo>
                    <a:pt x="9464" y="930"/>
                  </a:moveTo>
                  <a:cubicBezTo>
                    <a:pt x="9833" y="930"/>
                    <a:pt x="10200" y="1044"/>
                    <a:pt x="10506" y="1263"/>
                  </a:cubicBezTo>
                  <a:cubicBezTo>
                    <a:pt x="10896" y="1539"/>
                    <a:pt x="11157" y="1969"/>
                    <a:pt x="11223" y="2441"/>
                  </a:cubicBezTo>
                  <a:cubicBezTo>
                    <a:pt x="11296" y="2962"/>
                    <a:pt x="11361" y="3765"/>
                    <a:pt x="11250" y="4643"/>
                  </a:cubicBezTo>
                  <a:cubicBezTo>
                    <a:pt x="11220" y="4885"/>
                    <a:pt x="11378" y="5107"/>
                    <a:pt x="11616" y="5156"/>
                  </a:cubicBezTo>
                  <a:cubicBezTo>
                    <a:pt x="11996" y="5236"/>
                    <a:pt x="12333" y="5427"/>
                    <a:pt x="12595" y="5712"/>
                  </a:cubicBezTo>
                  <a:cubicBezTo>
                    <a:pt x="13060" y="6212"/>
                    <a:pt x="13207" y="6924"/>
                    <a:pt x="12983" y="7567"/>
                  </a:cubicBezTo>
                  <a:lnTo>
                    <a:pt x="12983" y="7568"/>
                  </a:lnTo>
                  <a:cubicBezTo>
                    <a:pt x="12887" y="7843"/>
                    <a:pt x="12777" y="8115"/>
                    <a:pt x="12654" y="8374"/>
                  </a:cubicBezTo>
                  <a:cubicBezTo>
                    <a:pt x="12519" y="8662"/>
                    <a:pt x="12360" y="8950"/>
                    <a:pt x="12181" y="9226"/>
                  </a:cubicBezTo>
                  <a:cubicBezTo>
                    <a:pt x="12057" y="9419"/>
                    <a:pt x="12090" y="9674"/>
                    <a:pt x="12262" y="9826"/>
                  </a:cubicBezTo>
                  <a:cubicBezTo>
                    <a:pt x="12473" y="10015"/>
                    <a:pt x="12640" y="10241"/>
                    <a:pt x="12757" y="10500"/>
                  </a:cubicBezTo>
                  <a:cubicBezTo>
                    <a:pt x="13044" y="11131"/>
                    <a:pt x="12990" y="11853"/>
                    <a:pt x="12614" y="12434"/>
                  </a:cubicBezTo>
                  <a:cubicBezTo>
                    <a:pt x="12014" y="13359"/>
                    <a:pt x="11123" y="14156"/>
                    <a:pt x="9966" y="14801"/>
                  </a:cubicBezTo>
                  <a:cubicBezTo>
                    <a:pt x="9632" y="14986"/>
                    <a:pt x="9389" y="15181"/>
                    <a:pt x="9219" y="15395"/>
                  </a:cubicBezTo>
                  <a:cubicBezTo>
                    <a:pt x="8633" y="16128"/>
                    <a:pt x="8781" y="16775"/>
                    <a:pt x="8830" y="16988"/>
                  </a:cubicBezTo>
                  <a:cubicBezTo>
                    <a:pt x="8896" y="17278"/>
                    <a:pt x="8814" y="17574"/>
                    <a:pt x="8602" y="17786"/>
                  </a:cubicBezTo>
                  <a:cubicBezTo>
                    <a:pt x="8585" y="17802"/>
                    <a:pt x="8569" y="17817"/>
                    <a:pt x="8553" y="17831"/>
                  </a:cubicBezTo>
                  <a:cubicBezTo>
                    <a:pt x="8500" y="17876"/>
                    <a:pt x="8440" y="17917"/>
                    <a:pt x="8380" y="17946"/>
                  </a:cubicBezTo>
                  <a:cubicBezTo>
                    <a:pt x="8258" y="18009"/>
                    <a:pt x="8123" y="18040"/>
                    <a:pt x="7989" y="18040"/>
                  </a:cubicBezTo>
                  <a:cubicBezTo>
                    <a:pt x="7883" y="18040"/>
                    <a:pt x="7776" y="18020"/>
                    <a:pt x="7675" y="17980"/>
                  </a:cubicBezTo>
                  <a:cubicBezTo>
                    <a:pt x="7476" y="17899"/>
                    <a:pt x="2750" y="15945"/>
                    <a:pt x="1209" y="10128"/>
                  </a:cubicBezTo>
                  <a:cubicBezTo>
                    <a:pt x="1013" y="9390"/>
                    <a:pt x="1358" y="8632"/>
                    <a:pt x="2045" y="8284"/>
                  </a:cubicBezTo>
                  <a:cubicBezTo>
                    <a:pt x="2130" y="8241"/>
                    <a:pt x="2213" y="8207"/>
                    <a:pt x="2292" y="8182"/>
                  </a:cubicBezTo>
                  <a:cubicBezTo>
                    <a:pt x="2503" y="8117"/>
                    <a:pt x="2640" y="7911"/>
                    <a:pt x="2616" y="7691"/>
                  </a:cubicBezTo>
                  <a:cubicBezTo>
                    <a:pt x="2476" y="6326"/>
                    <a:pt x="2676" y="5119"/>
                    <a:pt x="3207" y="4097"/>
                  </a:cubicBezTo>
                  <a:cubicBezTo>
                    <a:pt x="3379" y="3766"/>
                    <a:pt x="3645" y="3502"/>
                    <a:pt x="3979" y="3333"/>
                  </a:cubicBezTo>
                  <a:cubicBezTo>
                    <a:pt x="4239" y="3200"/>
                    <a:pt x="4519" y="3134"/>
                    <a:pt x="4798" y="3134"/>
                  </a:cubicBezTo>
                  <a:cubicBezTo>
                    <a:pt x="5048" y="3134"/>
                    <a:pt x="5296" y="3187"/>
                    <a:pt x="5527" y="3295"/>
                  </a:cubicBezTo>
                  <a:cubicBezTo>
                    <a:pt x="5589" y="3324"/>
                    <a:pt x="5656" y="3338"/>
                    <a:pt x="5721" y="3338"/>
                  </a:cubicBezTo>
                  <a:cubicBezTo>
                    <a:pt x="5870" y="3338"/>
                    <a:pt x="6016" y="3266"/>
                    <a:pt x="6105" y="3135"/>
                  </a:cubicBezTo>
                  <a:cubicBezTo>
                    <a:pt x="6674" y="2305"/>
                    <a:pt x="7335" y="1696"/>
                    <a:pt x="8074" y="1323"/>
                  </a:cubicBezTo>
                  <a:cubicBezTo>
                    <a:pt x="8406" y="1154"/>
                    <a:pt x="8759" y="1033"/>
                    <a:pt x="9126" y="962"/>
                  </a:cubicBezTo>
                  <a:cubicBezTo>
                    <a:pt x="9238" y="941"/>
                    <a:pt x="9351" y="930"/>
                    <a:pt x="9464" y="930"/>
                  </a:cubicBezTo>
                  <a:close/>
                  <a:moveTo>
                    <a:pt x="9467" y="0"/>
                  </a:moveTo>
                  <a:cubicBezTo>
                    <a:pt x="9294" y="0"/>
                    <a:pt x="9122" y="17"/>
                    <a:pt x="8951" y="50"/>
                  </a:cubicBezTo>
                  <a:cubicBezTo>
                    <a:pt x="8499" y="136"/>
                    <a:pt x="8063" y="286"/>
                    <a:pt x="7656" y="493"/>
                  </a:cubicBezTo>
                  <a:cubicBezTo>
                    <a:pt x="6870" y="890"/>
                    <a:pt x="6163" y="1502"/>
                    <a:pt x="5553" y="2314"/>
                  </a:cubicBezTo>
                  <a:cubicBezTo>
                    <a:pt x="5306" y="2241"/>
                    <a:pt x="5052" y="2204"/>
                    <a:pt x="4797" y="2204"/>
                  </a:cubicBezTo>
                  <a:cubicBezTo>
                    <a:pt x="4375" y="2204"/>
                    <a:pt x="3951" y="2304"/>
                    <a:pt x="3558" y="2503"/>
                  </a:cubicBezTo>
                  <a:cubicBezTo>
                    <a:pt x="3049" y="2762"/>
                    <a:pt x="2642" y="3166"/>
                    <a:pt x="2380" y="3668"/>
                  </a:cubicBezTo>
                  <a:cubicBezTo>
                    <a:pt x="1811" y="4763"/>
                    <a:pt x="1569" y="6030"/>
                    <a:pt x="1661" y="7436"/>
                  </a:cubicBezTo>
                  <a:lnTo>
                    <a:pt x="1628" y="7452"/>
                  </a:lnTo>
                  <a:cubicBezTo>
                    <a:pt x="540" y="8001"/>
                    <a:pt x="0" y="9200"/>
                    <a:pt x="312" y="10366"/>
                  </a:cubicBezTo>
                  <a:cubicBezTo>
                    <a:pt x="1971" y="16629"/>
                    <a:pt x="7113" y="18755"/>
                    <a:pt x="7332" y="18843"/>
                  </a:cubicBezTo>
                  <a:cubicBezTo>
                    <a:pt x="7544" y="18928"/>
                    <a:pt x="7767" y="18970"/>
                    <a:pt x="7991" y="18970"/>
                  </a:cubicBezTo>
                  <a:cubicBezTo>
                    <a:pt x="8269" y="18970"/>
                    <a:pt x="8548" y="18904"/>
                    <a:pt x="8805" y="18778"/>
                  </a:cubicBezTo>
                  <a:cubicBezTo>
                    <a:pt x="8933" y="18713"/>
                    <a:pt x="9052" y="18632"/>
                    <a:pt x="9164" y="18537"/>
                  </a:cubicBezTo>
                  <a:cubicBezTo>
                    <a:pt x="9204" y="18502"/>
                    <a:pt x="9241" y="18468"/>
                    <a:pt x="9270" y="18437"/>
                  </a:cubicBezTo>
                  <a:cubicBezTo>
                    <a:pt x="9702" y="18005"/>
                    <a:pt x="9877" y="17386"/>
                    <a:pt x="9739" y="16782"/>
                  </a:cubicBezTo>
                  <a:cubicBezTo>
                    <a:pt x="9690" y="16562"/>
                    <a:pt x="9680" y="16313"/>
                    <a:pt x="9950" y="15976"/>
                  </a:cubicBezTo>
                  <a:cubicBezTo>
                    <a:pt x="10044" y="15858"/>
                    <a:pt x="10200" y="15739"/>
                    <a:pt x="10423" y="15613"/>
                  </a:cubicBezTo>
                  <a:cubicBezTo>
                    <a:pt x="11712" y="14893"/>
                    <a:pt x="12714" y="13994"/>
                    <a:pt x="13398" y="12938"/>
                  </a:cubicBezTo>
                  <a:cubicBezTo>
                    <a:pt x="13947" y="12092"/>
                    <a:pt x="14025" y="11037"/>
                    <a:pt x="13608" y="10117"/>
                  </a:cubicBezTo>
                  <a:cubicBezTo>
                    <a:pt x="13491" y="9859"/>
                    <a:pt x="13343" y="9625"/>
                    <a:pt x="13161" y="9414"/>
                  </a:cubicBezTo>
                  <a:cubicBezTo>
                    <a:pt x="13285" y="9202"/>
                    <a:pt x="13398" y="8985"/>
                    <a:pt x="13500" y="8769"/>
                  </a:cubicBezTo>
                  <a:cubicBezTo>
                    <a:pt x="13634" y="8481"/>
                    <a:pt x="13759" y="8180"/>
                    <a:pt x="13864" y="7873"/>
                  </a:cubicBezTo>
                  <a:cubicBezTo>
                    <a:pt x="14204" y="6903"/>
                    <a:pt x="13981" y="5834"/>
                    <a:pt x="13282" y="5080"/>
                  </a:cubicBezTo>
                  <a:cubicBezTo>
                    <a:pt x="12985" y="4757"/>
                    <a:pt x="12623" y="4514"/>
                    <a:pt x="12217" y="4363"/>
                  </a:cubicBezTo>
                  <a:cubicBezTo>
                    <a:pt x="12281" y="3542"/>
                    <a:pt x="12219" y="2809"/>
                    <a:pt x="12148" y="2313"/>
                  </a:cubicBezTo>
                  <a:cubicBezTo>
                    <a:pt x="12046" y="1588"/>
                    <a:pt x="11646" y="929"/>
                    <a:pt x="11048" y="506"/>
                  </a:cubicBezTo>
                  <a:cubicBezTo>
                    <a:pt x="10585" y="175"/>
                    <a:pt x="10028" y="0"/>
                    <a:pt x="94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30"/>
            <p:cNvSpPr/>
            <p:nvPr/>
          </p:nvSpPr>
          <p:spPr>
            <a:xfrm rot="-508132">
              <a:off x="7411415" y="3849297"/>
              <a:ext cx="676180" cy="611060"/>
            </a:xfrm>
            <a:custGeom>
              <a:avLst/>
              <a:gdLst/>
              <a:ahLst/>
              <a:cxnLst/>
              <a:rect l="l" t="t" r="r" b="b"/>
              <a:pathLst>
                <a:path w="17081" h="15436" extrusionOk="0">
                  <a:moveTo>
                    <a:pt x="7464" y="1"/>
                  </a:moveTo>
                  <a:cubicBezTo>
                    <a:pt x="7436" y="1"/>
                    <a:pt x="7407" y="3"/>
                    <a:pt x="7379" y="8"/>
                  </a:cubicBezTo>
                  <a:cubicBezTo>
                    <a:pt x="6907" y="97"/>
                    <a:pt x="6434" y="232"/>
                    <a:pt x="5979" y="410"/>
                  </a:cubicBezTo>
                  <a:cubicBezTo>
                    <a:pt x="1984" y="1968"/>
                    <a:pt x="0" y="6487"/>
                    <a:pt x="1559" y="10482"/>
                  </a:cubicBezTo>
                  <a:cubicBezTo>
                    <a:pt x="2757" y="13552"/>
                    <a:pt x="5702" y="15435"/>
                    <a:pt x="8817" y="15435"/>
                  </a:cubicBezTo>
                  <a:cubicBezTo>
                    <a:pt x="9755" y="15435"/>
                    <a:pt x="10708" y="15265"/>
                    <a:pt x="11632" y="14903"/>
                  </a:cubicBezTo>
                  <a:cubicBezTo>
                    <a:pt x="12853" y="14427"/>
                    <a:pt x="13941" y="13644"/>
                    <a:pt x="14778" y="12638"/>
                  </a:cubicBezTo>
                  <a:cubicBezTo>
                    <a:pt x="16593" y="10456"/>
                    <a:pt x="17080" y="7464"/>
                    <a:pt x="16054" y="4828"/>
                  </a:cubicBezTo>
                  <a:cubicBezTo>
                    <a:pt x="16027" y="4759"/>
                    <a:pt x="16007" y="4709"/>
                    <a:pt x="15993" y="4667"/>
                  </a:cubicBezTo>
                  <a:cubicBezTo>
                    <a:pt x="15948" y="4544"/>
                    <a:pt x="15920" y="4472"/>
                    <a:pt x="15824" y="4289"/>
                  </a:cubicBezTo>
                  <a:cubicBezTo>
                    <a:pt x="15741" y="4130"/>
                    <a:pt x="15580" y="4040"/>
                    <a:pt x="15413" y="4040"/>
                  </a:cubicBezTo>
                  <a:cubicBezTo>
                    <a:pt x="15340" y="4040"/>
                    <a:pt x="15266" y="4057"/>
                    <a:pt x="15196" y="4094"/>
                  </a:cubicBezTo>
                  <a:cubicBezTo>
                    <a:pt x="14969" y="4213"/>
                    <a:pt x="14880" y="4494"/>
                    <a:pt x="15001" y="4721"/>
                  </a:cubicBezTo>
                  <a:cubicBezTo>
                    <a:pt x="15072" y="4856"/>
                    <a:pt x="15084" y="4888"/>
                    <a:pt x="15120" y="4985"/>
                  </a:cubicBezTo>
                  <a:cubicBezTo>
                    <a:pt x="15136" y="5032"/>
                    <a:pt x="15155" y="5087"/>
                    <a:pt x="15187" y="5164"/>
                  </a:cubicBezTo>
                  <a:cubicBezTo>
                    <a:pt x="16092" y="7485"/>
                    <a:pt x="15660" y="10121"/>
                    <a:pt x="14063" y="12043"/>
                  </a:cubicBezTo>
                  <a:cubicBezTo>
                    <a:pt x="13326" y="12927"/>
                    <a:pt x="12370" y="13617"/>
                    <a:pt x="11294" y="14037"/>
                  </a:cubicBezTo>
                  <a:cubicBezTo>
                    <a:pt x="10479" y="14354"/>
                    <a:pt x="9640" y="14505"/>
                    <a:pt x="8815" y="14505"/>
                  </a:cubicBezTo>
                  <a:cubicBezTo>
                    <a:pt x="6074" y="14505"/>
                    <a:pt x="3480" y="12847"/>
                    <a:pt x="2426" y="10143"/>
                  </a:cubicBezTo>
                  <a:cubicBezTo>
                    <a:pt x="1053" y="6627"/>
                    <a:pt x="2799" y="2648"/>
                    <a:pt x="6317" y="1276"/>
                  </a:cubicBezTo>
                  <a:cubicBezTo>
                    <a:pt x="6719" y="1119"/>
                    <a:pt x="7133" y="1001"/>
                    <a:pt x="7549" y="923"/>
                  </a:cubicBezTo>
                  <a:cubicBezTo>
                    <a:pt x="7802" y="877"/>
                    <a:pt x="7969" y="633"/>
                    <a:pt x="7921" y="381"/>
                  </a:cubicBezTo>
                  <a:cubicBezTo>
                    <a:pt x="7879" y="157"/>
                    <a:pt x="7684" y="1"/>
                    <a:pt x="7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6" name="Google Shape;616;p30"/>
          <p:cNvSpPr/>
          <p:nvPr/>
        </p:nvSpPr>
        <p:spPr>
          <a:xfrm>
            <a:off x="8690297" y="2419648"/>
            <a:ext cx="147427" cy="144779"/>
          </a:xfrm>
          <a:custGeom>
            <a:avLst/>
            <a:gdLst/>
            <a:ahLst/>
            <a:cxnLst/>
            <a:rect l="l" t="t" r="r" b="b"/>
            <a:pathLst>
              <a:path w="2171" h="2132" extrusionOk="0">
                <a:moveTo>
                  <a:pt x="1086" y="1"/>
                </a:moveTo>
                <a:cubicBezTo>
                  <a:pt x="874" y="1"/>
                  <a:pt x="701" y="172"/>
                  <a:pt x="701" y="385"/>
                </a:cubicBezTo>
                <a:lnTo>
                  <a:pt x="701" y="401"/>
                </a:lnTo>
                <a:cubicBezTo>
                  <a:pt x="701" y="557"/>
                  <a:pt x="576" y="682"/>
                  <a:pt x="421" y="682"/>
                </a:cubicBezTo>
                <a:cubicBezTo>
                  <a:pt x="220" y="682"/>
                  <a:pt x="40" y="828"/>
                  <a:pt x="22" y="1028"/>
                </a:cubicBezTo>
                <a:cubicBezTo>
                  <a:pt x="0" y="1258"/>
                  <a:pt x="179" y="1451"/>
                  <a:pt x="405" y="1451"/>
                </a:cubicBezTo>
                <a:lnTo>
                  <a:pt x="421" y="1451"/>
                </a:lnTo>
                <a:cubicBezTo>
                  <a:pt x="576" y="1451"/>
                  <a:pt x="701" y="1576"/>
                  <a:pt x="701" y="1730"/>
                </a:cubicBezTo>
                <a:cubicBezTo>
                  <a:pt x="701" y="1932"/>
                  <a:pt x="848" y="2111"/>
                  <a:pt x="1048" y="2130"/>
                </a:cubicBezTo>
                <a:cubicBezTo>
                  <a:pt x="1060" y="2131"/>
                  <a:pt x="1073" y="2132"/>
                  <a:pt x="1085" y="2132"/>
                </a:cubicBezTo>
                <a:cubicBezTo>
                  <a:pt x="1298" y="2132"/>
                  <a:pt x="1469" y="1959"/>
                  <a:pt x="1469" y="1747"/>
                </a:cubicBezTo>
                <a:lnTo>
                  <a:pt x="1469" y="1730"/>
                </a:lnTo>
                <a:cubicBezTo>
                  <a:pt x="1469" y="1576"/>
                  <a:pt x="1595" y="1451"/>
                  <a:pt x="1750" y="1451"/>
                </a:cubicBezTo>
                <a:lnTo>
                  <a:pt x="1766" y="1451"/>
                </a:lnTo>
                <a:cubicBezTo>
                  <a:pt x="1991" y="1451"/>
                  <a:pt x="2170" y="1258"/>
                  <a:pt x="2149" y="1028"/>
                </a:cubicBezTo>
                <a:cubicBezTo>
                  <a:pt x="2130" y="828"/>
                  <a:pt x="1951" y="682"/>
                  <a:pt x="1750" y="682"/>
                </a:cubicBezTo>
                <a:cubicBezTo>
                  <a:pt x="1595" y="682"/>
                  <a:pt x="1469" y="557"/>
                  <a:pt x="1469" y="401"/>
                </a:cubicBezTo>
                <a:cubicBezTo>
                  <a:pt x="1469" y="201"/>
                  <a:pt x="1323" y="22"/>
                  <a:pt x="1123" y="2"/>
                </a:cubicBezTo>
                <a:cubicBezTo>
                  <a:pt x="1110" y="1"/>
                  <a:pt x="1098" y="1"/>
                  <a:pt x="108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7" name="Google Shape;617;p30"/>
          <p:cNvGrpSpPr/>
          <p:nvPr/>
        </p:nvGrpSpPr>
        <p:grpSpPr>
          <a:xfrm>
            <a:off x="2416169" y="537620"/>
            <a:ext cx="354716" cy="350086"/>
            <a:chOff x="1363250" y="1754075"/>
            <a:chExt cx="341500" cy="337075"/>
          </a:xfrm>
        </p:grpSpPr>
        <p:sp>
          <p:nvSpPr>
            <p:cNvPr id="618" name="Google Shape;618;p30"/>
            <p:cNvSpPr/>
            <p:nvPr/>
          </p:nvSpPr>
          <p:spPr>
            <a:xfrm>
              <a:off x="1365800" y="1756675"/>
              <a:ext cx="336400" cy="332000"/>
            </a:xfrm>
            <a:custGeom>
              <a:avLst/>
              <a:gdLst/>
              <a:ahLst/>
              <a:cxnLst/>
              <a:rect l="l" t="t" r="r" b="b"/>
              <a:pathLst>
                <a:path w="13456" h="13280" extrusionOk="0">
                  <a:moveTo>
                    <a:pt x="6729" y="0"/>
                  </a:moveTo>
                  <a:cubicBezTo>
                    <a:pt x="4929" y="0"/>
                    <a:pt x="3408" y="1214"/>
                    <a:pt x="2941" y="2868"/>
                  </a:cubicBezTo>
                  <a:cubicBezTo>
                    <a:pt x="1410" y="3311"/>
                    <a:pt x="262" y="4623"/>
                    <a:pt x="105" y="6261"/>
                  </a:cubicBezTo>
                  <a:cubicBezTo>
                    <a:pt x="1" y="7366"/>
                    <a:pt x="367" y="8468"/>
                    <a:pt x="1112" y="9286"/>
                  </a:cubicBezTo>
                  <a:cubicBezTo>
                    <a:pt x="1610" y="9835"/>
                    <a:pt x="2254" y="10228"/>
                    <a:pt x="2956" y="10427"/>
                  </a:cubicBezTo>
                  <a:cubicBezTo>
                    <a:pt x="3399" y="11959"/>
                    <a:pt x="4712" y="13105"/>
                    <a:pt x="6349" y="13261"/>
                  </a:cubicBezTo>
                  <a:cubicBezTo>
                    <a:pt x="6476" y="13274"/>
                    <a:pt x="6603" y="13280"/>
                    <a:pt x="6729" y="13280"/>
                  </a:cubicBezTo>
                  <a:cubicBezTo>
                    <a:pt x="8525" y="13280"/>
                    <a:pt x="10043" y="12071"/>
                    <a:pt x="10512" y="10423"/>
                  </a:cubicBezTo>
                  <a:cubicBezTo>
                    <a:pt x="11211" y="10223"/>
                    <a:pt x="11848" y="9832"/>
                    <a:pt x="12344" y="9286"/>
                  </a:cubicBezTo>
                  <a:cubicBezTo>
                    <a:pt x="13088" y="8467"/>
                    <a:pt x="13455" y="7365"/>
                    <a:pt x="13351" y="6260"/>
                  </a:cubicBezTo>
                  <a:cubicBezTo>
                    <a:pt x="13194" y="4618"/>
                    <a:pt x="12041" y="3303"/>
                    <a:pt x="10505" y="2863"/>
                  </a:cubicBezTo>
                  <a:cubicBezTo>
                    <a:pt x="10064" y="1326"/>
                    <a:pt x="8749" y="174"/>
                    <a:pt x="7108" y="17"/>
                  </a:cubicBezTo>
                  <a:cubicBezTo>
                    <a:pt x="6982" y="5"/>
                    <a:pt x="6854" y="0"/>
                    <a:pt x="67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30"/>
            <p:cNvSpPr/>
            <p:nvPr/>
          </p:nvSpPr>
          <p:spPr>
            <a:xfrm>
              <a:off x="1363250" y="1754075"/>
              <a:ext cx="341500" cy="337075"/>
            </a:xfrm>
            <a:custGeom>
              <a:avLst/>
              <a:gdLst/>
              <a:ahLst/>
              <a:cxnLst/>
              <a:rect l="l" t="t" r="r" b="b"/>
              <a:pathLst>
                <a:path w="13660" h="13483" extrusionOk="0">
                  <a:moveTo>
                    <a:pt x="6831" y="203"/>
                  </a:moveTo>
                  <a:cubicBezTo>
                    <a:pt x="6953" y="203"/>
                    <a:pt x="7077" y="210"/>
                    <a:pt x="7200" y="224"/>
                  </a:cubicBezTo>
                  <a:cubicBezTo>
                    <a:pt x="8770" y="374"/>
                    <a:pt x="10070" y="1463"/>
                    <a:pt x="10510" y="2996"/>
                  </a:cubicBezTo>
                  <a:lnTo>
                    <a:pt x="10525" y="3050"/>
                  </a:lnTo>
                  <a:lnTo>
                    <a:pt x="10579" y="3065"/>
                  </a:lnTo>
                  <a:cubicBezTo>
                    <a:pt x="12112" y="3505"/>
                    <a:pt x="13201" y="4805"/>
                    <a:pt x="13351" y="6375"/>
                  </a:cubicBezTo>
                  <a:cubicBezTo>
                    <a:pt x="13454" y="7450"/>
                    <a:pt x="13098" y="8525"/>
                    <a:pt x="12372" y="9321"/>
                  </a:cubicBezTo>
                  <a:cubicBezTo>
                    <a:pt x="11894" y="9849"/>
                    <a:pt x="11276" y="10231"/>
                    <a:pt x="10587" y="10429"/>
                  </a:cubicBezTo>
                  <a:lnTo>
                    <a:pt x="10533" y="10444"/>
                  </a:lnTo>
                  <a:lnTo>
                    <a:pt x="10519" y="10498"/>
                  </a:lnTo>
                  <a:cubicBezTo>
                    <a:pt x="10052" y="12137"/>
                    <a:pt x="8536" y="13281"/>
                    <a:pt x="6832" y="13281"/>
                  </a:cubicBezTo>
                  <a:cubicBezTo>
                    <a:pt x="6709" y="13281"/>
                    <a:pt x="6585" y="13276"/>
                    <a:pt x="6462" y="13264"/>
                  </a:cubicBezTo>
                  <a:cubicBezTo>
                    <a:pt x="4896" y="13114"/>
                    <a:pt x="3598" y="12029"/>
                    <a:pt x="3156" y="10500"/>
                  </a:cubicBezTo>
                  <a:lnTo>
                    <a:pt x="3140" y="10446"/>
                  </a:lnTo>
                  <a:lnTo>
                    <a:pt x="3086" y="10431"/>
                  </a:lnTo>
                  <a:cubicBezTo>
                    <a:pt x="2393" y="10236"/>
                    <a:pt x="1771" y="9852"/>
                    <a:pt x="1289" y="9320"/>
                  </a:cubicBezTo>
                  <a:cubicBezTo>
                    <a:pt x="565" y="8523"/>
                    <a:pt x="207" y="7449"/>
                    <a:pt x="310" y="6374"/>
                  </a:cubicBezTo>
                  <a:cubicBezTo>
                    <a:pt x="460" y="4807"/>
                    <a:pt x="1544" y="3511"/>
                    <a:pt x="3073" y="3066"/>
                  </a:cubicBezTo>
                  <a:lnTo>
                    <a:pt x="3127" y="3050"/>
                  </a:lnTo>
                  <a:lnTo>
                    <a:pt x="3141" y="2996"/>
                  </a:lnTo>
                  <a:cubicBezTo>
                    <a:pt x="3604" y="1352"/>
                    <a:pt x="5123" y="203"/>
                    <a:pt x="6831" y="203"/>
                  </a:cubicBezTo>
                  <a:close/>
                  <a:moveTo>
                    <a:pt x="6829" y="0"/>
                  </a:moveTo>
                  <a:cubicBezTo>
                    <a:pt x="5934" y="0"/>
                    <a:pt x="5085" y="288"/>
                    <a:pt x="4374" y="835"/>
                  </a:cubicBezTo>
                  <a:cubicBezTo>
                    <a:pt x="3701" y="1351"/>
                    <a:pt x="3200" y="2079"/>
                    <a:pt x="2961" y="2886"/>
                  </a:cubicBezTo>
                  <a:cubicBezTo>
                    <a:pt x="2205" y="3115"/>
                    <a:pt x="1539" y="3553"/>
                    <a:pt x="1032" y="4151"/>
                  </a:cubicBezTo>
                  <a:cubicBezTo>
                    <a:pt x="506" y="4775"/>
                    <a:pt x="186" y="5535"/>
                    <a:pt x="108" y="6352"/>
                  </a:cubicBezTo>
                  <a:cubicBezTo>
                    <a:pt x="0" y="7486"/>
                    <a:pt x="377" y="8615"/>
                    <a:pt x="1139" y="9455"/>
                  </a:cubicBezTo>
                  <a:cubicBezTo>
                    <a:pt x="1635" y="10002"/>
                    <a:pt x="2269" y="10399"/>
                    <a:pt x="2977" y="10609"/>
                  </a:cubicBezTo>
                  <a:cubicBezTo>
                    <a:pt x="3205" y="11366"/>
                    <a:pt x="3642" y="12031"/>
                    <a:pt x="4241" y="12538"/>
                  </a:cubicBezTo>
                  <a:cubicBezTo>
                    <a:pt x="4865" y="13067"/>
                    <a:pt x="5625" y="13386"/>
                    <a:pt x="6443" y="13465"/>
                  </a:cubicBezTo>
                  <a:cubicBezTo>
                    <a:pt x="6572" y="13476"/>
                    <a:pt x="6702" y="13483"/>
                    <a:pt x="6831" y="13483"/>
                  </a:cubicBezTo>
                  <a:cubicBezTo>
                    <a:pt x="7724" y="13483"/>
                    <a:pt x="8573" y="13196"/>
                    <a:pt x="9280" y="12651"/>
                  </a:cubicBezTo>
                  <a:cubicBezTo>
                    <a:pt x="9953" y="12137"/>
                    <a:pt x="10452" y="11411"/>
                    <a:pt x="10695" y="10607"/>
                  </a:cubicBezTo>
                  <a:cubicBezTo>
                    <a:pt x="11398" y="10395"/>
                    <a:pt x="12029" y="9999"/>
                    <a:pt x="12521" y="9457"/>
                  </a:cubicBezTo>
                  <a:cubicBezTo>
                    <a:pt x="13283" y="8617"/>
                    <a:pt x="13660" y="7486"/>
                    <a:pt x="13552" y="6353"/>
                  </a:cubicBezTo>
                  <a:cubicBezTo>
                    <a:pt x="13473" y="5535"/>
                    <a:pt x="13153" y="4773"/>
                    <a:pt x="12623" y="4148"/>
                  </a:cubicBezTo>
                  <a:cubicBezTo>
                    <a:pt x="12115" y="3549"/>
                    <a:pt x="11447" y="3113"/>
                    <a:pt x="10687" y="2884"/>
                  </a:cubicBezTo>
                  <a:cubicBezTo>
                    <a:pt x="10458" y="2125"/>
                    <a:pt x="10023" y="1456"/>
                    <a:pt x="9422" y="947"/>
                  </a:cubicBezTo>
                  <a:cubicBezTo>
                    <a:pt x="8799" y="418"/>
                    <a:pt x="8036" y="98"/>
                    <a:pt x="7217" y="19"/>
                  </a:cubicBezTo>
                  <a:cubicBezTo>
                    <a:pt x="7088" y="7"/>
                    <a:pt x="6957" y="0"/>
                    <a:pt x="68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30"/>
            <p:cNvSpPr/>
            <p:nvPr/>
          </p:nvSpPr>
          <p:spPr>
            <a:xfrm>
              <a:off x="1388750" y="1779250"/>
              <a:ext cx="290900" cy="287075"/>
            </a:xfrm>
            <a:custGeom>
              <a:avLst/>
              <a:gdLst/>
              <a:ahLst/>
              <a:cxnLst/>
              <a:rect l="l" t="t" r="r" b="b"/>
              <a:pathLst>
                <a:path w="11636" h="11483" extrusionOk="0">
                  <a:moveTo>
                    <a:pt x="5818" y="2083"/>
                  </a:moveTo>
                  <a:cubicBezTo>
                    <a:pt x="5861" y="2083"/>
                    <a:pt x="5904" y="2084"/>
                    <a:pt x="5947" y="2090"/>
                  </a:cubicBezTo>
                  <a:cubicBezTo>
                    <a:pt x="6633" y="2155"/>
                    <a:pt x="7138" y="2770"/>
                    <a:pt x="7138" y="3460"/>
                  </a:cubicBezTo>
                  <a:cubicBezTo>
                    <a:pt x="7138" y="3992"/>
                    <a:pt x="7569" y="4423"/>
                    <a:pt x="8099" y="4423"/>
                  </a:cubicBezTo>
                  <a:cubicBezTo>
                    <a:pt x="8789" y="4423"/>
                    <a:pt x="9404" y="4927"/>
                    <a:pt x="9470" y="5613"/>
                  </a:cubicBezTo>
                  <a:cubicBezTo>
                    <a:pt x="9546" y="6400"/>
                    <a:pt x="8929" y="7062"/>
                    <a:pt x="8157" y="7062"/>
                  </a:cubicBezTo>
                  <a:lnTo>
                    <a:pt x="8099" y="7062"/>
                  </a:lnTo>
                  <a:cubicBezTo>
                    <a:pt x="7569" y="7062"/>
                    <a:pt x="7138" y="7494"/>
                    <a:pt x="7138" y="8025"/>
                  </a:cubicBezTo>
                  <a:lnTo>
                    <a:pt x="7138" y="8081"/>
                  </a:lnTo>
                  <a:cubicBezTo>
                    <a:pt x="7138" y="8810"/>
                    <a:pt x="6547" y="9401"/>
                    <a:pt x="5818" y="9401"/>
                  </a:cubicBezTo>
                  <a:cubicBezTo>
                    <a:pt x="5774" y="9401"/>
                    <a:pt x="5731" y="9400"/>
                    <a:pt x="5688" y="9395"/>
                  </a:cubicBezTo>
                  <a:cubicBezTo>
                    <a:pt x="5001" y="9328"/>
                    <a:pt x="4498" y="8713"/>
                    <a:pt x="4498" y="8023"/>
                  </a:cubicBezTo>
                  <a:cubicBezTo>
                    <a:pt x="4498" y="7493"/>
                    <a:pt x="4066" y="7061"/>
                    <a:pt x="3535" y="7061"/>
                  </a:cubicBezTo>
                  <a:lnTo>
                    <a:pt x="3478" y="7061"/>
                  </a:lnTo>
                  <a:cubicBezTo>
                    <a:pt x="2706" y="7061"/>
                    <a:pt x="2089" y="6399"/>
                    <a:pt x="2164" y="5612"/>
                  </a:cubicBezTo>
                  <a:cubicBezTo>
                    <a:pt x="2230" y="4926"/>
                    <a:pt x="2844" y="4421"/>
                    <a:pt x="3535" y="4421"/>
                  </a:cubicBezTo>
                  <a:cubicBezTo>
                    <a:pt x="4066" y="4421"/>
                    <a:pt x="4498" y="3990"/>
                    <a:pt x="4498" y="3459"/>
                  </a:cubicBezTo>
                  <a:lnTo>
                    <a:pt x="4498" y="3402"/>
                  </a:lnTo>
                  <a:cubicBezTo>
                    <a:pt x="4498" y="2673"/>
                    <a:pt x="5089" y="2083"/>
                    <a:pt x="5818" y="2083"/>
                  </a:cubicBezTo>
                  <a:close/>
                  <a:moveTo>
                    <a:pt x="5818" y="1"/>
                  </a:moveTo>
                  <a:cubicBezTo>
                    <a:pt x="4261" y="1"/>
                    <a:pt x="2946" y="1050"/>
                    <a:pt x="2543" y="2479"/>
                  </a:cubicBezTo>
                  <a:cubicBezTo>
                    <a:pt x="1219" y="2863"/>
                    <a:pt x="227" y="3998"/>
                    <a:pt x="92" y="5413"/>
                  </a:cubicBezTo>
                  <a:cubicBezTo>
                    <a:pt x="1" y="6368"/>
                    <a:pt x="318" y="7323"/>
                    <a:pt x="961" y="8029"/>
                  </a:cubicBezTo>
                  <a:cubicBezTo>
                    <a:pt x="1393" y="8503"/>
                    <a:pt x="1948" y="8843"/>
                    <a:pt x="2556" y="9014"/>
                  </a:cubicBezTo>
                  <a:cubicBezTo>
                    <a:pt x="2939" y="10338"/>
                    <a:pt x="4076" y="11332"/>
                    <a:pt x="5491" y="11467"/>
                  </a:cubicBezTo>
                  <a:cubicBezTo>
                    <a:pt x="5600" y="11477"/>
                    <a:pt x="5710" y="11483"/>
                    <a:pt x="5819" y="11483"/>
                  </a:cubicBezTo>
                  <a:cubicBezTo>
                    <a:pt x="7372" y="11483"/>
                    <a:pt x="8684" y="10437"/>
                    <a:pt x="9092" y="9012"/>
                  </a:cubicBezTo>
                  <a:cubicBezTo>
                    <a:pt x="9696" y="8839"/>
                    <a:pt x="10247" y="8501"/>
                    <a:pt x="10676" y="8029"/>
                  </a:cubicBezTo>
                  <a:cubicBezTo>
                    <a:pt x="11319" y="7321"/>
                    <a:pt x="11636" y="6368"/>
                    <a:pt x="11545" y="5413"/>
                  </a:cubicBezTo>
                  <a:cubicBezTo>
                    <a:pt x="11410" y="3994"/>
                    <a:pt x="10413" y="2856"/>
                    <a:pt x="9085" y="2477"/>
                  </a:cubicBezTo>
                  <a:cubicBezTo>
                    <a:pt x="8703" y="1149"/>
                    <a:pt x="7567" y="152"/>
                    <a:pt x="6148" y="17"/>
                  </a:cubicBezTo>
                  <a:cubicBezTo>
                    <a:pt x="6035" y="5"/>
                    <a:pt x="5925" y="1"/>
                    <a:pt x="58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DF63D61-408F-D368-4660-20AC59E465DA}"/>
              </a:ext>
            </a:extLst>
          </p:cNvPr>
          <p:cNvSpPr txBox="1"/>
          <p:nvPr/>
        </p:nvSpPr>
        <p:spPr>
          <a:xfrm>
            <a:off x="8690297" y="4745298"/>
            <a:ext cx="3222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F18659-C808-2773-BCD4-7AEF58BE82C1}"/>
              </a:ext>
            </a:extLst>
          </p:cNvPr>
          <p:cNvSpPr txBox="1"/>
          <p:nvPr/>
        </p:nvSpPr>
        <p:spPr>
          <a:xfrm>
            <a:off x="677754" y="3639352"/>
            <a:ext cx="83007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user shows a vegetable, the system identifies the type of vegetables and displays its corresponding health benefits.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FE98BD28-45EE-CE09-DE7C-B0596222D5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606" t="5524" r="39148" b="38412"/>
          <a:stretch/>
        </p:blipFill>
        <p:spPr>
          <a:xfrm>
            <a:off x="516409" y="1248167"/>
            <a:ext cx="3597823" cy="2086386"/>
          </a:xfrm>
          <a:prstGeom prst="rect">
            <a:avLst/>
          </a:prstGeo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59071E1C-2DDE-9FEB-EE73-FCCFDC0ECFC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920" t="6166" r="40197" b="38625"/>
          <a:stretch/>
        </p:blipFill>
        <p:spPr>
          <a:xfrm>
            <a:off x="4655976" y="1248167"/>
            <a:ext cx="3433847" cy="20863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A5700-7870-BF0E-862B-54049DE29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CONT’D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4AF227-41F3-D0FA-EE8A-ADDAD5C532D3}"/>
              </a:ext>
            </a:extLst>
          </p:cNvPr>
          <p:cNvSpPr txBox="1"/>
          <p:nvPr/>
        </p:nvSpPr>
        <p:spPr>
          <a:xfrm>
            <a:off x="3902529" y="1485899"/>
            <a:ext cx="504552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user shows a vegetable that is not included in the predefined vegetable list, the system displays an error message indicating that it cannot be recognized.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2953D9-B586-C23F-9556-A2AF4C7BEA57}"/>
              </a:ext>
            </a:extLst>
          </p:cNvPr>
          <p:cNvSpPr txBox="1"/>
          <p:nvPr/>
        </p:nvSpPr>
        <p:spPr>
          <a:xfrm>
            <a:off x="8686800" y="4808764"/>
            <a:ext cx="2612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</a:t>
            </a:r>
          </a:p>
        </p:txBody>
      </p:sp>
      <p:pic>
        <p:nvPicPr>
          <p:cNvPr id="5" name="Picture 4" descr="A hand holding a vegetable&#10;&#10;Description automatically generated">
            <a:extLst>
              <a:ext uri="{FF2B5EF4-FFF2-40B4-BE49-F238E27FC236}">
                <a16:creationId xmlns:a16="http://schemas.microsoft.com/office/drawing/2014/main" id="{E98EB5D6-B6D6-3F18-D548-4B2F42AF82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264" y="1300437"/>
            <a:ext cx="3431817" cy="267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680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3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2" name="Google Shape;782;p32"/>
          <p:cNvSpPr/>
          <p:nvPr/>
        </p:nvSpPr>
        <p:spPr>
          <a:xfrm>
            <a:off x="4478679" y="3339300"/>
            <a:ext cx="164700" cy="1647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1" name="Google Shape;791;p32"/>
          <p:cNvSpPr/>
          <p:nvPr/>
        </p:nvSpPr>
        <p:spPr>
          <a:xfrm>
            <a:off x="2293450" y="4823401"/>
            <a:ext cx="147495" cy="144779"/>
          </a:xfrm>
          <a:custGeom>
            <a:avLst/>
            <a:gdLst/>
            <a:ahLst/>
            <a:cxnLst/>
            <a:rect l="l" t="t" r="r" b="b"/>
            <a:pathLst>
              <a:path w="2172" h="2132" extrusionOk="0">
                <a:moveTo>
                  <a:pt x="1087" y="0"/>
                </a:moveTo>
                <a:cubicBezTo>
                  <a:pt x="874" y="0"/>
                  <a:pt x="703" y="172"/>
                  <a:pt x="703" y="385"/>
                </a:cubicBezTo>
                <a:lnTo>
                  <a:pt x="703" y="401"/>
                </a:lnTo>
                <a:cubicBezTo>
                  <a:pt x="703" y="556"/>
                  <a:pt x="577" y="682"/>
                  <a:pt x="423" y="682"/>
                </a:cubicBezTo>
                <a:cubicBezTo>
                  <a:pt x="221" y="682"/>
                  <a:pt x="42" y="828"/>
                  <a:pt x="23" y="1028"/>
                </a:cubicBezTo>
                <a:cubicBezTo>
                  <a:pt x="1" y="1257"/>
                  <a:pt x="181" y="1451"/>
                  <a:pt x="405" y="1451"/>
                </a:cubicBezTo>
                <a:lnTo>
                  <a:pt x="422" y="1451"/>
                </a:lnTo>
                <a:cubicBezTo>
                  <a:pt x="577" y="1451"/>
                  <a:pt x="702" y="1576"/>
                  <a:pt x="702" y="1731"/>
                </a:cubicBezTo>
                <a:cubicBezTo>
                  <a:pt x="702" y="1931"/>
                  <a:pt x="850" y="2110"/>
                  <a:pt x="1049" y="2130"/>
                </a:cubicBezTo>
                <a:cubicBezTo>
                  <a:pt x="1062" y="2131"/>
                  <a:pt x="1074" y="2132"/>
                  <a:pt x="1086" y="2132"/>
                </a:cubicBezTo>
                <a:cubicBezTo>
                  <a:pt x="1298" y="2132"/>
                  <a:pt x="1471" y="1959"/>
                  <a:pt x="1471" y="1747"/>
                </a:cubicBezTo>
                <a:lnTo>
                  <a:pt x="1471" y="1731"/>
                </a:lnTo>
                <a:cubicBezTo>
                  <a:pt x="1471" y="1576"/>
                  <a:pt x="1596" y="1451"/>
                  <a:pt x="1751" y="1451"/>
                </a:cubicBezTo>
                <a:lnTo>
                  <a:pt x="1767" y="1451"/>
                </a:lnTo>
                <a:cubicBezTo>
                  <a:pt x="1993" y="1451"/>
                  <a:pt x="2172" y="1257"/>
                  <a:pt x="2150" y="1028"/>
                </a:cubicBezTo>
                <a:cubicBezTo>
                  <a:pt x="2132" y="828"/>
                  <a:pt x="1952" y="682"/>
                  <a:pt x="1751" y="682"/>
                </a:cubicBezTo>
                <a:cubicBezTo>
                  <a:pt x="1596" y="682"/>
                  <a:pt x="1471" y="556"/>
                  <a:pt x="1471" y="401"/>
                </a:cubicBezTo>
                <a:cubicBezTo>
                  <a:pt x="1471" y="201"/>
                  <a:pt x="1324" y="22"/>
                  <a:pt x="1125" y="2"/>
                </a:cubicBezTo>
                <a:cubicBezTo>
                  <a:pt x="1112" y="1"/>
                  <a:pt x="1100" y="0"/>
                  <a:pt x="108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2" name="Google Shape;792;p32"/>
          <p:cNvSpPr/>
          <p:nvPr/>
        </p:nvSpPr>
        <p:spPr>
          <a:xfrm>
            <a:off x="4945622" y="4678623"/>
            <a:ext cx="147427" cy="144779"/>
          </a:xfrm>
          <a:custGeom>
            <a:avLst/>
            <a:gdLst/>
            <a:ahLst/>
            <a:cxnLst/>
            <a:rect l="l" t="t" r="r" b="b"/>
            <a:pathLst>
              <a:path w="2171" h="2132" extrusionOk="0">
                <a:moveTo>
                  <a:pt x="1086" y="1"/>
                </a:moveTo>
                <a:cubicBezTo>
                  <a:pt x="874" y="1"/>
                  <a:pt x="701" y="172"/>
                  <a:pt x="701" y="385"/>
                </a:cubicBezTo>
                <a:lnTo>
                  <a:pt x="701" y="401"/>
                </a:lnTo>
                <a:cubicBezTo>
                  <a:pt x="701" y="557"/>
                  <a:pt x="576" y="682"/>
                  <a:pt x="421" y="682"/>
                </a:cubicBezTo>
                <a:cubicBezTo>
                  <a:pt x="220" y="682"/>
                  <a:pt x="40" y="828"/>
                  <a:pt x="22" y="1028"/>
                </a:cubicBezTo>
                <a:cubicBezTo>
                  <a:pt x="0" y="1258"/>
                  <a:pt x="179" y="1451"/>
                  <a:pt x="405" y="1451"/>
                </a:cubicBezTo>
                <a:lnTo>
                  <a:pt x="421" y="1451"/>
                </a:lnTo>
                <a:cubicBezTo>
                  <a:pt x="576" y="1451"/>
                  <a:pt x="701" y="1576"/>
                  <a:pt x="701" y="1730"/>
                </a:cubicBezTo>
                <a:cubicBezTo>
                  <a:pt x="701" y="1932"/>
                  <a:pt x="848" y="2111"/>
                  <a:pt x="1048" y="2130"/>
                </a:cubicBezTo>
                <a:cubicBezTo>
                  <a:pt x="1060" y="2131"/>
                  <a:pt x="1073" y="2132"/>
                  <a:pt x="1085" y="2132"/>
                </a:cubicBezTo>
                <a:cubicBezTo>
                  <a:pt x="1298" y="2132"/>
                  <a:pt x="1469" y="1959"/>
                  <a:pt x="1469" y="1747"/>
                </a:cubicBezTo>
                <a:lnTo>
                  <a:pt x="1469" y="1730"/>
                </a:lnTo>
                <a:cubicBezTo>
                  <a:pt x="1469" y="1576"/>
                  <a:pt x="1595" y="1451"/>
                  <a:pt x="1750" y="1451"/>
                </a:cubicBezTo>
                <a:lnTo>
                  <a:pt x="1766" y="1451"/>
                </a:lnTo>
                <a:cubicBezTo>
                  <a:pt x="1991" y="1451"/>
                  <a:pt x="2170" y="1258"/>
                  <a:pt x="2149" y="1028"/>
                </a:cubicBezTo>
                <a:cubicBezTo>
                  <a:pt x="2130" y="828"/>
                  <a:pt x="1951" y="682"/>
                  <a:pt x="1750" y="682"/>
                </a:cubicBezTo>
                <a:cubicBezTo>
                  <a:pt x="1595" y="682"/>
                  <a:pt x="1469" y="557"/>
                  <a:pt x="1469" y="401"/>
                </a:cubicBezTo>
                <a:cubicBezTo>
                  <a:pt x="1469" y="201"/>
                  <a:pt x="1323" y="22"/>
                  <a:pt x="1123" y="2"/>
                </a:cubicBezTo>
                <a:cubicBezTo>
                  <a:pt x="1110" y="1"/>
                  <a:pt x="1098" y="1"/>
                  <a:pt x="1086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93" name="Google Shape;793;p32"/>
          <p:cNvGrpSpPr/>
          <p:nvPr/>
        </p:nvGrpSpPr>
        <p:grpSpPr>
          <a:xfrm>
            <a:off x="357752" y="1290200"/>
            <a:ext cx="296832" cy="292986"/>
            <a:chOff x="1363250" y="1754075"/>
            <a:chExt cx="341500" cy="337075"/>
          </a:xfrm>
        </p:grpSpPr>
        <p:sp>
          <p:nvSpPr>
            <p:cNvPr id="794" name="Google Shape;794;p32"/>
            <p:cNvSpPr/>
            <p:nvPr/>
          </p:nvSpPr>
          <p:spPr>
            <a:xfrm>
              <a:off x="1365800" y="1756675"/>
              <a:ext cx="336400" cy="332000"/>
            </a:xfrm>
            <a:custGeom>
              <a:avLst/>
              <a:gdLst/>
              <a:ahLst/>
              <a:cxnLst/>
              <a:rect l="l" t="t" r="r" b="b"/>
              <a:pathLst>
                <a:path w="13456" h="13280" extrusionOk="0">
                  <a:moveTo>
                    <a:pt x="6729" y="0"/>
                  </a:moveTo>
                  <a:cubicBezTo>
                    <a:pt x="4929" y="0"/>
                    <a:pt x="3408" y="1214"/>
                    <a:pt x="2941" y="2868"/>
                  </a:cubicBezTo>
                  <a:cubicBezTo>
                    <a:pt x="1410" y="3311"/>
                    <a:pt x="262" y="4623"/>
                    <a:pt x="105" y="6261"/>
                  </a:cubicBezTo>
                  <a:cubicBezTo>
                    <a:pt x="1" y="7366"/>
                    <a:pt x="367" y="8468"/>
                    <a:pt x="1112" y="9286"/>
                  </a:cubicBezTo>
                  <a:cubicBezTo>
                    <a:pt x="1610" y="9835"/>
                    <a:pt x="2254" y="10228"/>
                    <a:pt x="2956" y="10427"/>
                  </a:cubicBezTo>
                  <a:cubicBezTo>
                    <a:pt x="3399" y="11959"/>
                    <a:pt x="4712" y="13105"/>
                    <a:pt x="6349" y="13261"/>
                  </a:cubicBezTo>
                  <a:cubicBezTo>
                    <a:pt x="6476" y="13274"/>
                    <a:pt x="6603" y="13280"/>
                    <a:pt x="6729" y="13280"/>
                  </a:cubicBezTo>
                  <a:cubicBezTo>
                    <a:pt x="8525" y="13280"/>
                    <a:pt x="10043" y="12071"/>
                    <a:pt x="10512" y="10423"/>
                  </a:cubicBezTo>
                  <a:cubicBezTo>
                    <a:pt x="11211" y="10223"/>
                    <a:pt x="11848" y="9832"/>
                    <a:pt x="12344" y="9286"/>
                  </a:cubicBezTo>
                  <a:cubicBezTo>
                    <a:pt x="13088" y="8467"/>
                    <a:pt x="13455" y="7365"/>
                    <a:pt x="13351" y="6260"/>
                  </a:cubicBezTo>
                  <a:cubicBezTo>
                    <a:pt x="13194" y="4618"/>
                    <a:pt x="12041" y="3303"/>
                    <a:pt x="10505" y="2863"/>
                  </a:cubicBezTo>
                  <a:cubicBezTo>
                    <a:pt x="10064" y="1326"/>
                    <a:pt x="8749" y="174"/>
                    <a:pt x="7108" y="17"/>
                  </a:cubicBezTo>
                  <a:cubicBezTo>
                    <a:pt x="6982" y="5"/>
                    <a:pt x="6854" y="0"/>
                    <a:pt x="67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32"/>
            <p:cNvSpPr/>
            <p:nvPr/>
          </p:nvSpPr>
          <p:spPr>
            <a:xfrm>
              <a:off x="1363250" y="1754075"/>
              <a:ext cx="341500" cy="337075"/>
            </a:xfrm>
            <a:custGeom>
              <a:avLst/>
              <a:gdLst/>
              <a:ahLst/>
              <a:cxnLst/>
              <a:rect l="l" t="t" r="r" b="b"/>
              <a:pathLst>
                <a:path w="13660" h="13483" extrusionOk="0">
                  <a:moveTo>
                    <a:pt x="6831" y="203"/>
                  </a:moveTo>
                  <a:cubicBezTo>
                    <a:pt x="6953" y="203"/>
                    <a:pt x="7077" y="210"/>
                    <a:pt x="7200" y="224"/>
                  </a:cubicBezTo>
                  <a:cubicBezTo>
                    <a:pt x="8770" y="374"/>
                    <a:pt x="10070" y="1463"/>
                    <a:pt x="10510" y="2996"/>
                  </a:cubicBezTo>
                  <a:lnTo>
                    <a:pt x="10525" y="3050"/>
                  </a:lnTo>
                  <a:lnTo>
                    <a:pt x="10579" y="3065"/>
                  </a:lnTo>
                  <a:cubicBezTo>
                    <a:pt x="12112" y="3505"/>
                    <a:pt x="13201" y="4805"/>
                    <a:pt x="13351" y="6375"/>
                  </a:cubicBezTo>
                  <a:cubicBezTo>
                    <a:pt x="13454" y="7450"/>
                    <a:pt x="13098" y="8525"/>
                    <a:pt x="12372" y="9321"/>
                  </a:cubicBezTo>
                  <a:cubicBezTo>
                    <a:pt x="11894" y="9849"/>
                    <a:pt x="11276" y="10231"/>
                    <a:pt x="10587" y="10429"/>
                  </a:cubicBezTo>
                  <a:lnTo>
                    <a:pt x="10533" y="10444"/>
                  </a:lnTo>
                  <a:lnTo>
                    <a:pt x="10519" y="10498"/>
                  </a:lnTo>
                  <a:cubicBezTo>
                    <a:pt x="10052" y="12137"/>
                    <a:pt x="8536" y="13281"/>
                    <a:pt x="6832" y="13281"/>
                  </a:cubicBezTo>
                  <a:cubicBezTo>
                    <a:pt x="6709" y="13281"/>
                    <a:pt x="6585" y="13276"/>
                    <a:pt x="6462" y="13264"/>
                  </a:cubicBezTo>
                  <a:cubicBezTo>
                    <a:pt x="4896" y="13114"/>
                    <a:pt x="3598" y="12029"/>
                    <a:pt x="3156" y="10500"/>
                  </a:cubicBezTo>
                  <a:lnTo>
                    <a:pt x="3140" y="10446"/>
                  </a:lnTo>
                  <a:lnTo>
                    <a:pt x="3086" y="10431"/>
                  </a:lnTo>
                  <a:cubicBezTo>
                    <a:pt x="2393" y="10236"/>
                    <a:pt x="1771" y="9852"/>
                    <a:pt x="1289" y="9320"/>
                  </a:cubicBezTo>
                  <a:cubicBezTo>
                    <a:pt x="565" y="8523"/>
                    <a:pt x="207" y="7449"/>
                    <a:pt x="310" y="6374"/>
                  </a:cubicBezTo>
                  <a:cubicBezTo>
                    <a:pt x="460" y="4807"/>
                    <a:pt x="1544" y="3511"/>
                    <a:pt x="3073" y="3066"/>
                  </a:cubicBezTo>
                  <a:lnTo>
                    <a:pt x="3127" y="3050"/>
                  </a:lnTo>
                  <a:lnTo>
                    <a:pt x="3141" y="2996"/>
                  </a:lnTo>
                  <a:cubicBezTo>
                    <a:pt x="3604" y="1352"/>
                    <a:pt x="5123" y="203"/>
                    <a:pt x="6831" y="203"/>
                  </a:cubicBezTo>
                  <a:close/>
                  <a:moveTo>
                    <a:pt x="6829" y="0"/>
                  </a:moveTo>
                  <a:cubicBezTo>
                    <a:pt x="5934" y="0"/>
                    <a:pt x="5085" y="288"/>
                    <a:pt x="4374" y="835"/>
                  </a:cubicBezTo>
                  <a:cubicBezTo>
                    <a:pt x="3701" y="1351"/>
                    <a:pt x="3200" y="2079"/>
                    <a:pt x="2961" y="2886"/>
                  </a:cubicBezTo>
                  <a:cubicBezTo>
                    <a:pt x="2205" y="3115"/>
                    <a:pt x="1539" y="3553"/>
                    <a:pt x="1032" y="4151"/>
                  </a:cubicBezTo>
                  <a:cubicBezTo>
                    <a:pt x="506" y="4775"/>
                    <a:pt x="186" y="5535"/>
                    <a:pt x="108" y="6352"/>
                  </a:cubicBezTo>
                  <a:cubicBezTo>
                    <a:pt x="0" y="7486"/>
                    <a:pt x="377" y="8615"/>
                    <a:pt x="1139" y="9455"/>
                  </a:cubicBezTo>
                  <a:cubicBezTo>
                    <a:pt x="1635" y="10002"/>
                    <a:pt x="2269" y="10399"/>
                    <a:pt x="2977" y="10609"/>
                  </a:cubicBezTo>
                  <a:cubicBezTo>
                    <a:pt x="3205" y="11366"/>
                    <a:pt x="3642" y="12031"/>
                    <a:pt x="4241" y="12538"/>
                  </a:cubicBezTo>
                  <a:cubicBezTo>
                    <a:pt x="4865" y="13067"/>
                    <a:pt x="5625" y="13386"/>
                    <a:pt x="6443" y="13465"/>
                  </a:cubicBezTo>
                  <a:cubicBezTo>
                    <a:pt x="6572" y="13476"/>
                    <a:pt x="6702" y="13483"/>
                    <a:pt x="6831" y="13483"/>
                  </a:cubicBezTo>
                  <a:cubicBezTo>
                    <a:pt x="7724" y="13483"/>
                    <a:pt x="8573" y="13196"/>
                    <a:pt x="9280" y="12651"/>
                  </a:cubicBezTo>
                  <a:cubicBezTo>
                    <a:pt x="9953" y="12137"/>
                    <a:pt x="10452" y="11411"/>
                    <a:pt x="10695" y="10607"/>
                  </a:cubicBezTo>
                  <a:cubicBezTo>
                    <a:pt x="11398" y="10395"/>
                    <a:pt x="12029" y="9999"/>
                    <a:pt x="12521" y="9457"/>
                  </a:cubicBezTo>
                  <a:cubicBezTo>
                    <a:pt x="13283" y="8617"/>
                    <a:pt x="13660" y="7486"/>
                    <a:pt x="13552" y="6353"/>
                  </a:cubicBezTo>
                  <a:cubicBezTo>
                    <a:pt x="13473" y="5535"/>
                    <a:pt x="13153" y="4773"/>
                    <a:pt x="12623" y="4148"/>
                  </a:cubicBezTo>
                  <a:cubicBezTo>
                    <a:pt x="12115" y="3549"/>
                    <a:pt x="11447" y="3113"/>
                    <a:pt x="10687" y="2884"/>
                  </a:cubicBezTo>
                  <a:cubicBezTo>
                    <a:pt x="10458" y="2125"/>
                    <a:pt x="10023" y="1456"/>
                    <a:pt x="9422" y="947"/>
                  </a:cubicBezTo>
                  <a:cubicBezTo>
                    <a:pt x="8799" y="418"/>
                    <a:pt x="8036" y="98"/>
                    <a:pt x="7217" y="19"/>
                  </a:cubicBezTo>
                  <a:cubicBezTo>
                    <a:pt x="7088" y="7"/>
                    <a:pt x="6957" y="0"/>
                    <a:pt x="68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32"/>
            <p:cNvSpPr/>
            <p:nvPr/>
          </p:nvSpPr>
          <p:spPr>
            <a:xfrm>
              <a:off x="1388750" y="1779250"/>
              <a:ext cx="290900" cy="287075"/>
            </a:xfrm>
            <a:custGeom>
              <a:avLst/>
              <a:gdLst/>
              <a:ahLst/>
              <a:cxnLst/>
              <a:rect l="l" t="t" r="r" b="b"/>
              <a:pathLst>
                <a:path w="11636" h="11483" extrusionOk="0">
                  <a:moveTo>
                    <a:pt x="5818" y="2083"/>
                  </a:moveTo>
                  <a:cubicBezTo>
                    <a:pt x="5861" y="2083"/>
                    <a:pt x="5904" y="2084"/>
                    <a:pt x="5947" y="2090"/>
                  </a:cubicBezTo>
                  <a:cubicBezTo>
                    <a:pt x="6633" y="2155"/>
                    <a:pt x="7138" y="2770"/>
                    <a:pt x="7138" y="3460"/>
                  </a:cubicBezTo>
                  <a:cubicBezTo>
                    <a:pt x="7138" y="3992"/>
                    <a:pt x="7569" y="4423"/>
                    <a:pt x="8099" y="4423"/>
                  </a:cubicBezTo>
                  <a:cubicBezTo>
                    <a:pt x="8789" y="4423"/>
                    <a:pt x="9404" y="4927"/>
                    <a:pt x="9470" y="5613"/>
                  </a:cubicBezTo>
                  <a:cubicBezTo>
                    <a:pt x="9546" y="6400"/>
                    <a:pt x="8929" y="7062"/>
                    <a:pt x="8157" y="7062"/>
                  </a:cubicBezTo>
                  <a:lnTo>
                    <a:pt x="8099" y="7062"/>
                  </a:lnTo>
                  <a:cubicBezTo>
                    <a:pt x="7569" y="7062"/>
                    <a:pt x="7138" y="7494"/>
                    <a:pt x="7138" y="8025"/>
                  </a:cubicBezTo>
                  <a:lnTo>
                    <a:pt x="7138" y="8081"/>
                  </a:lnTo>
                  <a:cubicBezTo>
                    <a:pt x="7138" y="8810"/>
                    <a:pt x="6547" y="9401"/>
                    <a:pt x="5818" y="9401"/>
                  </a:cubicBezTo>
                  <a:cubicBezTo>
                    <a:pt x="5774" y="9401"/>
                    <a:pt x="5731" y="9400"/>
                    <a:pt x="5688" y="9395"/>
                  </a:cubicBezTo>
                  <a:cubicBezTo>
                    <a:pt x="5001" y="9328"/>
                    <a:pt x="4498" y="8713"/>
                    <a:pt x="4498" y="8023"/>
                  </a:cubicBezTo>
                  <a:cubicBezTo>
                    <a:pt x="4498" y="7493"/>
                    <a:pt x="4066" y="7061"/>
                    <a:pt x="3535" y="7061"/>
                  </a:cubicBezTo>
                  <a:lnTo>
                    <a:pt x="3478" y="7061"/>
                  </a:lnTo>
                  <a:cubicBezTo>
                    <a:pt x="2706" y="7061"/>
                    <a:pt x="2089" y="6399"/>
                    <a:pt x="2164" y="5612"/>
                  </a:cubicBezTo>
                  <a:cubicBezTo>
                    <a:pt x="2230" y="4926"/>
                    <a:pt x="2844" y="4421"/>
                    <a:pt x="3535" y="4421"/>
                  </a:cubicBezTo>
                  <a:cubicBezTo>
                    <a:pt x="4066" y="4421"/>
                    <a:pt x="4498" y="3990"/>
                    <a:pt x="4498" y="3459"/>
                  </a:cubicBezTo>
                  <a:lnTo>
                    <a:pt x="4498" y="3402"/>
                  </a:lnTo>
                  <a:cubicBezTo>
                    <a:pt x="4498" y="2673"/>
                    <a:pt x="5089" y="2083"/>
                    <a:pt x="5818" y="2083"/>
                  </a:cubicBezTo>
                  <a:close/>
                  <a:moveTo>
                    <a:pt x="5818" y="1"/>
                  </a:moveTo>
                  <a:cubicBezTo>
                    <a:pt x="4261" y="1"/>
                    <a:pt x="2946" y="1050"/>
                    <a:pt x="2543" y="2479"/>
                  </a:cubicBezTo>
                  <a:cubicBezTo>
                    <a:pt x="1219" y="2863"/>
                    <a:pt x="227" y="3998"/>
                    <a:pt x="92" y="5413"/>
                  </a:cubicBezTo>
                  <a:cubicBezTo>
                    <a:pt x="1" y="6368"/>
                    <a:pt x="318" y="7323"/>
                    <a:pt x="961" y="8029"/>
                  </a:cubicBezTo>
                  <a:cubicBezTo>
                    <a:pt x="1393" y="8503"/>
                    <a:pt x="1948" y="8843"/>
                    <a:pt x="2556" y="9014"/>
                  </a:cubicBezTo>
                  <a:cubicBezTo>
                    <a:pt x="2939" y="10338"/>
                    <a:pt x="4076" y="11332"/>
                    <a:pt x="5491" y="11467"/>
                  </a:cubicBezTo>
                  <a:cubicBezTo>
                    <a:pt x="5600" y="11477"/>
                    <a:pt x="5710" y="11483"/>
                    <a:pt x="5819" y="11483"/>
                  </a:cubicBezTo>
                  <a:cubicBezTo>
                    <a:pt x="7372" y="11483"/>
                    <a:pt x="8684" y="10437"/>
                    <a:pt x="9092" y="9012"/>
                  </a:cubicBezTo>
                  <a:cubicBezTo>
                    <a:pt x="9696" y="8839"/>
                    <a:pt x="10247" y="8501"/>
                    <a:pt x="10676" y="8029"/>
                  </a:cubicBezTo>
                  <a:cubicBezTo>
                    <a:pt x="11319" y="7321"/>
                    <a:pt x="11636" y="6368"/>
                    <a:pt x="11545" y="5413"/>
                  </a:cubicBezTo>
                  <a:cubicBezTo>
                    <a:pt x="11410" y="3994"/>
                    <a:pt x="10413" y="2856"/>
                    <a:pt x="9085" y="2477"/>
                  </a:cubicBezTo>
                  <a:cubicBezTo>
                    <a:pt x="8703" y="1149"/>
                    <a:pt x="7567" y="152"/>
                    <a:pt x="6148" y="17"/>
                  </a:cubicBezTo>
                  <a:cubicBezTo>
                    <a:pt x="6035" y="5"/>
                    <a:pt x="5925" y="1"/>
                    <a:pt x="58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7" name="Google Shape;797;p32"/>
          <p:cNvGrpSpPr/>
          <p:nvPr/>
        </p:nvGrpSpPr>
        <p:grpSpPr>
          <a:xfrm>
            <a:off x="8538553" y="2783219"/>
            <a:ext cx="296832" cy="293019"/>
            <a:chOff x="1363250" y="1754075"/>
            <a:chExt cx="341500" cy="337075"/>
          </a:xfrm>
        </p:grpSpPr>
        <p:sp>
          <p:nvSpPr>
            <p:cNvPr id="798" name="Google Shape;798;p32"/>
            <p:cNvSpPr/>
            <p:nvPr/>
          </p:nvSpPr>
          <p:spPr>
            <a:xfrm>
              <a:off x="1365800" y="1756675"/>
              <a:ext cx="336400" cy="332000"/>
            </a:xfrm>
            <a:custGeom>
              <a:avLst/>
              <a:gdLst/>
              <a:ahLst/>
              <a:cxnLst/>
              <a:rect l="l" t="t" r="r" b="b"/>
              <a:pathLst>
                <a:path w="13456" h="13280" extrusionOk="0">
                  <a:moveTo>
                    <a:pt x="6729" y="0"/>
                  </a:moveTo>
                  <a:cubicBezTo>
                    <a:pt x="4929" y="0"/>
                    <a:pt x="3408" y="1214"/>
                    <a:pt x="2941" y="2868"/>
                  </a:cubicBezTo>
                  <a:cubicBezTo>
                    <a:pt x="1410" y="3311"/>
                    <a:pt x="262" y="4623"/>
                    <a:pt x="105" y="6261"/>
                  </a:cubicBezTo>
                  <a:cubicBezTo>
                    <a:pt x="1" y="7366"/>
                    <a:pt x="367" y="8468"/>
                    <a:pt x="1112" y="9286"/>
                  </a:cubicBezTo>
                  <a:cubicBezTo>
                    <a:pt x="1610" y="9835"/>
                    <a:pt x="2254" y="10228"/>
                    <a:pt x="2956" y="10427"/>
                  </a:cubicBezTo>
                  <a:cubicBezTo>
                    <a:pt x="3399" y="11959"/>
                    <a:pt x="4712" y="13105"/>
                    <a:pt x="6349" y="13261"/>
                  </a:cubicBezTo>
                  <a:cubicBezTo>
                    <a:pt x="6476" y="13274"/>
                    <a:pt x="6603" y="13280"/>
                    <a:pt x="6729" y="13280"/>
                  </a:cubicBezTo>
                  <a:cubicBezTo>
                    <a:pt x="8525" y="13280"/>
                    <a:pt x="10043" y="12071"/>
                    <a:pt x="10512" y="10423"/>
                  </a:cubicBezTo>
                  <a:cubicBezTo>
                    <a:pt x="11211" y="10223"/>
                    <a:pt x="11848" y="9832"/>
                    <a:pt x="12344" y="9286"/>
                  </a:cubicBezTo>
                  <a:cubicBezTo>
                    <a:pt x="13088" y="8467"/>
                    <a:pt x="13455" y="7365"/>
                    <a:pt x="13351" y="6260"/>
                  </a:cubicBezTo>
                  <a:cubicBezTo>
                    <a:pt x="13194" y="4618"/>
                    <a:pt x="12041" y="3303"/>
                    <a:pt x="10505" y="2863"/>
                  </a:cubicBezTo>
                  <a:cubicBezTo>
                    <a:pt x="10064" y="1326"/>
                    <a:pt x="8749" y="174"/>
                    <a:pt x="7108" y="17"/>
                  </a:cubicBezTo>
                  <a:cubicBezTo>
                    <a:pt x="6982" y="5"/>
                    <a:pt x="6854" y="0"/>
                    <a:pt x="67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32"/>
            <p:cNvSpPr/>
            <p:nvPr/>
          </p:nvSpPr>
          <p:spPr>
            <a:xfrm>
              <a:off x="1363250" y="1754075"/>
              <a:ext cx="341500" cy="337075"/>
            </a:xfrm>
            <a:custGeom>
              <a:avLst/>
              <a:gdLst/>
              <a:ahLst/>
              <a:cxnLst/>
              <a:rect l="l" t="t" r="r" b="b"/>
              <a:pathLst>
                <a:path w="13660" h="13483" extrusionOk="0">
                  <a:moveTo>
                    <a:pt x="6831" y="203"/>
                  </a:moveTo>
                  <a:cubicBezTo>
                    <a:pt x="6953" y="203"/>
                    <a:pt x="7077" y="210"/>
                    <a:pt x="7200" y="224"/>
                  </a:cubicBezTo>
                  <a:cubicBezTo>
                    <a:pt x="8770" y="374"/>
                    <a:pt x="10070" y="1463"/>
                    <a:pt x="10510" y="2996"/>
                  </a:cubicBezTo>
                  <a:lnTo>
                    <a:pt x="10525" y="3050"/>
                  </a:lnTo>
                  <a:lnTo>
                    <a:pt x="10579" y="3065"/>
                  </a:lnTo>
                  <a:cubicBezTo>
                    <a:pt x="12112" y="3505"/>
                    <a:pt x="13201" y="4805"/>
                    <a:pt x="13351" y="6375"/>
                  </a:cubicBezTo>
                  <a:cubicBezTo>
                    <a:pt x="13454" y="7450"/>
                    <a:pt x="13098" y="8525"/>
                    <a:pt x="12372" y="9321"/>
                  </a:cubicBezTo>
                  <a:cubicBezTo>
                    <a:pt x="11894" y="9849"/>
                    <a:pt x="11276" y="10231"/>
                    <a:pt x="10587" y="10429"/>
                  </a:cubicBezTo>
                  <a:lnTo>
                    <a:pt x="10533" y="10444"/>
                  </a:lnTo>
                  <a:lnTo>
                    <a:pt x="10519" y="10498"/>
                  </a:lnTo>
                  <a:cubicBezTo>
                    <a:pt x="10052" y="12137"/>
                    <a:pt x="8536" y="13281"/>
                    <a:pt x="6832" y="13281"/>
                  </a:cubicBezTo>
                  <a:cubicBezTo>
                    <a:pt x="6709" y="13281"/>
                    <a:pt x="6585" y="13276"/>
                    <a:pt x="6462" y="13264"/>
                  </a:cubicBezTo>
                  <a:cubicBezTo>
                    <a:pt x="4896" y="13114"/>
                    <a:pt x="3598" y="12029"/>
                    <a:pt x="3156" y="10500"/>
                  </a:cubicBezTo>
                  <a:lnTo>
                    <a:pt x="3140" y="10446"/>
                  </a:lnTo>
                  <a:lnTo>
                    <a:pt x="3086" y="10431"/>
                  </a:lnTo>
                  <a:cubicBezTo>
                    <a:pt x="2393" y="10236"/>
                    <a:pt x="1771" y="9852"/>
                    <a:pt x="1289" y="9320"/>
                  </a:cubicBezTo>
                  <a:cubicBezTo>
                    <a:pt x="565" y="8523"/>
                    <a:pt x="207" y="7449"/>
                    <a:pt x="310" y="6374"/>
                  </a:cubicBezTo>
                  <a:cubicBezTo>
                    <a:pt x="460" y="4807"/>
                    <a:pt x="1544" y="3511"/>
                    <a:pt x="3073" y="3066"/>
                  </a:cubicBezTo>
                  <a:lnTo>
                    <a:pt x="3127" y="3050"/>
                  </a:lnTo>
                  <a:lnTo>
                    <a:pt x="3141" y="2996"/>
                  </a:lnTo>
                  <a:cubicBezTo>
                    <a:pt x="3604" y="1352"/>
                    <a:pt x="5123" y="203"/>
                    <a:pt x="6831" y="203"/>
                  </a:cubicBezTo>
                  <a:close/>
                  <a:moveTo>
                    <a:pt x="6829" y="0"/>
                  </a:moveTo>
                  <a:cubicBezTo>
                    <a:pt x="5934" y="0"/>
                    <a:pt x="5085" y="288"/>
                    <a:pt x="4374" y="835"/>
                  </a:cubicBezTo>
                  <a:cubicBezTo>
                    <a:pt x="3701" y="1351"/>
                    <a:pt x="3200" y="2079"/>
                    <a:pt x="2961" y="2886"/>
                  </a:cubicBezTo>
                  <a:cubicBezTo>
                    <a:pt x="2205" y="3115"/>
                    <a:pt x="1539" y="3553"/>
                    <a:pt x="1032" y="4151"/>
                  </a:cubicBezTo>
                  <a:cubicBezTo>
                    <a:pt x="506" y="4775"/>
                    <a:pt x="186" y="5535"/>
                    <a:pt x="108" y="6352"/>
                  </a:cubicBezTo>
                  <a:cubicBezTo>
                    <a:pt x="0" y="7486"/>
                    <a:pt x="377" y="8615"/>
                    <a:pt x="1139" y="9455"/>
                  </a:cubicBezTo>
                  <a:cubicBezTo>
                    <a:pt x="1635" y="10002"/>
                    <a:pt x="2269" y="10399"/>
                    <a:pt x="2977" y="10609"/>
                  </a:cubicBezTo>
                  <a:cubicBezTo>
                    <a:pt x="3205" y="11366"/>
                    <a:pt x="3642" y="12031"/>
                    <a:pt x="4241" y="12538"/>
                  </a:cubicBezTo>
                  <a:cubicBezTo>
                    <a:pt x="4865" y="13067"/>
                    <a:pt x="5625" y="13386"/>
                    <a:pt x="6443" y="13465"/>
                  </a:cubicBezTo>
                  <a:cubicBezTo>
                    <a:pt x="6572" y="13476"/>
                    <a:pt x="6702" y="13483"/>
                    <a:pt x="6831" y="13483"/>
                  </a:cubicBezTo>
                  <a:cubicBezTo>
                    <a:pt x="7724" y="13483"/>
                    <a:pt x="8573" y="13196"/>
                    <a:pt x="9280" y="12651"/>
                  </a:cubicBezTo>
                  <a:cubicBezTo>
                    <a:pt x="9953" y="12137"/>
                    <a:pt x="10452" y="11411"/>
                    <a:pt x="10695" y="10607"/>
                  </a:cubicBezTo>
                  <a:cubicBezTo>
                    <a:pt x="11398" y="10395"/>
                    <a:pt x="12029" y="9999"/>
                    <a:pt x="12521" y="9457"/>
                  </a:cubicBezTo>
                  <a:cubicBezTo>
                    <a:pt x="13283" y="8617"/>
                    <a:pt x="13660" y="7486"/>
                    <a:pt x="13552" y="6353"/>
                  </a:cubicBezTo>
                  <a:cubicBezTo>
                    <a:pt x="13473" y="5535"/>
                    <a:pt x="13153" y="4773"/>
                    <a:pt x="12623" y="4148"/>
                  </a:cubicBezTo>
                  <a:cubicBezTo>
                    <a:pt x="12115" y="3549"/>
                    <a:pt x="11447" y="3113"/>
                    <a:pt x="10687" y="2884"/>
                  </a:cubicBezTo>
                  <a:cubicBezTo>
                    <a:pt x="10458" y="2125"/>
                    <a:pt x="10023" y="1456"/>
                    <a:pt x="9422" y="947"/>
                  </a:cubicBezTo>
                  <a:cubicBezTo>
                    <a:pt x="8799" y="418"/>
                    <a:pt x="8036" y="98"/>
                    <a:pt x="7217" y="19"/>
                  </a:cubicBezTo>
                  <a:cubicBezTo>
                    <a:pt x="7088" y="7"/>
                    <a:pt x="6957" y="0"/>
                    <a:pt x="68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32"/>
            <p:cNvSpPr/>
            <p:nvPr/>
          </p:nvSpPr>
          <p:spPr>
            <a:xfrm>
              <a:off x="1388750" y="1779250"/>
              <a:ext cx="290900" cy="287075"/>
            </a:xfrm>
            <a:custGeom>
              <a:avLst/>
              <a:gdLst/>
              <a:ahLst/>
              <a:cxnLst/>
              <a:rect l="l" t="t" r="r" b="b"/>
              <a:pathLst>
                <a:path w="11636" h="11483" extrusionOk="0">
                  <a:moveTo>
                    <a:pt x="5818" y="2083"/>
                  </a:moveTo>
                  <a:cubicBezTo>
                    <a:pt x="5861" y="2083"/>
                    <a:pt x="5904" y="2084"/>
                    <a:pt x="5947" y="2090"/>
                  </a:cubicBezTo>
                  <a:cubicBezTo>
                    <a:pt x="6633" y="2155"/>
                    <a:pt x="7138" y="2770"/>
                    <a:pt x="7138" y="3460"/>
                  </a:cubicBezTo>
                  <a:cubicBezTo>
                    <a:pt x="7138" y="3992"/>
                    <a:pt x="7569" y="4423"/>
                    <a:pt x="8099" y="4423"/>
                  </a:cubicBezTo>
                  <a:cubicBezTo>
                    <a:pt x="8789" y="4423"/>
                    <a:pt x="9404" y="4927"/>
                    <a:pt x="9470" y="5613"/>
                  </a:cubicBezTo>
                  <a:cubicBezTo>
                    <a:pt x="9546" y="6400"/>
                    <a:pt x="8929" y="7062"/>
                    <a:pt x="8157" y="7062"/>
                  </a:cubicBezTo>
                  <a:lnTo>
                    <a:pt x="8099" y="7062"/>
                  </a:lnTo>
                  <a:cubicBezTo>
                    <a:pt x="7569" y="7062"/>
                    <a:pt x="7138" y="7494"/>
                    <a:pt x="7138" y="8025"/>
                  </a:cubicBezTo>
                  <a:lnTo>
                    <a:pt x="7138" y="8081"/>
                  </a:lnTo>
                  <a:cubicBezTo>
                    <a:pt x="7138" y="8810"/>
                    <a:pt x="6547" y="9401"/>
                    <a:pt x="5818" y="9401"/>
                  </a:cubicBezTo>
                  <a:cubicBezTo>
                    <a:pt x="5774" y="9401"/>
                    <a:pt x="5731" y="9400"/>
                    <a:pt x="5688" y="9395"/>
                  </a:cubicBezTo>
                  <a:cubicBezTo>
                    <a:pt x="5001" y="9328"/>
                    <a:pt x="4498" y="8713"/>
                    <a:pt x="4498" y="8023"/>
                  </a:cubicBezTo>
                  <a:cubicBezTo>
                    <a:pt x="4498" y="7493"/>
                    <a:pt x="4066" y="7061"/>
                    <a:pt x="3535" y="7061"/>
                  </a:cubicBezTo>
                  <a:lnTo>
                    <a:pt x="3478" y="7061"/>
                  </a:lnTo>
                  <a:cubicBezTo>
                    <a:pt x="2706" y="7061"/>
                    <a:pt x="2089" y="6399"/>
                    <a:pt x="2164" y="5612"/>
                  </a:cubicBezTo>
                  <a:cubicBezTo>
                    <a:pt x="2230" y="4926"/>
                    <a:pt x="2844" y="4421"/>
                    <a:pt x="3535" y="4421"/>
                  </a:cubicBezTo>
                  <a:cubicBezTo>
                    <a:pt x="4066" y="4421"/>
                    <a:pt x="4498" y="3990"/>
                    <a:pt x="4498" y="3459"/>
                  </a:cubicBezTo>
                  <a:lnTo>
                    <a:pt x="4498" y="3402"/>
                  </a:lnTo>
                  <a:cubicBezTo>
                    <a:pt x="4498" y="2673"/>
                    <a:pt x="5089" y="2083"/>
                    <a:pt x="5818" y="2083"/>
                  </a:cubicBezTo>
                  <a:close/>
                  <a:moveTo>
                    <a:pt x="5818" y="1"/>
                  </a:moveTo>
                  <a:cubicBezTo>
                    <a:pt x="4261" y="1"/>
                    <a:pt x="2946" y="1050"/>
                    <a:pt x="2543" y="2479"/>
                  </a:cubicBezTo>
                  <a:cubicBezTo>
                    <a:pt x="1219" y="2863"/>
                    <a:pt x="227" y="3998"/>
                    <a:pt x="92" y="5413"/>
                  </a:cubicBezTo>
                  <a:cubicBezTo>
                    <a:pt x="1" y="6368"/>
                    <a:pt x="318" y="7323"/>
                    <a:pt x="961" y="8029"/>
                  </a:cubicBezTo>
                  <a:cubicBezTo>
                    <a:pt x="1393" y="8503"/>
                    <a:pt x="1948" y="8843"/>
                    <a:pt x="2556" y="9014"/>
                  </a:cubicBezTo>
                  <a:cubicBezTo>
                    <a:pt x="2939" y="10338"/>
                    <a:pt x="4076" y="11332"/>
                    <a:pt x="5491" y="11467"/>
                  </a:cubicBezTo>
                  <a:cubicBezTo>
                    <a:pt x="5600" y="11477"/>
                    <a:pt x="5710" y="11483"/>
                    <a:pt x="5819" y="11483"/>
                  </a:cubicBezTo>
                  <a:cubicBezTo>
                    <a:pt x="7372" y="11483"/>
                    <a:pt x="8684" y="10437"/>
                    <a:pt x="9092" y="9012"/>
                  </a:cubicBezTo>
                  <a:cubicBezTo>
                    <a:pt x="9696" y="8839"/>
                    <a:pt x="10247" y="8501"/>
                    <a:pt x="10676" y="8029"/>
                  </a:cubicBezTo>
                  <a:cubicBezTo>
                    <a:pt x="11319" y="7321"/>
                    <a:pt x="11636" y="6368"/>
                    <a:pt x="11545" y="5413"/>
                  </a:cubicBezTo>
                  <a:cubicBezTo>
                    <a:pt x="11410" y="3994"/>
                    <a:pt x="10413" y="2856"/>
                    <a:pt x="9085" y="2477"/>
                  </a:cubicBezTo>
                  <a:cubicBezTo>
                    <a:pt x="8703" y="1149"/>
                    <a:pt x="7567" y="152"/>
                    <a:pt x="6148" y="17"/>
                  </a:cubicBezTo>
                  <a:cubicBezTo>
                    <a:pt x="6035" y="5"/>
                    <a:pt x="5925" y="1"/>
                    <a:pt x="58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01" name="Google Shape;801;p32"/>
          <p:cNvSpPr/>
          <p:nvPr/>
        </p:nvSpPr>
        <p:spPr>
          <a:xfrm>
            <a:off x="296183" y="2783220"/>
            <a:ext cx="147427" cy="144779"/>
          </a:xfrm>
          <a:custGeom>
            <a:avLst/>
            <a:gdLst/>
            <a:ahLst/>
            <a:cxnLst/>
            <a:rect l="l" t="t" r="r" b="b"/>
            <a:pathLst>
              <a:path w="2171" h="2132" extrusionOk="0">
                <a:moveTo>
                  <a:pt x="1086" y="0"/>
                </a:moveTo>
                <a:cubicBezTo>
                  <a:pt x="873" y="0"/>
                  <a:pt x="701" y="173"/>
                  <a:pt x="701" y="385"/>
                </a:cubicBezTo>
                <a:lnTo>
                  <a:pt x="701" y="401"/>
                </a:lnTo>
                <a:cubicBezTo>
                  <a:pt x="701" y="556"/>
                  <a:pt x="575" y="681"/>
                  <a:pt x="421" y="681"/>
                </a:cubicBezTo>
                <a:cubicBezTo>
                  <a:pt x="219" y="681"/>
                  <a:pt x="40" y="829"/>
                  <a:pt x="22" y="1028"/>
                </a:cubicBezTo>
                <a:cubicBezTo>
                  <a:pt x="0" y="1257"/>
                  <a:pt x="179" y="1450"/>
                  <a:pt x="405" y="1450"/>
                </a:cubicBezTo>
                <a:lnTo>
                  <a:pt x="421" y="1450"/>
                </a:lnTo>
                <a:cubicBezTo>
                  <a:pt x="575" y="1450"/>
                  <a:pt x="701" y="1575"/>
                  <a:pt x="701" y="1731"/>
                </a:cubicBezTo>
                <a:cubicBezTo>
                  <a:pt x="701" y="1931"/>
                  <a:pt x="848" y="2110"/>
                  <a:pt x="1048" y="2130"/>
                </a:cubicBezTo>
                <a:cubicBezTo>
                  <a:pt x="1060" y="2131"/>
                  <a:pt x="1073" y="2131"/>
                  <a:pt x="1085" y="2131"/>
                </a:cubicBezTo>
                <a:cubicBezTo>
                  <a:pt x="1297" y="2131"/>
                  <a:pt x="1469" y="1960"/>
                  <a:pt x="1469" y="1747"/>
                </a:cubicBezTo>
                <a:lnTo>
                  <a:pt x="1469" y="1731"/>
                </a:lnTo>
                <a:cubicBezTo>
                  <a:pt x="1469" y="1575"/>
                  <a:pt x="1594" y="1450"/>
                  <a:pt x="1750" y="1450"/>
                </a:cubicBezTo>
                <a:lnTo>
                  <a:pt x="1766" y="1450"/>
                </a:lnTo>
                <a:cubicBezTo>
                  <a:pt x="1991" y="1450"/>
                  <a:pt x="2170" y="1257"/>
                  <a:pt x="2149" y="1028"/>
                </a:cubicBezTo>
                <a:cubicBezTo>
                  <a:pt x="2130" y="829"/>
                  <a:pt x="1950" y="681"/>
                  <a:pt x="1750" y="681"/>
                </a:cubicBezTo>
                <a:cubicBezTo>
                  <a:pt x="1594" y="681"/>
                  <a:pt x="1469" y="556"/>
                  <a:pt x="1469" y="401"/>
                </a:cubicBezTo>
                <a:cubicBezTo>
                  <a:pt x="1469" y="200"/>
                  <a:pt x="1322" y="21"/>
                  <a:pt x="1123" y="2"/>
                </a:cubicBezTo>
                <a:cubicBezTo>
                  <a:pt x="1110" y="1"/>
                  <a:pt x="1098" y="0"/>
                  <a:pt x="108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2" name="Google Shape;802;p32"/>
          <p:cNvSpPr/>
          <p:nvPr/>
        </p:nvSpPr>
        <p:spPr>
          <a:xfrm>
            <a:off x="8070847" y="4459223"/>
            <a:ext cx="147427" cy="144779"/>
          </a:xfrm>
          <a:custGeom>
            <a:avLst/>
            <a:gdLst/>
            <a:ahLst/>
            <a:cxnLst/>
            <a:rect l="l" t="t" r="r" b="b"/>
            <a:pathLst>
              <a:path w="2171" h="2132" extrusionOk="0">
                <a:moveTo>
                  <a:pt x="1086" y="1"/>
                </a:moveTo>
                <a:cubicBezTo>
                  <a:pt x="874" y="1"/>
                  <a:pt x="701" y="172"/>
                  <a:pt x="701" y="385"/>
                </a:cubicBezTo>
                <a:lnTo>
                  <a:pt x="701" y="401"/>
                </a:lnTo>
                <a:cubicBezTo>
                  <a:pt x="701" y="557"/>
                  <a:pt x="576" y="682"/>
                  <a:pt x="421" y="682"/>
                </a:cubicBezTo>
                <a:cubicBezTo>
                  <a:pt x="220" y="682"/>
                  <a:pt x="40" y="828"/>
                  <a:pt x="22" y="1028"/>
                </a:cubicBezTo>
                <a:cubicBezTo>
                  <a:pt x="0" y="1258"/>
                  <a:pt x="179" y="1451"/>
                  <a:pt x="405" y="1451"/>
                </a:cubicBezTo>
                <a:lnTo>
                  <a:pt x="421" y="1451"/>
                </a:lnTo>
                <a:cubicBezTo>
                  <a:pt x="576" y="1451"/>
                  <a:pt x="701" y="1576"/>
                  <a:pt x="701" y="1730"/>
                </a:cubicBezTo>
                <a:cubicBezTo>
                  <a:pt x="701" y="1932"/>
                  <a:pt x="848" y="2111"/>
                  <a:pt x="1048" y="2130"/>
                </a:cubicBezTo>
                <a:cubicBezTo>
                  <a:pt x="1060" y="2131"/>
                  <a:pt x="1073" y="2132"/>
                  <a:pt x="1085" y="2132"/>
                </a:cubicBezTo>
                <a:cubicBezTo>
                  <a:pt x="1298" y="2132"/>
                  <a:pt x="1469" y="1959"/>
                  <a:pt x="1469" y="1747"/>
                </a:cubicBezTo>
                <a:lnTo>
                  <a:pt x="1469" y="1730"/>
                </a:lnTo>
                <a:cubicBezTo>
                  <a:pt x="1469" y="1576"/>
                  <a:pt x="1595" y="1451"/>
                  <a:pt x="1750" y="1451"/>
                </a:cubicBezTo>
                <a:lnTo>
                  <a:pt x="1766" y="1451"/>
                </a:lnTo>
                <a:cubicBezTo>
                  <a:pt x="1991" y="1451"/>
                  <a:pt x="2170" y="1258"/>
                  <a:pt x="2149" y="1028"/>
                </a:cubicBezTo>
                <a:cubicBezTo>
                  <a:pt x="2130" y="828"/>
                  <a:pt x="1951" y="682"/>
                  <a:pt x="1750" y="682"/>
                </a:cubicBezTo>
                <a:cubicBezTo>
                  <a:pt x="1595" y="682"/>
                  <a:pt x="1469" y="557"/>
                  <a:pt x="1469" y="401"/>
                </a:cubicBezTo>
                <a:cubicBezTo>
                  <a:pt x="1469" y="201"/>
                  <a:pt x="1323" y="22"/>
                  <a:pt x="1123" y="2"/>
                </a:cubicBezTo>
                <a:cubicBezTo>
                  <a:pt x="1110" y="1"/>
                  <a:pt x="1098" y="1"/>
                  <a:pt x="108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03" name="Google Shape;803;p32"/>
          <p:cNvGrpSpPr/>
          <p:nvPr/>
        </p:nvGrpSpPr>
        <p:grpSpPr>
          <a:xfrm rot="-450217">
            <a:off x="7890765" y="740818"/>
            <a:ext cx="944509" cy="903601"/>
            <a:chOff x="630776" y="3608409"/>
            <a:chExt cx="1141002" cy="1091584"/>
          </a:xfrm>
        </p:grpSpPr>
        <p:sp>
          <p:nvSpPr>
            <p:cNvPr id="804" name="Google Shape;804;p32"/>
            <p:cNvSpPr/>
            <p:nvPr/>
          </p:nvSpPr>
          <p:spPr>
            <a:xfrm rot="-162658">
              <a:off x="654784" y="3633675"/>
              <a:ext cx="1092986" cy="1041053"/>
            </a:xfrm>
            <a:custGeom>
              <a:avLst/>
              <a:gdLst/>
              <a:ahLst/>
              <a:cxnLst/>
              <a:rect l="l" t="t" r="r" b="b"/>
              <a:pathLst>
                <a:path w="34179" h="32555" extrusionOk="0">
                  <a:moveTo>
                    <a:pt x="14496" y="1876"/>
                  </a:moveTo>
                  <a:cubicBezTo>
                    <a:pt x="14540" y="1876"/>
                    <a:pt x="14583" y="1882"/>
                    <a:pt x="14622" y="1895"/>
                  </a:cubicBezTo>
                  <a:lnTo>
                    <a:pt x="14679" y="1914"/>
                  </a:lnTo>
                  <a:cubicBezTo>
                    <a:pt x="14792" y="1954"/>
                    <a:pt x="14877" y="2033"/>
                    <a:pt x="14927" y="2147"/>
                  </a:cubicBezTo>
                  <a:cubicBezTo>
                    <a:pt x="14983" y="2272"/>
                    <a:pt x="14983" y="2424"/>
                    <a:pt x="14929" y="2554"/>
                  </a:cubicBezTo>
                  <a:cubicBezTo>
                    <a:pt x="14670" y="3167"/>
                    <a:pt x="14356" y="4141"/>
                    <a:pt x="14335" y="5284"/>
                  </a:cubicBezTo>
                  <a:lnTo>
                    <a:pt x="14314" y="6659"/>
                  </a:lnTo>
                  <a:lnTo>
                    <a:pt x="15926" y="6057"/>
                  </a:lnTo>
                  <a:lnTo>
                    <a:pt x="16092" y="5827"/>
                  </a:lnTo>
                  <a:cubicBezTo>
                    <a:pt x="16385" y="5420"/>
                    <a:pt x="16727" y="5122"/>
                    <a:pt x="17105" y="4941"/>
                  </a:cubicBezTo>
                  <a:cubicBezTo>
                    <a:pt x="17275" y="4861"/>
                    <a:pt x="17453" y="4821"/>
                    <a:pt x="17629" y="4821"/>
                  </a:cubicBezTo>
                  <a:cubicBezTo>
                    <a:pt x="17896" y="4821"/>
                    <a:pt x="18158" y="4912"/>
                    <a:pt x="18383" y="5090"/>
                  </a:cubicBezTo>
                  <a:lnTo>
                    <a:pt x="18696" y="5336"/>
                  </a:lnTo>
                  <a:lnTo>
                    <a:pt x="19090" y="5282"/>
                  </a:lnTo>
                  <a:cubicBezTo>
                    <a:pt x="19694" y="5201"/>
                    <a:pt x="20267" y="5160"/>
                    <a:pt x="20794" y="5160"/>
                  </a:cubicBezTo>
                  <a:cubicBezTo>
                    <a:pt x="25475" y="5160"/>
                    <a:pt x="28381" y="7853"/>
                    <a:pt x="29994" y="10112"/>
                  </a:cubicBezTo>
                  <a:cubicBezTo>
                    <a:pt x="31491" y="12213"/>
                    <a:pt x="32301" y="14767"/>
                    <a:pt x="32274" y="17304"/>
                  </a:cubicBezTo>
                  <a:cubicBezTo>
                    <a:pt x="32247" y="20346"/>
                    <a:pt x="31086" y="23216"/>
                    <a:pt x="28915" y="25602"/>
                  </a:cubicBezTo>
                  <a:cubicBezTo>
                    <a:pt x="26667" y="28068"/>
                    <a:pt x="23475" y="29764"/>
                    <a:pt x="19926" y="30376"/>
                  </a:cubicBezTo>
                  <a:cubicBezTo>
                    <a:pt x="18762" y="30580"/>
                    <a:pt x="17586" y="30682"/>
                    <a:pt x="16431" y="30682"/>
                  </a:cubicBezTo>
                  <a:cubicBezTo>
                    <a:pt x="13605" y="30682"/>
                    <a:pt x="10889" y="30074"/>
                    <a:pt x="8360" y="28876"/>
                  </a:cubicBezTo>
                  <a:cubicBezTo>
                    <a:pt x="4700" y="27145"/>
                    <a:pt x="2294" y="23547"/>
                    <a:pt x="2082" y="19483"/>
                  </a:cubicBezTo>
                  <a:cubicBezTo>
                    <a:pt x="1896" y="16050"/>
                    <a:pt x="2829" y="13184"/>
                    <a:pt x="4853" y="10959"/>
                  </a:cubicBezTo>
                  <a:cubicBezTo>
                    <a:pt x="6106" y="9584"/>
                    <a:pt x="7763" y="8490"/>
                    <a:pt x="9777" y="7711"/>
                  </a:cubicBezTo>
                  <a:lnTo>
                    <a:pt x="10107" y="7582"/>
                  </a:lnTo>
                  <a:lnTo>
                    <a:pt x="10270" y="7268"/>
                  </a:lnTo>
                  <a:cubicBezTo>
                    <a:pt x="10328" y="7157"/>
                    <a:pt x="10407" y="7071"/>
                    <a:pt x="10504" y="7011"/>
                  </a:cubicBezTo>
                  <a:cubicBezTo>
                    <a:pt x="10680" y="6900"/>
                    <a:pt x="10942" y="6845"/>
                    <a:pt x="11270" y="6845"/>
                  </a:cubicBezTo>
                  <a:cubicBezTo>
                    <a:pt x="11498" y="6845"/>
                    <a:pt x="11758" y="6872"/>
                    <a:pt x="12044" y="6927"/>
                  </a:cubicBezTo>
                  <a:lnTo>
                    <a:pt x="12233" y="6962"/>
                  </a:lnTo>
                  <a:lnTo>
                    <a:pt x="12420" y="6921"/>
                  </a:lnTo>
                  <a:cubicBezTo>
                    <a:pt x="12689" y="6864"/>
                    <a:pt x="12964" y="6810"/>
                    <a:pt x="13236" y="6763"/>
                  </a:cubicBezTo>
                  <a:lnTo>
                    <a:pt x="14208" y="6596"/>
                  </a:lnTo>
                  <a:lnTo>
                    <a:pt x="13990" y="5633"/>
                  </a:lnTo>
                  <a:cubicBezTo>
                    <a:pt x="13709" y="4397"/>
                    <a:pt x="13729" y="3242"/>
                    <a:pt x="14045" y="2198"/>
                  </a:cubicBezTo>
                  <a:cubicBezTo>
                    <a:pt x="14080" y="2081"/>
                    <a:pt x="14158" y="1990"/>
                    <a:pt x="14271" y="1930"/>
                  </a:cubicBezTo>
                  <a:cubicBezTo>
                    <a:pt x="14341" y="1894"/>
                    <a:pt x="14421" y="1876"/>
                    <a:pt x="14496" y="1876"/>
                  </a:cubicBezTo>
                  <a:close/>
                  <a:moveTo>
                    <a:pt x="14490" y="0"/>
                  </a:moveTo>
                  <a:cubicBezTo>
                    <a:pt x="14114" y="0"/>
                    <a:pt x="13739" y="90"/>
                    <a:pt x="13403" y="266"/>
                  </a:cubicBezTo>
                  <a:cubicBezTo>
                    <a:pt x="12844" y="557"/>
                    <a:pt x="12434" y="1049"/>
                    <a:pt x="12252" y="1650"/>
                  </a:cubicBezTo>
                  <a:cubicBezTo>
                    <a:pt x="11931" y="2705"/>
                    <a:pt x="11842" y="3835"/>
                    <a:pt x="11984" y="5017"/>
                  </a:cubicBezTo>
                  <a:cubicBezTo>
                    <a:pt x="11736" y="4985"/>
                    <a:pt x="11499" y="4969"/>
                    <a:pt x="11273" y="4969"/>
                  </a:cubicBezTo>
                  <a:cubicBezTo>
                    <a:pt x="10582" y="4969"/>
                    <a:pt x="9992" y="5119"/>
                    <a:pt x="9513" y="5419"/>
                  </a:cubicBezTo>
                  <a:cubicBezTo>
                    <a:pt x="9238" y="5589"/>
                    <a:pt x="9000" y="5814"/>
                    <a:pt x="8809" y="6078"/>
                  </a:cubicBezTo>
                  <a:cubicBezTo>
                    <a:pt x="6654" y="6957"/>
                    <a:pt x="4859" y="8172"/>
                    <a:pt x="3470" y="9696"/>
                  </a:cubicBezTo>
                  <a:cubicBezTo>
                    <a:pt x="1096" y="12305"/>
                    <a:pt x="0" y="15629"/>
                    <a:pt x="212" y="19580"/>
                  </a:cubicBezTo>
                  <a:cubicBezTo>
                    <a:pt x="462" y="24331"/>
                    <a:pt x="3277" y="28541"/>
                    <a:pt x="7560" y="30568"/>
                  </a:cubicBezTo>
                  <a:cubicBezTo>
                    <a:pt x="10340" y="31886"/>
                    <a:pt x="13325" y="32554"/>
                    <a:pt x="16431" y="32554"/>
                  </a:cubicBezTo>
                  <a:cubicBezTo>
                    <a:pt x="17694" y="32554"/>
                    <a:pt x="18977" y="32442"/>
                    <a:pt x="20248" y="32220"/>
                  </a:cubicBezTo>
                  <a:cubicBezTo>
                    <a:pt x="24203" y="31538"/>
                    <a:pt x="27775" y="29635"/>
                    <a:pt x="30301" y="26860"/>
                  </a:cubicBezTo>
                  <a:cubicBezTo>
                    <a:pt x="32786" y="24127"/>
                    <a:pt x="34117" y="20830"/>
                    <a:pt x="34148" y="17320"/>
                  </a:cubicBezTo>
                  <a:cubicBezTo>
                    <a:pt x="34179" y="14393"/>
                    <a:pt x="33246" y="11445"/>
                    <a:pt x="31520" y="9023"/>
                  </a:cubicBezTo>
                  <a:lnTo>
                    <a:pt x="31519" y="9022"/>
                  </a:lnTo>
                  <a:cubicBezTo>
                    <a:pt x="29649" y="6404"/>
                    <a:pt x="26272" y="3284"/>
                    <a:pt x="20793" y="3284"/>
                  </a:cubicBezTo>
                  <a:cubicBezTo>
                    <a:pt x="20289" y="3284"/>
                    <a:pt x="19755" y="3316"/>
                    <a:pt x="19198" y="3379"/>
                  </a:cubicBezTo>
                  <a:cubicBezTo>
                    <a:pt x="18715" y="3092"/>
                    <a:pt x="18174" y="2946"/>
                    <a:pt x="17628" y="2946"/>
                  </a:cubicBezTo>
                  <a:cubicBezTo>
                    <a:pt x="17327" y="2946"/>
                    <a:pt x="17024" y="2991"/>
                    <a:pt x="16729" y="3081"/>
                  </a:cubicBezTo>
                  <a:cubicBezTo>
                    <a:pt x="16906" y="2527"/>
                    <a:pt x="16875" y="1922"/>
                    <a:pt x="16640" y="1388"/>
                  </a:cubicBezTo>
                  <a:cubicBezTo>
                    <a:pt x="16379" y="799"/>
                    <a:pt x="15904" y="358"/>
                    <a:pt x="15290" y="141"/>
                  </a:cubicBezTo>
                  <a:lnTo>
                    <a:pt x="15211" y="114"/>
                  </a:lnTo>
                  <a:cubicBezTo>
                    <a:pt x="14978" y="38"/>
                    <a:pt x="14734" y="0"/>
                    <a:pt x="14490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32"/>
            <p:cNvSpPr/>
            <p:nvPr/>
          </p:nvSpPr>
          <p:spPr>
            <a:xfrm rot="-162658">
              <a:off x="685039" y="3663666"/>
              <a:ext cx="1032675" cy="981190"/>
            </a:xfrm>
            <a:custGeom>
              <a:avLst/>
              <a:gdLst/>
              <a:ahLst/>
              <a:cxnLst/>
              <a:rect l="l" t="t" r="r" b="b"/>
              <a:pathLst>
                <a:path w="32293" h="30683" extrusionOk="0">
                  <a:moveTo>
                    <a:pt x="13545" y="1"/>
                  </a:moveTo>
                  <a:cubicBezTo>
                    <a:pt x="13318" y="1"/>
                    <a:pt x="13092" y="55"/>
                    <a:pt x="12888" y="162"/>
                  </a:cubicBezTo>
                  <a:cubicBezTo>
                    <a:pt x="12553" y="337"/>
                    <a:pt x="12309" y="629"/>
                    <a:pt x="12200" y="987"/>
                  </a:cubicBezTo>
                  <a:cubicBezTo>
                    <a:pt x="11776" y="2379"/>
                    <a:pt x="11867" y="3754"/>
                    <a:pt x="12127" y="4902"/>
                  </a:cubicBezTo>
                  <a:cubicBezTo>
                    <a:pt x="11863" y="4947"/>
                    <a:pt x="11576" y="5001"/>
                    <a:pt x="11271" y="5069"/>
                  </a:cubicBezTo>
                  <a:cubicBezTo>
                    <a:pt x="10927" y="5003"/>
                    <a:pt x="10610" y="4970"/>
                    <a:pt x="10321" y="4970"/>
                  </a:cubicBezTo>
                  <a:cubicBezTo>
                    <a:pt x="9812" y="4970"/>
                    <a:pt x="9390" y="5073"/>
                    <a:pt x="9060" y="5279"/>
                  </a:cubicBezTo>
                  <a:cubicBezTo>
                    <a:pt x="8868" y="5399"/>
                    <a:pt x="8650" y="5595"/>
                    <a:pt x="8492" y="5900"/>
                  </a:cubicBezTo>
                  <a:cubicBezTo>
                    <a:pt x="6701" y="6595"/>
                    <a:pt x="4771" y="7682"/>
                    <a:pt x="3214" y="9391"/>
                  </a:cubicBezTo>
                  <a:cubicBezTo>
                    <a:pt x="1015" y="11809"/>
                    <a:pt x="0" y="14905"/>
                    <a:pt x="199" y="18595"/>
                  </a:cubicBezTo>
                  <a:cubicBezTo>
                    <a:pt x="430" y="23003"/>
                    <a:pt x="3041" y="26908"/>
                    <a:pt x="7011" y="28785"/>
                  </a:cubicBezTo>
                  <a:cubicBezTo>
                    <a:pt x="9667" y="30043"/>
                    <a:pt x="12516" y="30682"/>
                    <a:pt x="15482" y="30682"/>
                  </a:cubicBezTo>
                  <a:cubicBezTo>
                    <a:pt x="16690" y="30682"/>
                    <a:pt x="17921" y="30574"/>
                    <a:pt x="19138" y="30362"/>
                  </a:cubicBezTo>
                  <a:cubicBezTo>
                    <a:pt x="22891" y="29715"/>
                    <a:pt x="26271" y="27916"/>
                    <a:pt x="28658" y="25296"/>
                  </a:cubicBezTo>
                  <a:cubicBezTo>
                    <a:pt x="30986" y="22736"/>
                    <a:pt x="32232" y="19652"/>
                    <a:pt x="32261" y="16376"/>
                  </a:cubicBezTo>
                  <a:cubicBezTo>
                    <a:pt x="32292" y="13642"/>
                    <a:pt x="31421" y="10890"/>
                    <a:pt x="29809" y="8630"/>
                  </a:cubicBezTo>
                  <a:cubicBezTo>
                    <a:pt x="28067" y="6191"/>
                    <a:pt x="24926" y="3284"/>
                    <a:pt x="19846" y="3284"/>
                  </a:cubicBezTo>
                  <a:cubicBezTo>
                    <a:pt x="19249" y="3284"/>
                    <a:pt x="18636" y="3330"/>
                    <a:pt x="18016" y="3416"/>
                  </a:cubicBezTo>
                  <a:cubicBezTo>
                    <a:pt x="17625" y="3106"/>
                    <a:pt x="17158" y="2945"/>
                    <a:pt x="16682" y="2945"/>
                  </a:cubicBezTo>
                  <a:cubicBezTo>
                    <a:pt x="16370" y="2945"/>
                    <a:pt x="16055" y="3014"/>
                    <a:pt x="15756" y="3157"/>
                  </a:cubicBezTo>
                  <a:cubicBezTo>
                    <a:pt x="15227" y="3408"/>
                    <a:pt x="14770" y="3805"/>
                    <a:pt x="14385" y="4343"/>
                  </a:cubicBezTo>
                  <a:cubicBezTo>
                    <a:pt x="14365" y="4352"/>
                    <a:pt x="14344" y="4357"/>
                    <a:pt x="14325" y="4365"/>
                  </a:cubicBezTo>
                  <a:cubicBezTo>
                    <a:pt x="14343" y="3362"/>
                    <a:pt x="14627" y="2499"/>
                    <a:pt x="14845" y="1980"/>
                  </a:cubicBezTo>
                  <a:cubicBezTo>
                    <a:pt x="15000" y="1612"/>
                    <a:pt x="14997" y="1193"/>
                    <a:pt x="14837" y="831"/>
                  </a:cubicBezTo>
                  <a:cubicBezTo>
                    <a:pt x="14682" y="480"/>
                    <a:pt x="14400" y="218"/>
                    <a:pt x="14042" y="92"/>
                  </a:cubicBezTo>
                  <a:lnTo>
                    <a:pt x="13974" y="68"/>
                  </a:lnTo>
                  <a:cubicBezTo>
                    <a:pt x="13835" y="23"/>
                    <a:pt x="13690" y="1"/>
                    <a:pt x="135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32"/>
            <p:cNvSpPr/>
            <p:nvPr/>
          </p:nvSpPr>
          <p:spPr>
            <a:xfrm rot="-162658">
              <a:off x="724831" y="3819570"/>
              <a:ext cx="944063" cy="763386"/>
            </a:xfrm>
            <a:custGeom>
              <a:avLst/>
              <a:gdLst/>
              <a:ahLst/>
              <a:cxnLst/>
              <a:rect l="l" t="t" r="r" b="b"/>
              <a:pathLst>
                <a:path w="29522" h="23872" extrusionOk="0">
                  <a:moveTo>
                    <a:pt x="18938" y="1"/>
                  </a:moveTo>
                  <a:cubicBezTo>
                    <a:pt x="17151" y="1"/>
                    <a:pt x="15085" y="434"/>
                    <a:pt x="12708" y="1508"/>
                  </a:cubicBezTo>
                  <a:cubicBezTo>
                    <a:pt x="12708" y="1508"/>
                    <a:pt x="1" y="2017"/>
                    <a:pt x="614" y="13521"/>
                  </a:cubicBezTo>
                  <a:cubicBezTo>
                    <a:pt x="810" y="17211"/>
                    <a:pt x="3007" y="20525"/>
                    <a:pt x="6347" y="22104"/>
                  </a:cubicBezTo>
                  <a:cubicBezTo>
                    <a:pt x="8381" y="23067"/>
                    <a:pt x="11042" y="23871"/>
                    <a:pt x="14255" y="23871"/>
                  </a:cubicBezTo>
                  <a:cubicBezTo>
                    <a:pt x="15343" y="23871"/>
                    <a:pt x="16496" y="23779"/>
                    <a:pt x="17708" y="23569"/>
                  </a:cubicBezTo>
                  <a:cubicBezTo>
                    <a:pt x="21008" y="22997"/>
                    <a:pt x="24094" y="21468"/>
                    <a:pt x="26350" y="18993"/>
                  </a:cubicBezTo>
                  <a:cubicBezTo>
                    <a:pt x="28007" y="17173"/>
                    <a:pt x="29466" y="14618"/>
                    <a:pt x="29499" y="11257"/>
                  </a:cubicBezTo>
                  <a:cubicBezTo>
                    <a:pt x="29521" y="8869"/>
                    <a:pt x="28761" y="6524"/>
                    <a:pt x="27375" y="4581"/>
                  </a:cubicBezTo>
                  <a:cubicBezTo>
                    <a:pt x="25861" y="2456"/>
                    <a:pt x="23191" y="1"/>
                    <a:pt x="1893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32"/>
            <p:cNvSpPr/>
            <p:nvPr/>
          </p:nvSpPr>
          <p:spPr>
            <a:xfrm rot="-162658">
              <a:off x="687617" y="3768589"/>
              <a:ext cx="1032611" cy="876173"/>
            </a:xfrm>
            <a:custGeom>
              <a:avLst/>
              <a:gdLst/>
              <a:ahLst/>
              <a:cxnLst/>
              <a:rect l="l" t="t" r="r" b="b"/>
              <a:pathLst>
                <a:path w="32291" h="27399" extrusionOk="0">
                  <a:moveTo>
                    <a:pt x="19843" y="983"/>
                  </a:moveTo>
                  <a:cubicBezTo>
                    <a:pt x="24504" y="983"/>
                    <a:pt x="27400" y="3665"/>
                    <a:pt x="29007" y="5913"/>
                  </a:cubicBezTo>
                  <a:cubicBezTo>
                    <a:pt x="30498" y="8007"/>
                    <a:pt x="31305" y="10551"/>
                    <a:pt x="31278" y="13078"/>
                  </a:cubicBezTo>
                  <a:cubicBezTo>
                    <a:pt x="31251" y="16109"/>
                    <a:pt x="30094" y="18968"/>
                    <a:pt x="27931" y="21345"/>
                  </a:cubicBezTo>
                  <a:cubicBezTo>
                    <a:pt x="25690" y="23805"/>
                    <a:pt x="22508" y="25496"/>
                    <a:pt x="18970" y="26106"/>
                  </a:cubicBezTo>
                  <a:cubicBezTo>
                    <a:pt x="17806" y="26310"/>
                    <a:pt x="16633" y="26413"/>
                    <a:pt x="15481" y="26413"/>
                  </a:cubicBezTo>
                  <a:cubicBezTo>
                    <a:pt x="12662" y="26413"/>
                    <a:pt x="9954" y="25808"/>
                    <a:pt x="7431" y="24612"/>
                  </a:cubicBezTo>
                  <a:cubicBezTo>
                    <a:pt x="3787" y="22887"/>
                    <a:pt x="1391" y="19303"/>
                    <a:pt x="1178" y="15257"/>
                  </a:cubicBezTo>
                  <a:cubicBezTo>
                    <a:pt x="995" y="11839"/>
                    <a:pt x="1923" y="8982"/>
                    <a:pt x="3939" y="6768"/>
                  </a:cubicBezTo>
                  <a:cubicBezTo>
                    <a:pt x="7152" y="3242"/>
                    <a:pt x="12124" y="2546"/>
                    <a:pt x="13572" y="2417"/>
                  </a:cubicBezTo>
                  <a:cubicBezTo>
                    <a:pt x="13624" y="2412"/>
                    <a:pt x="13675" y="2398"/>
                    <a:pt x="13723" y="2379"/>
                  </a:cubicBezTo>
                  <a:cubicBezTo>
                    <a:pt x="15871" y="1452"/>
                    <a:pt x="17930" y="983"/>
                    <a:pt x="19843" y="983"/>
                  </a:cubicBezTo>
                  <a:close/>
                  <a:moveTo>
                    <a:pt x="19844" y="1"/>
                  </a:moveTo>
                  <a:cubicBezTo>
                    <a:pt x="17819" y="1"/>
                    <a:pt x="15654" y="487"/>
                    <a:pt x="13407" y="1446"/>
                  </a:cubicBezTo>
                  <a:cubicBezTo>
                    <a:pt x="11777" y="1600"/>
                    <a:pt x="6611" y="2380"/>
                    <a:pt x="3214" y="6107"/>
                  </a:cubicBezTo>
                  <a:cubicBezTo>
                    <a:pt x="1014" y="8524"/>
                    <a:pt x="0" y="11621"/>
                    <a:pt x="198" y="15311"/>
                  </a:cubicBezTo>
                  <a:cubicBezTo>
                    <a:pt x="428" y="19718"/>
                    <a:pt x="3039" y="23622"/>
                    <a:pt x="7011" y="25501"/>
                  </a:cubicBezTo>
                  <a:cubicBezTo>
                    <a:pt x="9666" y="26760"/>
                    <a:pt x="12516" y="27398"/>
                    <a:pt x="15482" y="27398"/>
                  </a:cubicBezTo>
                  <a:cubicBezTo>
                    <a:pt x="16690" y="27398"/>
                    <a:pt x="17920" y="27290"/>
                    <a:pt x="19139" y="27077"/>
                  </a:cubicBezTo>
                  <a:cubicBezTo>
                    <a:pt x="22891" y="26430"/>
                    <a:pt x="26272" y="24630"/>
                    <a:pt x="28659" y="22009"/>
                  </a:cubicBezTo>
                  <a:cubicBezTo>
                    <a:pt x="30987" y="19450"/>
                    <a:pt x="32234" y="16366"/>
                    <a:pt x="32262" y="13090"/>
                  </a:cubicBezTo>
                  <a:cubicBezTo>
                    <a:pt x="32290" y="10357"/>
                    <a:pt x="31418" y="7607"/>
                    <a:pt x="29808" y="5346"/>
                  </a:cubicBezTo>
                  <a:cubicBezTo>
                    <a:pt x="28066" y="2907"/>
                    <a:pt x="24924" y="1"/>
                    <a:pt x="198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32"/>
            <p:cNvSpPr/>
            <p:nvPr/>
          </p:nvSpPr>
          <p:spPr>
            <a:xfrm rot="-162658">
              <a:off x="941571" y="3682522"/>
              <a:ext cx="372067" cy="403470"/>
            </a:xfrm>
            <a:custGeom>
              <a:avLst/>
              <a:gdLst/>
              <a:ahLst/>
              <a:cxnLst/>
              <a:rect l="l" t="t" r="r" b="b"/>
              <a:pathLst>
                <a:path w="11635" h="12617" extrusionOk="0">
                  <a:moveTo>
                    <a:pt x="5119" y="1"/>
                  </a:moveTo>
                  <a:cubicBezTo>
                    <a:pt x="4731" y="1"/>
                    <a:pt x="4365" y="250"/>
                    <a:pt x="4248" y="638"/>
                  </a:cubicBezTo>
                  <a:cubicBezTo>
                    <a:pt x="3676" y="2519"/>
                    <a:pt x="4109" y="4379"/>
                    <a:pt x="4583" y="5620"/>
                  </a:cubicBezTo>
                  <a:cubicBezTo>
                    <a:pt x="3839" y="5323"/>
                    <a:pt x="2771" y="4969"/>
                    <a:pt x="1893" y="4969"/>
                  </a:cubicBezTo>
                  <a:cubicBezTo>
                    <a:pt x="1074" y="4969"/>
                    <a:pt x="420" y="5277"/>
                    <a:pt x="349" y="6225"/>
                  </a:cubicBezTo>
                  <a:cubicBezTo>
                    <a:pt x="349" y="6225"/>
                    <a:pt x="407" y="7749"/>
                    <a:pt x="3080" y="7749"/>
                  </a:cubicBezTo>
                  <a:cubicBezTo>
                    <a:pt x="3080" y="7749"/>
                    <a:pt x="1608" y="8067"/>
                    <a:pt x="877" y="8991"/>
                  </a:cubicBezTo>
                  <a:cubicBezTo>
                    <a:pt x="1" y="10098"/>
                    <a:pt x="912" y="11534"/>
                    <a:pt x="2152" y="11534"/>
                  </a:cubicBezTo>
                  <a:cubicBezTo>
                    <a:pt x="2360" y="11534"/>
                    <a:pt x="2577" y="11494"/>
                    <a:pt x="2796" y="11405"/>
                  </a:cubicBezTo>
                  <a:cubicBezTo>
                    <a:pt x="3452" y="11138"/>
                    <a:pt x="4161" y="10549"/>
                    <a:pt x="4719" y="9330"/>
                  </a:cubicBezTo>
                  <a:lnTo>
                    <a:pt x="4719" y="9330"/>
                  </a:lnTo>
                  <a:cubicBezTo>
                    <a:pt x="4719" y="9330"/>
                    <a:pt x="4662" y="10701"/>
                    <a:pt x="5258" y="11718"/>
                  </a:cubicBezTo>
                  <a:cubicBezTo>
                    <a:pt x="5625" y="12343"/>
                    <a:pt x="6205" y="12617"/>
                    <a:pt x="6782" y="12617"/>
                  </a:cubicBezTo>
                  <a:cubicBezTo>
                    <a:pt x="7789" y="12617"/>
                    <a:pt x="8791" y="11784"/>
                    <a:pt x="8655" y="10528"/>
                  </a:cubicBezTo>
                  <a:cubicBezTo>
                    <a:pt x="8600" y="10015"/>
                    <a:pt x="8416" y="9399"/>
                    <a:pt x="8027" y="8669"/>
                  </a:cubicBezTo>
                  <a:lnTo>
                    <a:pt x="8027" y="8669"/>
                  </a:lnTo>
                  <a:cubicBezTo>
                    <a:pt x="8027" y="8669"/>
                    <a:pt x="8806" y="9156"/>
                    <a:pt x="9700" y="9156"/>
                  </a:cubicBezTo>
                  <a:cubicBezTo>
                    <a:pt x="10105" y="9156"/>
                    <a:pt x="10533" y="9056"/>
                    <a:pt x="10924" y="8766"/>
                  </a:cubicBezTo>
                  <a:cubicBezTo>
                    <a:pt x="11472" y="8360"/>
                    <a:pt x="11635" y="7566"/>
                    <a:pt x="11202" y="7035"/>
                  </a:cubicBezTo>
                  <a:cubicBezTo>
                    <a:pt x="10952" y="6729"/>
                    <a:pt x="10527" y="6471"/>
                    <a:pt x="9806" y="6471"/>
                  </a:cubicBezTo>
                  <a:cubicBezTo>
                    <a:pt x="9472" y="6471"/>
                    <a:pt x="9074" y="6526"/>
                    <a:pt x="8600" y="6658"/>
                  </a:cubicBezTo>
                  <a:cubicBezTo>
                    <a:pt x="8600" y="6658"/>
                    <a:pt x="9352" y="6138"/>
                    <a:pt x="9757" y="5364"/>
                  </a:cubicBezTo>
                  <a:cubicBezTo>
                    <a:pt x="10364" y="4204"/>
                    <a:pt x="9411" y="2946"/>
                    <a:pt x="8255" y="2946"/>
                  </a:cubicBezTo>
                  <a:cubicBezTo>
                    <a:pt x="8022" y="2946"/>
                    <a:pt x="7781" y="2997"/>
                    <a:pt x="7542" y="3110"/>
                  </a:cubicBezTo>
                  <a:cubicBezTo>
                    <a:pt x="6867" y="3431"/>
                    <a:pt x="6141" y="4132"/>
                    <a:pt x="5637" y="5585"/>
                  </a:cubicBezTo>
                  <a:cubicBezTo>
                    <a:pt x="5111" y="3829"/>
                    <a:pt x="5593" y="2190"/>
                    <a:pt x="5968" y="1298"/>
                  </a:cubicBezTo>
                  <a:cubicBezTo>
                    <a:pt x="6171" y="815"/>
                    <a:pt x="5951" y="240"/>
                    <a:pt x="5456" y="66"/>
                  </a:cubicBezTo>
                  <a:cubicBezTo>
                    <a:pt x="5438" y="58"/>
                    <a:pt x="5418" y="52"/>
                    <a:pt x="5398" y="45"/>
                  </a:cubicBezTo>
                  <a:cubicBezTo>
                    <a:pt x="5306" y="15"/>
                    <a:pt x="5212" y="1"/>
                    <a:pt x="51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32"/>
            <p:cNvSpPr/>
            <p:nvPr/>
          </p:nvSpPr>
          <p:spPr>
            <a:xfrm rot="-162658">
              <a:off x="936965" y="3666731"/>
              <a:ext cx="387769" cy="434873"/>
            </a:xfrm>
            <a:custGeom>
              <a:avLst/>
              <a:gdLst/>
              <a:ahLst/>
              <a:cxnLst/>
              <a:rect l="l" t="t" r="r" b="b"/>
              <a:pathLst>
                <a:path w="12126" h="13599" extrusionOk="0">
                  <a:moveTo>
                    <a:pt x="5265" y="982"/>
                  </a:moveTo>
                  <a:cubicBezTo>
                    <a:pt x="5309" y="982"/>
                    <a:pt x="5353" y="989"/>
                    <a:pt x="5396" y="1003"/>
                  </a:cubicBezTo>
                  <a:lnTo>
                    <a:pt x="5441" y="1017"/>
                  </a:lnTo>
                  <a:cubicBezTo>
                    <a:pt x="5566" y="1062"/>
                    <a:pt x="5630" y="1156"/>
                    <a:pt x="5660" y="1226"/>
                  </a:cubicBezTo>
                  <a:cubicBezTo>
                    <a:pt x="5711" y="1343"/>
                    <a:pt x="5711" y="1478"/>
                    <a:pt x="5662" y="1597"/>
                  </a:cubicBezTo>
                  <a:cubicBezTo>
                    <a:pt x="5282" y="2492"/>
                    <a:pt x="4736" y="4284"/>
                    <a:pt x="5311" y="6214"/>
                  </a:cubicBezTo>
                  <a:cubicBezTo>
                    <a:pt x="5372" y="6418"/>
                    <a:pt x="5557" y="6559"/>
                    <a:pt x="5771" y="6565"/>
                  </a:cubicBezTo>
                  <a:cubicBezTo>
                    <a:pt x="5978" y="6565"/>
                    <a:pt x="6175" y="6435"/>
                    <a:pt x="6245" y="6235"/>
                  </a:cubicBezTo>
                  <a:cubicBezTo>
                    <a:pt x="6634" y="5115"/>
                    <a:pt x="7190" y="4379"/>
                    <a:pt x="7897" y="4041"/>
                  </a:cubicBezTo>
                  <a:cubicBezTo>
                    <a:pt x="8072" y="3958"/>
                    <a:pt x="8242" y="3923"/>
                    <a:pt x="8402" y="3923"/>
                  </a:cubicBezTo>
                  <a:cubicBezTo>
                    <a:pt x="8756" y="3923"/>
                    <a:pt x="9061" y="4096"/>
                    <a:pt x="9262" y="4305"/>
                  </a:cubicBezTo>
                  <a:cubicBezTo>
                    <a:pt x="9541" y="4596"/>
                    <a:pt x="9742" y="5096"/>
                    <a:pt x="9465" y="5624"/>
                  </a:cubicBezTo>
                  <a:cubicBezTo>
                    <a:pt x="9125" y="6278"/>
                    <a:pt x="8471" y="6739"/>
                    <a:pt x="8466" y="6743"/>
                  </a:cubicBezTo>
                  <a:cubicBezTo>
                    <a:pt x="8268" y="6878"/>
                    <a:pt x="8198" y="7137"/>
                    <a:pt x="8301" y="7355"/>
                  </a:cubicBezTo>
                  <a:cubicBezTo>
                    <a:pt x="8384" y="7530"/>
                    <a:pt x="8559" y="7638"/>
                    <a:pt x="8745" y="7638"/>
                  </a:cubicBezTo>
                  <a:cubicBezTo>
                    <a:pt x="8789" y="7638"/>
                    <a:pt x="8834" y="7632"/>
                    <a:pt x="8878" y="7619"/>
                  </a:cubicBezTo>
                  <a:cubicBezTo>
                    <a:pt x="9211" y="7526"/>
                    <a:pt x="9594" y="7450"/>
                    <a:pt x="9953" y="7450"/>
                  </a:cubicBezTo>
                  <a:cubicBezTo>
                    <a:pt x="10360" y="7450"/>
                    <a:pt x="10734" y="7548"/>
                    <a:pt x="10968" y="7834"/>
                  </a:cubicBezTo>
                  <a:cubicBezTo>
                    <a:pt x="11104" y="8001"/>
                    <a:pt x="11114" y="8187"/>
                    <a:pt x="11098" y="8314"/>
                  </a:cubicBezTo>
                  <a:cubicBezTo>
                    <a:pt x="11071" y="8529"/>
                    <a:pt x="10953" y="8729"/>
                    <a:pt x="10775" y="8861"/>
                  </a:cubicBezTo>
                  <a:cubicBezTo>
                    <a:pt x="10483" y="9077"/>
                    <a:pt x="10155" y="9152"/>
                    <a:pt x="9838" y="9152"/>
                  </a:cubicBezTo>
                  <a:cubicBezTo>
                    <a:pt x="9107" y="9152"/>
                    <a:pt x="8438" y="8748"/>
                    <a:pt x="8430" y="8742"/>
                  </a:cubicBezTo>
                  <a:cubicBezTo>
                    <a:pt x="8350" y="8692"/>
                    <a:pt x="8260" y="8668"/>
                    <a:pt x="8171" y="8668"/>
                  </a:cubicBezTo>
                  <a:cubicBezTo>
                    <a:pt x="8049" y="8668"/>
                    <a:pt x="7929" y="8713"/>
                    <a:pt x="7835" y="8800"/>
                  </a:cubicBezTo>
                  <a:cubicBezTo>
                    <a:pt x="7671" y="8952"/>
                    <a:pt x="7631" y="9194"/>
                    <a:pt x="7736" y="9390"/>
                  </a:cubicBezTo>
                  <a:cubicBezTo>
                    <a:pt x="8062" y="9999"/>
                    <a:pt x="8255" y="10566"/>
                    <a:pt x="8310" y="11070"/>
                  </a:cubicBezTo>
                  <a:cubicBezTo>
                    <a:pt x="8399" y="11896"/>
                    <a:pt x="7859" y="12380"/>
                    <a:pt x="7368" y="12542"/>
                  </a:cubicBezTo>
                  <a:cubicBezTo>
                    <a:pt x="7230" y="12588"/>
                    <a:pt x="7079" y="12615"/>
                    <a:pt x="6923" y="12615"/>
                  </a:cubicBezTo>
                  <a:cubicBezTo>
                    <a:pt x="6530" y="12615"/>
                    <a:pt x="6111" y="12442"/>
                    <a:pt x="5826" y="11959"/>
                  </a:cubicBezTo>
                  <a:cubicBezTo>
                    <a:pt x="5312" y="11085"/>
                    <a:pt x="5355" y="9854"/>
                    <a:pt x="5355" y="9842"/>
                  </a:cubicBezTo>
                  <a:cubicBezTo>
                    <a:pt x="5363" y="9608"/>
                    <a:pt x="5206" y="9399"/>
                    <a:pt x="4978" y="9344"/>
                  </a:cubicBezTo>
                  <a:cubicBezTo>
                    <a:pt x="4940" y="9334"/>
                    <a:pt x="4902" y="9330"/>
                    <a:pt x="4864" y="9330"/>
                  </a:cubicBezTo>
                  <a:cubicBezTo>
                    <a:pt x="4675" y="9330"/>
                    <a:pt x="4498" y="9439"/>
                    <a:pt x="4420" y="9619"/>
                  </a:cubicBezTo>
                  <a:cubicBezTo>
                    <a:pt x="3991" y="10555"/>
                    <a:pt x="3432" y="11168"/>
                    <a:pt x="2758" y="11442"/>
                  </a:cubicBezTo>
                  <a:cubicBezTo>
                    <a:pt x="2596" y="11508"/>
                    <a:pt x="2442" y="11536"/>
                    <a:pt x="2298" y="11536"/>
                  </a:cubicBezTo>
                  <a:cubicBezTo>
                    <a:pt x="1894" y="11536"/>
                    <a:pt x="1570" y="11313"/>
                    <a:pt x="1388" y="11070"/>
                  </a:cubicBezTo>
                  <a:cubicBezTo>
                    <a:pt x="1275" y="10918"/>
                    <a:pt x="942" y="10380"/>
                    <a:pt x="1411" y="9787"/>
                  </a:cubicBezTo>
                  <a:cubicBezTo>
                    <a:pt x="2020" y="9017"/>
                    <a:pt x="3320" y="8724"/>
                    <a:pt x="3333" y="8720"/>
                  </a:cubicBezTo>
                  <a:cubicBezTo>
                    <a:pt x="3577" y="8666"/>
                    <a:pt x="3743" y="8438"/>
                    <a:pt x="3716" y="8188"/>
                  </a:cubicBezTo>
                  <a:cubicBezTo>
                    <a:pt x="3691" y="7937"/>
                    <a:pt x="3479" y="7749"/>
                    <a:pt x="3228" y="7749"/>
                  </a:cubicBezTo>
                  <a:cubicBezTo>
                    <a:pt x="1237" y="7749"/>
                    <a:pt x="1014" y="6850"/>
                    <a:pt x="990" y="6714"/>
                  </a:cubicBezTo>
                  <a:cubicBezTo>
                    <a:pt x="1028" y="6327"/>
                    <a:pt x="1188" y="6185"/>
                    <a:pt x="1306" y="6111"/>
                  </a:cubicBezTo>
                  <a:cubicBezTo>
                    <a:pt x="1477" y="6004"/>
                    <a:pt x="1725" y="5952"/>
                    <a:pt x="2035" y="5952"/>
                  </a:cubicBezTo>
                  <a:cubicBezTo>
                    <a:pt x="2659" y="5952"/>
                    <a:pt x="3536" y="6162"/>
                    <a:pt x="4548" y="6568"/>
                  </a:cubicBezTo>
                  <a:cubicBezTo>
                    <a:pt x="4607" y="6591"/>
                    <a:pt x="4668" y="6602"/>
                    <a:pt x="4729" y="6602"/>
                  </a:cubicBezTo>
                  <a:cubicBezTo>
                    <a:pt x="4856" y="6602"/>
                    <a:pt x="4981" y="6553"/>
                    <a:pt x="5075" y="6461"/>
                  </a:cubicBezTo>
                  <a:cubicBezTo>
                    <a:pt x="5214" y="6325"/>
                    <a:pt x="5259" y="6119"/>
                    <a:pt x="5190" y="5937"/>
                  </a:cubicBezTo>
                  <a:cubicBezTo>
                    <a:pt x="4747" y="4774"/>
                    <a:pt x="4332" y="3022"/>
                    <a:pt x="4865" y="1271"/>
                  </a:cubicBezTo>
                  <a:cubicBezTo>
                    <a:pt x="4896" y="1168"/>
                    <a:pt x="4967" y="1084"/>
                    <a:pt x="5067" y="1031"/>
                  </a:cubicBezTo>
                  <a:cubicBezTo>
                    <a:pt x="5130" y="998"/>
                    <a:pt x="5197" y="982"/>
                    <a:pt x="5265" y="982"/>
                  </a:cubicBezTo>
                  <a:close/>
                  <a:moveTo>
                    <a:pt x="5264" y="1"/>
                  </a:moveTo>
                  <a:cubicBezTo>
                    <a:pt x="5038" y="1"/>
                    <a:pt x="4813" y="55"/>
                    <a:pt x="4609" y="161"/>
                  </a:cubicBezTo>
                  <a:cubicBezTo>
                    <a:pt x="4274" y="335"/>
                    <a:pt x="4030" y="628"/>
                    <a:pt x="3921" y="986"/>
                  </a:cubicBezTo>
                  <a:cubicBezTo>
                    <a:pt x="3447" y="2547"/>
                    <a:pt x="3617" y="4089"/>
                    <a:pt x="3949" y="5310"/>
                  </a:cubicBezTo>
                  <a:cubicBezTo>
                    <a:pt x="3218" y="5081"/>
                    <a:pt x="2582" y="4967"/>
                    <a:pt x="2044" y="4967"/>
                  </a:cubicBezTo>
                  <a:cubicBezTo>
                    <a:pt x="1533" y="4967"/>
                    <a:pt x="1112" y="5070"/>
                    <a:pt x="781" y="5276"/>
                  </a:cubicBezTo>
                  <a:cubicBezTo>
                    <a:pt x="457" y="5478"/>
                    <a:pt x="62" y="5884"/>
                    <a:pt x="2" y="6678"/>
                  </a:cubicBezTo>
                  <a:cubicBezTo>
                    <a:pt x="1" y="6697"/>
                    <a:pt x="0" y="6714"/>
                    <a:pt x="1" y="6734"/>
                  </a:cubicBezTo>
                  <a:cubicBezTo>
                    <a:pt x="3" y="6795"/>
                    <a:pt x="67" y="7916"/>
                    <a:pt x="1460" y="8451"/>
                  </a:cubicBezTo>
                  <a:cubicBezTo>
                    <a:pt x="1158" y="8643"/>
                    <a:pt x="867" y="8881"/>
                    <a:pt x="635" y="9174"/>
                  </a:cubicBezTo>
                  <a:cubicBezTo>
                    <a:pt x="44" y="9923"/>
                    <a:pt x="28" y="10898"/>
                    <a:pt x="598" y="11657"/>
                  </a:cubicBezTo>
                  <a:cubicBezTo>
                    <a:pt x="1014" y="12212"/>
                    <a:pt x="1641" y="12513"/>
                    <a:pt x="2296" y="12513"/>
                  </a:cubicBezTo>
                  <a:cubicBezTo>
                    <a:pt x="2571" y="12513"/>
                    <a:pt x="2852" y="12460"/>
                    <a:pt x="3124" y="12349"/>
                  </a:cubicBezTo>
                  <a:cubicBezTo>
                    <a:pt x="3653" y="12134"/>
                    <a:pt x="4123" y="11781"/>
                    <a:pt x="4528" y="11293"/>
                  </a:cubicBezTo>
                  <a:cubicBezTo>
                    <a:pt x="4619" y="11676"/>
                    <a:pt x="4759" y="12084"/>
                    <a:pt x="4978" y="12456"/>
                  </a:cubicBezTo>
                  <a:cubicBezTo>
                    <a:pt x="5408" y="13186"/>
                    <a:pt x="6140" y="13598"/>
                    <a:pt x="6930" y="13598"/>
                  </a:cubicBezTo>
                  <a:cubicBezTo>
                    <a:pt x="7175" y="13598"/>
                    <a:pt x="7427" y="13558"/>
                    <a:pt x="7675" y="13477"/>
                  </a:cubicBezTo>
                  <a:cubicBezTo>
                    <a:pt x="8580" y="13179"/>
                    <a:pt x="9428" y="12286"/>
                    <a:pt x="9284" y="10968"/>
                  </a:cubicBezTo>
                  <a:cubicBezTo>
                    <a:pt x="9254" y="10672"/>
                    <a:pt x="9186" y="10366"/>
                    <a:pt x="9084" y="10050"/>
                  </a:cubicBezTo>
                  <a:lnTo>
                    <a:pt x="9084" y="10050"/>
                  </a:lnTo>
                  <a:cubicBezTo>
                    <a:pt x="9318" y="10104"/>
                    <a:pt x="9575" y="10141"/>
                    <a:pt x="9842" y="10141"/>
                  </a:cubicBezTo>
                  <a:cubicBezTo>
                    <a:pt x="10336" y="10141"/>
                    <a:pt x="10865" y="10017"/>
                    <a:pt x="11357" y="9653"/>
                  </a:cubicBezTo>
                  <a:cubicBezTo>
                    <a:pt x="11751" y="9362"/>
                    <a:pt x="12009" y="8919"/>
                    <a:pt x="12070" y="8439"/>
                  </a:cubicBezTo>
                  <a:cubicBezTo>
                    <a:pt x="12126" y="7991"/>
                    <a:pt x="12004" y="7557"/>
                    <a:pt x="11726" y="7216"/>
                  </a:cubicBezTo>
                  <a:cubicBezTo>
                    <a:pt x="11439" y="6863"/>
                    <a:pt x="10942" y="6511"/>
                    <a:pt x="10095" y="6475"/>
                  </a:cubicBezTo>
                  <a:cubicBezTo>
                    <a:pt x="10182" y="6352"/>
                    <a:pt x="10263" y="6222"/>
                    <a:pt x="10336" y="6083"/>
                  </a:cubicBezTo>
                  <a:cubicBezTo>
                    <a:pt x="10764" y="5265"/>
                    <a:pt x="10619" y="4302"/>
                    <a:pt x="9969" y="3626"/>
                  </a:cubicBezTo>
                  <a:cubicBezTo>
                    <a:pt x="9540" y="3179"/>
                    <a:pt x="8978" y="2944"/>
                    <a:pt x="8404" y="2944"/>
                  </a:cubicBezTo>
                  <a:cubicBezTo>
                    <a:pt x="8092" y="2944"/>
                    <a:pt x="7776" y="3013"/>
                    <a:pt x="7476" y="3156"/>
                  </a:cubicBezTo>
                  <a:cubicBezTo>
                    <a:pt x="6919" y="3420"/>
                    <a:pt x="6439" y="3846"/>
                    <a:pt x="6041" y="4428"/>
                  </a:cubicBezTo>
                  <a:cubicBezTo>
                    <a:pt x="6048" y="3397"/>
                    <a:pt x="6340" y="2509"/>
                    <a:pt x="6565" y="1979"/>
                  </a:cubicBezTo>
                  <a:cubicBezTo>
                    <a:pt x="6720" y="1611"/>
                    <a:pt x="6717" y="1192"/>
                    <a:pt x="6556" y="830"/>
                  </a:cubicBezTo>
                  <a:cubicBezTo>
                    <a:pt x="6402" y="480"/>
                    <a:pt x="6121" y="217"/>
                    <a:pt x="5763" y="92"/>
                  </a:cubicBezTo>
                  <a:lnTo>
                    <a:pt x="5695" y="69"/>
                  </a:lnTo>
                  <a:cubicBezTo>
                    <a:pt x="5555" y="23"/>
                    <a:pt x="5410" y="1"/>
                    <a:pt x="52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32"/>
            <p:cNvSpPr/>
            <p:nvPr/>
          </p:nvSpPr>
          <p:spPr>
            <a:xfrm rot="-162658">
              <a:off x="1358742" y="4429180"/>
              <a:ext cx="143295" cy="95839"/>
            </a:xfrm>
            <a:custGeom>
              <a:avLst/>
              <a:gdLst/>
              <a:ahLst/>
              <a:cxnLst/>
              <a:rect l="l" t="t" r="r" b="b"/>
              <a:pathLst>
                <a:path w="4481" h="2997" extrusionOk="0">
                  <a:moveTo>
                    <a:pt x="3929" y="0"/>
                  </a:moveTo>
                  <a:cubicBezTo>
                    <a:pt x="3819" y="0"/>
                    <a:pt x="3708" y="37"/>
                    <a:pt x="3617" y="113"/>
                  </a:cubicBezTo>
                  <a:cubicBezTo>
                    <a:pt x="2656" y="906"/>
                    <a:pt x="1563" y="1558"/>
                    <a:pt x="371" y="2051"/>
                  </a:cubicBezTo>
                  <a:cubicBezTo>
                    <a:pt x="119" y="2155"/>
                    <a:pt x="1" y="2442"/>
                    <a:pt x="105" y="2692"/>
                  </a:cubicBezTo>
                  <a:cubicBezTo>
                    <a:pt x="183" y="2881"/>
                    <a:pt x="366" y="2997"/>
                    <a:pt x="559" y="2997"/>
                  </a:cubicBezTo>
                  <a:cubicBezTo>
                    <a:pt x="621" y="2997"/>
                    <a:pt x="685" y="2984"/>
                    <a:pt x="748" y="2958"/>
                  </a:cubicBezTo>
                  <a:cubicBezTo>
                    <a:pt x="2030" y="2427"/>
                    <a:pt x="3206" y="1725"/>
                    <a:pt x="4242" y="870"/>
                  </a:cubicBezTo>
                  <a:cubicBezTo>
                    <a:pt x="4451" y="697"/>
                    <a:pt x="4481" y="388"/>
                    <a:pt x="4308" y="179"/>
                  </a:cubicBezTo>
                  <a:cubicBezTo>
                    <a:pt x="4211" y="61"/>
                    <a:pt x="4071" y="0"/>
                    <a:pt x="39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32"/>
            <p:cNvSpPr/>
            <p:nvPr/>
          </p:nvSpPr>
          <p:spPr>
            <a:xfrm rot="-162658">
              <a:off x="1501200" y="4372180"/>
              <a:ext cx="49918" cy="48255"/>
            </a:xfrm>
            <a:custGeom>
              <a:avLst/>
              <a:gdLst/>
              <a:ahLst/>
              <a:cxnLst/>
              <a:rect l="l" t="t" r="r" b="b"/>
              <a:pathLst>
                <a:path w="1561" h="1509" extrusionOk="0">
                  <a:moveTo>
                    <a:pt x="1010" y="1"/>
                  </a:moveTo>
                  <a:cubicBezTo>
                    <a:pt x="870" y="1"/>
                    <a:pt x="730" y="61"/>
                    <a:pt x="633" y="176"/>
                  </a:cubicBezTo>
                  <a:cubicBezTo>
                    <a:pt x="488" y="349"/>
                    <a:pt x="339" y="518"/>
                    <a:pt x="186" y="680"/>
                  </a:cubicBezTo>
                  <a:cubicBezTo>
                    <a:pt x="0" y="878"/>
                    <a:pt x="10" y="1189"/>
                    <a:pt x="207" y="1375"/>
                  </a:cubicBezTo>
                  <a:cubicBezTo>
                    <a:pt x="302" y="1464"/>
                    <a:pt x="423" y="1508"/>
                    <a:pt x="544" y="1508"/>
                  </a:cubicBezTo>
                  <a:cubicBezTo>
                    <a:pt x="674" y="1508"/>
                    <a:pt x="805" y="1455"/>
                    <a:pt x="903" y="1353"/>
                  </a:cubicBezTo>
                  <a:cubicBezTo>
                    <a:pt x="1068" y="1178"/>
                    <a:pt x="1231" y="995"/>
                    <a:pt x="1387" y="808"/>
                  </a:cubicBezTo>
                  <a:cubicBezTo>
                    <a:pt x="1561" y="599"/>
                    <a:pt x="1534" y="290"/>
                    <a:pt x="1327" y="116"/>
                  </a:cubicBezTo>
                  <a:cubicBezTo>
                    <a:pt x="1234" y="39"/>
                    <a:pt x="1121" y="1"/>
                    <a:pt x="10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5C9443E-AA19-0525-BD6E-F0046012C5BD}"/>
              </a:ext>
            </a:extLst>
          </p:cNvPr>
          <p:cNvSpPr txBox="1"/>
          <p:nvPr/>
        </p:nvSpPr>
        <p:spPr>
          <a:xfrm>
            <a:off x="1304909" y="1243899"/>
            <a:ext cx="6254474" cy="2241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Time-Saving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Healthy Eating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A1320C-0E68-A53A-6D22-235B60F548EE}"/>
              </a:ext>
            </a:extLst>
          </p:cNvPr>
          <p:cNvSpPr txBox="1"/>
          <p:nvPr/>
        </p:nvSpPr>
        <p:spPr>
          <a:xfrm>
            <a:off x="8724049" y="4709588"/>
            <a:ext cx="4304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BD741-D60D-A18D-91B9-B16501C20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indent="-285750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2FD77B-5503-CBB4-CAB5-7B8DE7E9607A}"/>
              </a:ext>
            </a:extLst>
          </p:cNvPr>
          <p:cNvSpPr txBox="1"/>
          <p:nvPr/>
        </p:nvSpPr>
        <p:spPr>
          <a:xfrm>
            <a:off x="964929" y="1300362"/>
            <a:ext cx="781752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lighting conditions can reduce accuracy.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Vegetables with similar shapes or colors may be misclassified.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a high-quality dataset can decrease system performance.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cannot detect internal spoilage (only external appearance).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hardware performance can slow down processing speed.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BC73AEE-063B-B5D7-A782-D5AC45365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5846" y="316673"/>
            <a:ext cx="1418597" cy="1402103"/>
          </a:xfrm>
          <a:prstGeom prst="rect">
            <a:avLst/>
          </a:prstGeom>
        </p:spPr>
      </p:pic>
      <p:grpSp>
        <p:nvGrpSpPr>
          <p:cNvPr id="21" name="Google Shape;2525;p44">
            <a:extLst>
              <a:ext uri="{FF2B5EF4-FFF2-40B4-BE49-F238E27FC236}">
                <a16:creationId xmlns:a16="http://schemas.microsoft.com/office/drawing/2014/main" id="{9B7D7596-8264-C4E1-0C94-42557C86267E}"/>
              </a:ext>
            </a:extLst>
          </p:cNvPr>
          <p:cNvGrpSpPr/>
          <p:nvPr/>
        </p:nvGrpSpPr>
        <p:grpSpPr>
          <a:xfrm>
            <a:off x="560796" y="3885033"/>
            <a:ext cx="1129211" cy="886767"/>
            <a:chOff x="8037323" y="4026050"/>
            <a:chExt cx="475241" cy="434691"/>
          </a:xfrm>
        </p:grpSpPr>
        <p:sp>
          <p:nvSpPr>
            <p:cNvPr id="22" name="Google Shape;2526;p44">
              <a:extLst>
                <a:ext uri="{FF2B5EF4-FFF2-40B4-BE49-F238E27FC236}">
                  <a16:creationId xmlns:a16="http://schemas.microsoft.com/office/drawing/2014/main" id="{38312EA3-D04E-4DE6-7E42-EEEE5DF038DF}"/>
                </a:ext>
              </a:extLst>
            </p:cNvPr>
            <p:cNvSpPr/>
            <p:nvPr/>
          </p:nvSpPr>
          <p:spPr>
            <a:xfrm>
              <a:off x="8037323" y="4026050"/>
              <a:ext cx="475241" cy="434691"/>
            </a:xfrm>
            <a:custGeom>
              <a:avLst/>
              <a:gdLst/>
              <a:ahLst/>
              <a:cxnLst/>
              <a:rect l="l" t="t" r="r" b="b"/>
              <a:pathLst>
                <a:path w="7536" h="6893" extrusionOk="0">
                  <a:moveTo>
                    <a:pt x="3319" y="1"/>
                  </a:moveTo>
                  <a:cubicBezTo>
                    <a:pt x="2894" y="1"/>
                    <a:pt x="2548" y="347"/>
                    <a:pt x="2548" y="771"/>
                  </a:cubicBezTo>
                  <a:cubicBezTo>
                    <a:pt x="2548" y="795"/>
                    <a:pt x="2548" y="815"/>
                    <a:pt x="2552" y="835"/>
                  </a:cubicBezTo>
                  <a:cubicBezTo>
                    <a:pt x="2545" y="832"/>
                    <a:pt x="2542" y="832"/>
                    <a:pt x="2539" y="829"/>
                  </a:cubicBezTo>
                  <a:lnTo>
                    <a:pt x="2511" y="815"/>
                  </a:lnTo>
                  <a:lnTo>
                    <a:pt x="2494" y="774"/>
                  </a:lnTo>
                  <a:cubicBezTo>
                    <a:pt x="2392" y="489"/>
                    <a:pt x="2121" y="296"/>
                    <a:pt x="1819" y="296"/>
                  </a:cubicBezTo>
                  <a:cubicBezTo>
                    <a:pt x="1517" y="296"/>
                    <a:pt x="1246" y="489"/>
                    <a:pt x="1144" y="774"/>
                  </a:cubicBezTo>
                  <a:lnTo>
                    <a:pt x="1130" y="815"/>
                  </a:lnTo>
                  <a:lnTo>
                    <a:pt x="1100" y="829"/>
                  </a:lnTo>
                  <a:cubicBezTo>
                    <a:pt x="849" y="951"/>
                    <a:pt x="686" y="1209"/>
                    <a:pt x="689" y="1490"/>
                  </a:cubicBezTo>
                  <a:cubicBezTo>
                    <a:pt x="693" y="1775"/>
                    <a:pt x="859" y="2030"/>
                    <a:pt x="1114" y="2145"/>
                  </a:cubicBezTo>
                  <a:lnTo>
                    <a:pt x="1130" y="2152"/>
                  </a:lnTo>
                  <a:lnTo>
                    <a:pt x="1147" y="2207"/>
                  </a:lnTo>
                  <a:cubicBezTo>
                    <a:pt x="1154" y="2227"/>
                    <a:pt x="1167" y="2247"/>
                    <a:pt x="1175" y="2268"/>
                  </a:cubicBezTo>
                  <a:cubicBezTo>
                    <a:pt x="849" y="2382"/>
                    <a:pt x="611" y="2691"/>
                    <a:pt x="611" y="3058"/>
                  </a:cubicBezTo>
                  <a:cubicBezTo>
                    <a:pt x="611" y="3278"/>
                    <a:pt x="696" y="3475"/>
                    <a:pt x="832" y="3624"/>
                  </a:cubicBezTo>
                  <a:lnTo>
                    <a:pt x="509" y="3851"/>
                  </a:lnTo>
                  <a:cubicBezTo>
                    <a:pt x="251" y="4031"/>
                    <a:pt x="79" y="4316"/>
                    <a:pt x="41" y="4629"/>
                  </a:cubicBezTo>
                  <a:cubicBezTo>
                    <a:pt x="0" y="4944"/>
                    <a:pt x="99" y="5263"/>
                    <a:pt x="306" y="5500"/>
                  </a:cubicBezTo>
                  <a:cubicBezTo>
                    <a:pt x="957" y="6250"/>
                    <a:pt x="1863" y="6736"/>
                    <a:pt x="2850" y="6861"/>
                  </a:cubicBezTo>
                  <a:cubicBezTo>
                    <a:pt x="3017" y="6881"/>
                    <a:pt x="3190" y="6892"/>
                    <a:pt x="3366" y="6892"/>
                  </a:cubicBezTo>
                  <a:cubicBezTo>
                    <a:pt x="4197" y="6892"/>
                    <a:pt x="4998" y="6640"/>
                    <a:pt x="5680" y="6166"/>
                  </a:cubicBezTo>
                  <a:cubicBezTo>
                    <a:pt x="6504" y="5589"/>
                    <a:pt x="7085" y="4734"/>
                    <a:pt x="7312" y="3754"/>
                  </a:cubicBezTo>
                  <a:cubicBezTo>
                    <a:pt x="7536" y="2783"/>
                    <a:pt x="7397" y="1765"/>
                    <a:pt x="6919" y="896"/>
                  </a:cubicBezTo>
                  <a:cubicBezTo>
                    <a:pt x="6766" y="619"/>
                    <a:pt x="6501" y="418"/>
                    <a:pt x="6192" y="343"/>
                  </a:cubicBezTo>
                  <a:cubicBezTo>
                    <a:pt x="6110" y="324"/>
                    <a:pt x="6025" y="315"/>
                    <a:pt x="5940" y="315"/>
                  </a:cubicBezTo>
                  <a:cubicBezTo>
                    <a:pt x="5713" y="315"/>
                    <a:pt x="5485" y="382"/>
                    <a:pt x="5300" y="513"/>
                  </a:cubicBezTo>
                  <a:lnTo>
                    <a:pt x="5025" y="707"/>
                  </a:lnTo>
                  <a:cubicBezTo>
                    <a:pt x="4961" y="594"/>
                    <a:pt x="4869" y="503"/>
                    <a:pt x="4758" y="439"/>
                  </a:cubicBezTo>
                  <a:cubicBezTo>
                    <a:pt x="4648" y="177"/>
                    <a:pt x="4394" y="4"/>
                    <a:pt x="4106" y="4"/>
                  </a:cubicBezTo>
                  <a:cubicBezTo>
                    <a:pt x="3970" y="4"/>
                    <a:pt x="3837" y="45"/>
                    <a:pt x="3726" y="116"/>
                  </a:cubicBezTo>
                  <a:cubicBezTo>
                    <a:pt x="3607" y="45"/>
                    <a:pt x="3468" y="1"/>
                    <a:pt x="33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28575" dist="19050" dir="2220000" algn="bl" rotWithShape="0">
                <a:schemeClr val="dk1">
                  <a:alpha val="2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527;p44">
              <a:extLst>
                <a:ext uri="{FF2B5EF4-FFF2-40B4-BE49-F238E27FC236}">
                  <a16:creationId xmlns:a16="http://schemas.microsoft.com/office/drawing/2014/main" id="{FD72E1C1-FCAF-D5FF-6D57-A656D33D3349}"/>
                </a:ext>
              </a:extLst>
            </p:cNvPr>
            <p:cNvSpPr/>
            <p:nvPr/>
          </p:nvSpPr>
          <p:spPr>
            <a:xfrm>
              <a:off x="8087584" y="4097448"/>
              <a:ext cx="391241" cy="313043"/>
            </a:xfrm>
            <a:custGeom>
              <a:avLst/>
              <a:gdLst/>
              <a:ahLst/>
              <a:cxnLst/>
              <a:rect l="l" t="t" r="r" b="b"/>
              <a:pathLst>
                <a:path w="6204" h="4964" extrusionOk="0">
                  <a:moveTo>
                    <a:pt x="5131" y="0"/>
                  </a:moveTo>
                  <a:cubicBezTo>
                    <a:pt x="5066" y="0"/>
                    <a:pt x="4999" y="21"/>
                    <a:pt x="4938" y="61"/>
                  </a:cubicBezTo>
                  <a:lnTo>
                    <a:pt x="194" y="3366"/>
                  </a:lnTo>
                  <a:cubicBezTo>
                    <a:pt x="28" y="3482"/>
                    <a:pt x="1" y="3715"/>
                    <a:pt x="133" y="3864"/>
                  </a:cubicBezTo>
                  <a:cubicBezTo>
                    <a:pt x="764" y="4581"/>
                    <a:pt x="1660" y="4964"/>
                    <a:pt x="2569" y="4964"/>
                  </a:cubicBezTo>
                  <a:cubicBezTo>
                    <a:pt x="3211" y="4964"/>
                    <a:pt x="3859" y="4774"/>
                    <a:pt x="4425" y="4381"/>
                  </a:cubicBezTo>
                  <a:cubicBezTo>
                    <a:pt x="5793" y="3427"/>
                    <a:pt x="6203" y="1612"/>
                    <a:pt x="5430" y="176"/>
                  </a:cubicBezTo>
                  <a:cubicBezTo>
                    <a:pt x="5369" y="61"/>
                    <a:pt x="5253" y="0"/>
                    <a:pt x="51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528;p44">
              <a:extLst>
                <a:ext uri="{FF2B5EF4-FFF2-40B4-BE49-F238E27FC236}">
                  <a16:creationId xmlns:a16="http://schemas.microsoft.com/office/drawing/2014/main" id="{CCFA9A82-DF96-0915-F46B-B0A5AD8A329C}"/>
                </a:ext>
              </a:extLst>
            </p:cNvPr>
            <p:cNvSpPr/>
            <p:nvPr/>
          </p:nvSpPr>
          <p:spPr>
            <a:xfrm>
              <a:off x="8088466" y="4095872"/>
              <a:ext cx="385818" cy="315061"/>
            </a:xfrm>
            <a:custGeom>
              <a:avLst/>
              <a:gdLst/>
              <a:ahLst/>
              <a:cxnLst/>
              <a:rect l="l" t="t" r="r" b="b"/>
              <a:pathLst>
                <a:path w="6118" h="4996" extrusionOk="0">
                  <a:moveTo>
                    <a:pt x="5042" y="1"/>
                  </a:moveTo>
                  <a:lnTo>
                    <a:pt x="5042" y="1"/>
                  </a:lnTo>
                  <a:cubicBezTo>
                    <a:pt x="5049" y="12"/>
                    <a:pt x="5056" y="21"/>
                    <a:pt x="5062" y="29"/>
                  </a:cubicBezTo>
                  <a:cubicBezTo>
                    <a:pt x="5076" y="25"/>
                    <a:pt x="5093" y="25"/>
                    <a:pt x="5107" y="25"/>
                  </a:cubicBezTo>
                  <a:lnTo>
                    <a:pt x="5042" y="1"/>
                  </a:lnTo>
                  <a:close/>
                  <a:moveTo>
                    <a:pt x="48" y="3574"/>
                  </a:moveTo>
                  <a:lnTo>
                    <a:pt x="0" y="3615"/>
                  </a:lnTo>
                  <a:cubicBezTo>
                    <a:pt x="10" y="3632"/>
                    <a:pt x="24" y="3649"/>
                    <a:pt x="34" y="3665"/>
                  </a:cubicBezTo>
                  <a:cubicBezTo>
                    <a:pt x="34" y="3635"/>
                    <a:pt x="41" y="3604"/>
                    <a:pt x="48" y="3574"/>
                  </a:cubicBezTo>
                  <a:close/>
                  <a:moveTo>
                    <a:pt x="5687" y="884"/>
                  </a:moveTo>
                  <a:cubicBezTo>
                    <a:pt x="6034" y="2151"/>
                    <a:pt x="5583" y="3551"/>
                    <a:pt x="4467" y="4365"/>
                  </a:cubicBezTo>
                  <a:lnTo>
                    <a:pt x="4467" y="4365"/>
                  </a:lnTo>
                  <a:cubicBezTo>
                    <a:pt x="5638" y="3513"/>
                    <a:pt x="6118" y="2149"/>
                    <a:pt x="5687" y="884"/>
                  </a:cubicBezTo>
                  <a:close/>
                  <a:moveTo>
                    <a:pt x="4467" y="4365"/>
                  </a:moveTo>
                  <a:cubicBezTo>
                    <a:pt x="4449" y="4379"/>
                    <a:pt x="4430" y="4392"/>
                    <a:pt x="4411" y="4406"/>
                  </a:cubicBezTo>
                  <a:cubicBezTo>
                    <a:pt x="4430" y="4392"/>
                    <a:pt x="4449" y="4379"/>
                    <a:pt x="4467" y="4365"/>
                  </a:cubicBezTo>
                  <a:close/>
                  <a:moveTo>
                    <a:pt x="4411" y="4406"/>
                  </a:moveTo>
                  <a:cubicBezTo>
                    <a:pt x="4351" y="4447"/>
                    <a:pt x="4291" y="4486"/>
                    <a:pt x="4230" y="4523"/>
                  </a:cubicBezTo>
                  <a:lnTo>
                    <a:pt x="4230" y="4523"/>
                  </a:lnTo>
                  <a:cubicBezTo>
                    <a:pt x="4291" y="4486"/>
                    <a:pt x="4351" y="4447"/>
                    <a:pt x="4411" y="4406"/>
                  </a:cubicBezTo>
                  <a:close/>
                  <a:moveTo>
                    <a:pt x="4230" y="4523"/>
                  </a:moveTo>
                  <a:cubicBezTo>
                    <a:pt x="3709" y="4837"/>
                    <a:pt x="3129" y="4989"/>
                    <a:pt x="2555" y="4989"/>
                  </a:cubicBezTo>
                  <a:cubicBezTo>
                    <a:pt x="2365" y="4989"/>
                    <a:pt x="2175" y="4972"/>
                    <a:pt x="1988" y="4938"/>
                  </a:cubicBezTo>
                  <a:lnTo>
                    <a:pt x="1988" y="4938"/>
                  </a:lnTo>
                  <a:cubicBezTo>
                    <a:pt x="2182" y="4976"/>
                    <a:pt x="2375" y="4996"/>
                    <a:pt x="2572" y="4996"/>
                  </a:cubicBezTo>
                  <a:cubicBezTo>
                    <a:pt x="3134" y="4996"/>
                    <a:pt x="3705" y="4840"/>
                    <a:pt x="4230" y="4523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29;p44">
              <a:extLst>
                <a:ext uri="{FF2B5EF4-FFF2-40B4-BE49-F238E27FC236}">
                  <a16:creationId xmlns:a16="http://schemas.microsoft.com/office/drawing/2014/main" id="{BA55E54C-11B7-1802-EB95-41AAF78E64DE}"/>
                </a:ext>
              </a:extLst>
            </p:cNvPr>
            <p:cNvSpPr/>
            <p:nvPr/>
          </p:nvSpPr>
          <p:spPr>
            <a:xfrm>
              <a:off x="8090547" y="4097448"/>
              <a:ext cx="378818" cy="313043"/>
            </a:xfrm>
            <a:custGeom>
              <a:avLst/>
              <a:gdLst/>
              <a:ahLst/>
              <a:cxnLst/>
              <a:rect l="l" t="t" r="r" b="b"/>
              <a:pathLst>
                <a:path w="6007" h="4964" extrusionOk="0">
                  <a:moveTo>
                    <a:pt x="5074" y="0"/>
                  </a:moveTo>
                  <a:cubicBezTo>
                    <a:pt x="5060" y="0"/>
                    <a:pt x="5043" y="0"/>
                    <a:pt x="5029" y="4"/>
                  </a:cubicBezTo>
                  <a:cubicBezTo>
                    <a:pt x="5834" y="1225"/>
                    <a:pt x="5522" y="2871"/>
                    <a:pt x="4317" y="3709"/>
                  </a:cubicBezTo>
                  <a:cubicBezTo>
                    <a:pt x="3845" y="4038"/>
                    <a:pt x="3306" y="4197"/>
                    <a:pt x="2774" y="4197"/>
                  </a:cubicBezTo>
                  <a:cubicBezTo>
                    <a:pt x="1932" y="4197"/>
                    <a:pt x="1100" y="3803"/>
                    <a:pt x="575" y="3067"/>
                  </a:cubicBezTo>
                  <a:lnTo>
                    <a:pt x="571" y="3067"/>
                  </a:lnTo>
                  <a:lnTo>
                    <a:pt x="15" y="3549"/>
                  </a:lnTo>
                  <a:cubicBezTo>
                    <a:pt x="8" y="3579"/>
                    <a:pt x="1" y="3610"/>
                    <a:pt x="1" y="3640"/>
                  </a:cubicBezTo>
                  <a:cubicBezTo>
                    <a:pt x="503" y="4332"/>
                    <a:pt x="1202" y="4767"/>
                    <a:pt x="1955" y="4913"/>
                  </a:cubicBezTo>
                  <a:cubicBezTo>
                    <a:pt x="2142" y="4947"/>
                    <a:pt x="2332" y="4964"/>
                    <a:pt x="2522" y="4964"/>
                  </a:cubicBezTo>
                  <a:cubicBezTo>
                    <a:pt x="3164" y="4964"/>
                    <a:pt x="3812" y="4774"/>
                    <a:pt x="4378" y="4381"/>
                  </a:cubicBezTo>
                  <a:cubicBezTo>
                    <a:pt x="5535" y="3573"/>
                    <a:pt x="6006" y="2148"/>
                    <a:pt x="5654" y="859"/>
                  </a:cubicBezTo>
                  <a:cubicBezTo>
                    <a:pt x="5563" y="587"/>
                    <a:pt x="5427" y="316"/>
                    <a:pt x="5247" y="57"/>
                  </a:cubicBezTo>
                  <a:lnTo>
                    <a:pt x="50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530;p44">
              <a:extLst>
                <a:ext uri="{FF2B5EF4-FFF2-40B4-BE49-F238E27FC236}">
                  <a16:creationId xmlns:a16="http://schemas.microsoft.com/office/drawing/2014/main" id="{B82A4F8F-F5E5-3CBD-F579-F2DD0F774F67}"/>
                </a:ext>
              </a:extLst>
            </p:cNvPr>
            <p:cNvSpPr/>
            <p:nvPr/>
          </p:nvSpPr>
          <p:spPr>
            <a:xfrm>
              <a:off x="8124412" y="4118195"/>
              <a:ext cx="298098" cy="239638"/>
            </a:xfrm>
            <a:custGeom>
              <a:avLst/>
              <a:gdLst/>
              <a:ahLst/>
              <a:cxnLst/>
              <a:rect l="l" t="t" r="r" b="b"/>
              <a:pathLst>
                <a:path w="4727" h="3800" extrusionOk="0">
                  <a:moveTo>
                    <a:pt x="3967" y="0"/>
                  </a:moveTo>
                  <a:lnTo>
                    <a:pt x="0" y="2766"/>
                  </a:lnTo>
                  <a:cubicBezTo>
                    <a:pt x="469" y="3441"/>
                    <a:pt x="1222" y="3800"/>
                    <a:pt x="1985" y="3800"/>
                  </a:cubicBezTo>
                  <a:cubicBezTo>
                    <a:pt x="2460" y="3800"/>
                    <a:pt x="2942" y="3661"/>
                    <a:pt x="3363" y="3366"/>
                  </a:cubicBezTo>
                  <a:cubicBezTo>
                    <a:pt x="4459" y="2603"/>
                    <a:pt x="4727" y="1096"/>
                    <a:pt x="39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531;p44">
              <a:extLst>
                <a:ext uri="{FF2B5EF4-FFF2-40B4-BE49-F238E27FC236}">
                  <a16:creationId xmlns:a16="http://schemas.microsoft.com/office/drawing/2014/main" id="{37F4078D-1606-D7DD-D145-CD16B845FF73}"/>
                </a:ext>
              </a:extLst>
            </p:cNvPr>
            <p:cNvSpPr/>
            <p:nvPr/>
          </p:nvSpPr>
          <p:spPr>
            <a:xfrm>
              <a:off x="8122646" y="4087358"/>
              <a:ext cx="58901" cy="64892"/>
            </a:xfrm>
            <a:custGeom>
              <a:avLst/>
              <a:gdLst/>
              <a:ahLst/>
              <a:cxnLst/>
              <a:rect l="l" t="t" r="r" b="b"/>
              <a:pathLst>
                <a:path w="934" h="1029" extrusionOk="0">
                  <a:moveTo>
                    <a:pt x="466" y="1"/>
                  </a:moveTo>
                  <a:cubicBezTo>
                    <a:pt x="449" y="1"/>
                    <a:pt x="432" y="11"/>
                    <a:pt x="425" y="31"/>
                  </a:cubicBezTo>
                  <a:lnTo>
                    <a:pt x="320" y="326"/>
                  </a:lnTo>
                  <a:cubicBezTo>
                    <a:pt x="317" y="336"/>
                    <a:pt x="310" y="347"/>
                    <a:pt x="296" y="353"/>
                  </a:cubicBezTo>
                  <a:lnTo>
                    <a:pt x="35" y="469"/>
                  </a:lnTo>
                  <a:cubicBezTo>
                    <a:pt x="1" y="486"/>
                    <a:pt x="1" y="547"/>
                    <a:pt x="35" y="560"/>
                  </a:cubicBezTo>
                  <a:lnTo>
                    <a:pt x="296" y="679"/>
                  </a:lnTo>
                  <a:cubicBezTo>
                    <a:pt x="310" y="682"/>
                    <a:pt x="317" y="693"/>
                    <a:pt x="320" y="706"/>
                  </a:cubicBezTo>
                  <a:lnTo>
                    <a:pt x="425" y="998"/>
                  </a:lnTo>
                  <a:cubicBezTo>
                    <a:pt x="432" y="1019"/>
                    <a:pt x="449" y="1028"/>
                    <a:pt x="466" y="1028"/>
                  </a:cubicBezTo>
                  <a:cubicBezTo>
                    <a:pt x="483" y="1028"/>
                    <a:pt x="500" y="1019"/>
                    <a:pt x="506" y="998"/>
                  </a:cubicBezTo>
                  <a:lnTo>
                    <a:pt x="612" y="706"/>
                  </a:lnTo>
                  <a:cubicBezTo>
                    <a:pt x="616" y="693"/>
                    <a:pt x="625" y="682"/>
                    <a:pt x="636" y="679"/>
                  </a:cubicBezTo>
                  <a:lnTo>
                    <a:pt x="897" y="560"/>
                  </a:lnTo>
                  <a:cubicBezTo>
                    <a:pt x="934" y="547"/>
                    <a:pt x="934" y="486"/>
                    <a:pt x="897" y="469"/>
                  </a:cubicBezTo>
                  <a:lnTo>
                    <a:pt x="636" y="353"/>
                  </a:lnTo>
                  <a:cubicBezTo>
                    <a:pt x="625" y="347"/>
                    <a:pt x="616" y="336"/>
                    <a:pt x="612" y="326"/>
                  </a:cubicBezTo>
                  <a:lnTo>
                    <a:pt x="506" y="31"/>
                  </a:lnTo>
                  <a:cubicBezTo>
                    <a:pt x="500" y="11"/>
                    <a:pt x="483" y="1"/>
                    <a:pt x="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532;p44">
              <a:extLst>
                <a:ext uri="{FF2B5EF4-FFF2-40B4-BE49-F238E27FC236}">
                  <a16:creationId xmlns:a16="http://schemas.microsoft.com/office/drawing/2014/main" id="{9B846F1B-FF26-2CB0-4FE6-6720E3A393DB}"/>
                </a:ext>
              </a:extLst>
            </p:cNvPr>
            <p:cNvSpPr/>
            <p:nvPr/>
          </p:nvSpPr>
          <p:spPr>
            <a:xfrm>
              <a:off x="8274435" y="4068944"/>
              <a:ext cx="43702" cy="48432"/>
            </a:xfrm>
            <a:custGeom>
              <a:avLst/>
              <a:gdLst/>
              <a:ahLst/>
              <a:cxnLst/>
              <a:rect l="l" t="t" r="r" b="b"/>
              <a:pathLst>
                <a:path w="693" h="768" extrusionOk="0">
                  <a:moveTo>
                    <a:pt x="346" y="0"/>
                  </a:moveTo>
                  <a:cubicBezTo>
                    <a:pt x="336" y="0"/>
                    <a:pt x="322" y="11"/>
                    <a:pt x="315" y="25"/>
                  </a:cubicBezTo>
                  <a:lnTo>
                    <a:pt x="240" y="241"/>
                  </a:lnTo>
                  <a:cubicBezTo>
                    <a:pt x="237" y="252"/>
                    <a:pt x="231" y="259"/>
                    <a:pt x="220" y="262"/>
                  </a:cubicBezTo>
                  <a:lnTo>
                    <a:pt x="27" y="351"/>
                  </a:lnTo>
                  <a:cubicBezTo>
                    <a:pt x="0" y="364"/>
                    <a:pt x="0" y="404"/>
                    <a:pt x="27" y="418"/>
                  </a:cubicBezTo>
                  <a:lnTo>
                    <a:pt x="220" y="506"/>
                  </a:lnTo>
                  <a:cubicBezTo>
                    <a:pt x="231" y="509"/>
                    <a:pt x="237" y="517"/>
                    <a:pt x="240" y="526"/>
                  </a:cubicBezTo>
                  <a:lnTo>
                    <a:pt x="315" y="744"/>
                  </a:lnTo>
                  <a:cubicBezTo>
                    <a:pt x="322" y="758"/>
                    <a:pt x="336" y="768"/>
                    <a:pt x="346" y="768"/>
                  </a:cubicBezTo>
                  <a:cubicBezTo>
                    <a:pt x="359" y="768"/>
                    <a:pt x="373" y="758"/>
                    <a:pt x="376" y="744"/>
                  </a:cubicBezTo>
                  <a:lnTo>
                    <a:pt x="454" y="526"/>
                  </a:lnTo>
                  <a:cubicBezTo>
                    <a:pt x="458" y="517"/>
                    <a:pt x="464" y="509"/>
                    <a:pt x="472" y="506"/>
                  </a:cubicBezTo>
                  <a:lnTo>
                    <a:pt x="665" y="418"/>
                  </a:lnTo>
                  <a:cubicBezTo>
                    <a:pt x="692" y="404"/>
                    <a:pt x="692" y="364"/>
                    <a:pt x="665" y="351"/>
                  </a:cubicBezTo>
                  <a:lnTo>
                    <a:pt x="472" y="262"/>
                  </a:lnTo>
                  <a:cubicBezTo>
                    <a:pt x="464" y="259"/>
                    <a:pt x="458" y="252"/>
                    <a:pt x="454" y="241"/>
                  </a:cubicBezTo>
                  <a:lnTo>
                    <a:pt x="376" y="25"/>
                  </a:lnTo>
                  <a:cubicBezTo>
                    <a:pt x="373" y="11"/>
                    <a:pt x="359" y="0"/>
                    <a:pt x="3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533;p44">
              <a:extLst>
                <a:ext uri="{FF2B5EF4-FFF2-40B4-BE49-F238E27FC236}">
                  <a16:creationId xmlns:a16="http://schemas.microsoft.com/office/drawing/2014/main" id="{1FF8D183-C226-5DE7-C43B-24F0C3F7460F}"/>
                </a:ext>
              </a:extLst>
            </p:cNvPr>
            <p:cNvSpPr/>
            <p:nvPr/>
          </p:nvSpPr>
          <p:spPr>
            <a:xfrm>
              <a:off x="8118421" y="4208437"/>
              <a:ext cx="21252" cy="21504"/>
            </a:xfrm>
            <a:custGeom>
              <a:avLst/>
              <a:gdLst/>
              <a:ahLst/>
              <a:cxnLst/>
              <a:rect l="l" t="t" r="r" b="b"/>
              <a:pathLst>
                <a:path w="337" h="341" extrusionOk="0">
                  <a:moveTo>
                    <a:pt x="170" y="1"/>
                  </a:moveTo>
                  <a:cubicBezTo>
                    <a:pt x="78" y="1"/>
                    <a:pt x="0" y="79"/>
                    <a:pt x="0" y="170"/>
                  </a:cubicBezTo>
                  <a:cubicBezTo>
                    <a:pt x="0" y="262"/>
                    <a:pt x="78" y="340"/>
                    <a:pt x="170" y="340"/>
                  </a:cubicBezTo>
                  <a:cubicBezTo>
                    <a:pt x="262" y="340"/>
                    <a:pt x="337" y="262"/>
                    <a:pt x="337" y="170"/>
                  </a:cubicBezTo>
                  <a:cubicBezTo>
                    <a:pt x="337" y="79"/>
                    <a:pt x="262" y="1"/>
                    <a:pt x="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534;p44">
              <a:extLst>
                <a:ext uri="{FF2B5EF4-FFF2-40B4-BE49-F238E27FC236}">
                  <a16:creationId xmlns:a16="http://schemas.microsoft.com/office/drawing/2014/main" id="{FFD34225-8F2F-1E6D-C3FF-4A641A10B299}"/>
                </a:ext>
              </a:extLst>
            </p:cNvPr>
            <p:cNvSpPr/>
            <p:nvPr/>
          </p:nvSpPr>
          <p:spPr>
            <a:xfrm>
              <a:off x="8240382" y="4068755"/>
              <a:ext cx="12486" cy="12486"/>
            </a:xfrm>
            <a:custGeom>
              <a:avLst/>
              <a:gdLst/>
              <a:ahLst/>
              <a:cxnLst/>
              <a:rect l="l" t="t" r="r" b="b"/>
              <a:pathLst>
                <a:path w="198" h="198" extrusionOk="0">
                  <a:moveTo>
                    <a:pt x="99" y="0"/>
                  </a:moveTo>
                  <a:cubicBezTo>
                    <a:pt x="44" y="0"/>
                    <a:pt x="0" y="44"/>
                    <a:pt x="0" y="99"/>
                  </a:cubicBezTo>
                  <a:cubicBezTo>
                    <a:pt x="0" y="153"/>
                    <a:pt x="44" y="197"/>
                    <a:pt x="99" y="197"/>
                  </a:cubicBezTo>
                  <a:cubicBezTo>
                    <a:pt x="153" y="197"/>
                    <a:pt x="197" y="153"/>
                    <a:pt x="197" y="99"/>
                  </a:cubicBezTo>
                  <a:cubicBezTo>
                    <a:pt x="197" y="44"/>
                    <a:pt x="153" y="0"/>
                    <a:pt x="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535;p44">
              <a:extLst>
                <a:ext uri="{FF2B5EF4-FFF2-40B4-BE49-F238E27FC236}">
                  <a16:creationId xmlns:a16="http://schemas.microsoft.com/office/drawing/2014/main" id="{16A6C8FB-4EBF-F009-2AAD-4392297B89AA}"/>
                </a:ext>
              </a:extLst>
            </p:cNvPr>
            <p:cNvSpPr/>
            <p:nvPr/>
          </p:nvSpPr>
          <p:spPr>
            <a:xfrm>
              <a:off x="8080962" y="4088683"/>
              <a:ext cx="389665" cy="329755"/>
            </a:xfrm>
            <a:custGeom>
              <a:avLst/>
              <a:gdLst/>
              <a:ahLst/>
              <a:cxnLst/>
              <a:rect l="l" t="t" r="r" b="b"/>
              <a:pathLst>
                <a:path w="6179" h="5229" extrusionOk="0">
                  <a:moveTo>
                    <a:pt x="4666" y="617"/>
                  </a:moveTo>
                  <a:cubicBezTo>
                    <a:pt x="4971" y="1109"/>
                    <a:pt x="5083" y="1690"/>
                    <a:pt x="4982" y="2263"/>
                  </a:cubicBezTo>
                  <a:cubicBezTo>
                    <a:pt x="4869" y="2880"/>
                    <a:pt x="4526" y="3417"/>
                    <a:pt x="4011" y="3776"/>
                  </a:cubicBezTo>
                  <a:cubicBezTo>
                    <a:pt x="3604" y="4061"/>
                    <a:pt x="3139" y="4197"/>
                    <a:pt x="2674" y="4197"/>
                  </a:cubicBezTo>
                  <a:cubicBezTo>
                    <a:pt x="1972" y="4197"/>
                    <a:pt x="1280" y="3881"/>
                    <a:pt x="821" y="3295"/>
                  </a:cubicBezTo>
                  <a:close/>
                  <a:moveTo>
                    <a:pt x="5242" y="254"/>
                  </a:moveTo>
                  <a:cubicBezTo>
                    <a:pt x="5259" y="254"/>
                    <a:pt x="5273" y="257"/>
                    <a:pt x="5287" y="262"/>
                  </a:cubicBezTo>
                  <a:cubicBezTo>
                    <a:pt x="5341" y="271"/>
                    <a:pt x="5382" y="305"/>
                    <a:pt x="5409" y="353"/>
                  </a:cubicBezTo>
                  <a:cubicBezTo>
                    <a:pt x="6179" y="1754"/>
                    <a:pt x="5768" y="3498"/>
                    <a:pt x="4456" y="4410"/>
                  </a:cubicBezTo>
                  <a:cubicBezTo>
                    <a:pt x="3913" y="4791"/>
                    <a:pt x="3288" y="4974"/>
                    <a:pt x="2671" y="4974"/>
                  </a:cubicBezTo>
                  <a:cubicBezTo>
                    <a:pt x="1795" y="4974"/>
                    <a:pt x="931" y="4607"/>
                    <a:pt x="316" y="3901"/>
                  </a:cubicBezTo>
                  <a:cubicBezTo>
                    <a:pt x="282" y="3861"/>
                    <a:pt x="265" y="3807"/>
                    <a:pt x="272" y="3756"/>
                  </a:cubicBezTo>
                  <a:cubicBezTo>
                    <a:pt x="279" y="3702"/>
                    <a:pt x="306" y="3654"/>
                    <a:pt x="350" y="3627"/>
                  </a:cubicBezTo>
                  <a:lnTo>
                    <a:pt x="707" y="3376"/>
                  </a:lnTo>
                  <a:cubicBezTo>
                    <a:pt x="1083" y="3865"/>
                    <a:pt x="1623" y="4191"/>
                    <a:pt x="2233" y="4302"/>
                  </a:cubicBezTo>
                  <a:cubicBezTo>
                    <a:pt x="2382" y="4326"/>
                    <a:pt x="2528" y="4340"/>
                    <a:pt x="2677" y="4340"/>
                  </a:cubicBezTo>
                  <a:cubicBezTo>
                    <a:pt x="3180" y="4340"/>
                    <a:pt x="3671" y="4186"/>
                    <a:pt x="4092" y="3895"/>
                  </a:cubicBezTo>
                  <a:cubicBezTo>
                    <a:pt x="4639" y="3511"/>
                    <a:pt x="5005" y="2945"/>
                    <a:pt x="5120" y="2290"/>
                  </a:cubicBezTo>
                  <a:cubicBezTo>
                    <a:pt x="5229" y="1679"/>
                    <a:pt x="5110" y="1059"/>
                    <a:pt x="4785" y="536"/>
                  </a:cubicBezTo>
                  <a:lnTo>
                    <a:pt x="5140" y="288"/>
                  </a:lnTo>
                  <a:cubicBezTo>
                    <a:pt x="5171" y="268"/>
                    <a:pt x="5206" y="254"/>
                    <a:pt x="5242" y="254"/>
                  </a:cubicBezTo>
                  <a:close/>
                  <a:moveTo>
                    <a:pt x="5246" y="0"/>
                  </a:moveTo>
                  <a:cubicBezTo>
                    <a:pt x="5154" y="0"/>
                    <a:pt x="5066" y="27"/>
                    <a:pt x="4991" y="78"/>
                  </a:cubicBezTo>
                  <a:lnTo>
                    <a:pt x="204" y="3413"/>
                  </a:lnTo>
                  <a:cubicBezTo>
                    <a:pt x="99" y="3485"/>
                    <a:pt x="31" y="3596"/>
                    <a:pt x="18" y="3722"/>
                  </a:cubicBezTo>
                  <a:cubicBezTo>
                    <a:pt x="1" y="3848"/>
                    <a:pt x="41" y="3973"/>
                    <a:pt x="123" y="4068"/>
                  </a:cubicBezTo>
                  <a:cubicBezTo>
                    <a:pt x="666" y="4695"/>
                    <a:pt x="1419" y="5096"/>
                    <a:pt x="2243" y="5201"/>
                  </a:cubicBezTo>
                  <a:cubicBezTo>
                    <a:pt x="2389" y="5221"/>
                    <a:pt x="2531" y="5229"/>
                    <a:pt x="2674" y="5229"/>
                  </a:cubicBezTo>
                  <a:cubicBezTo>
                    <a:pt x="3360" y="5229"/>
                    <a:pt x="4031" y="5021"/>
                    <a:pt x="4601" y="4625"/>
                  </a:cubicBezTo>
                  <a:cubicBezTo>
                    <a:pt x="5290" y="4142"/>
                    <a:pt x="5772" y="3430"/>
                    <a:pt x="5962" y="2612"/>
                  </a:cubicBezTo>
                  <a:cubicBezTo>
                    <a:pt x="6149" y="1801"/>
                    <a:pt x="6033" y="957"/>
                    <a:pt x="5633" y="231"/>
                  </a:cubicBezTo>
                  <a:cubicBezTo>
                    <a:pt x="5572" y="119"/>
                    <a:pt x="5470" y="41"/>
                    <a:pt x="5344" y="10"/>
                  </a:cubicBezTo>
                  <a:cubicBezTo>
                    <a:pt x="5314" y="3"/>
                    <a:pt x="5280" y="0"/>
                    <a:pt x="5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536;p44">
              <a:extLst>
                <a:ext uri="{FF2B5EF4-FFF2-40B4-BE49-F238E27FC236}">
                  <a16:creationId xmlns:a16="http://schemas.microsoft.com/office/drawing/2014/main" id="{C683E827-3B6B-C716-9947-2F8722BFA819}"/>
                </a:ext>
              </a:extLst>
            </p:cNvPr>
            <p:cNvSpPr/>
            <p:nvPr/>
          </p:nvSpPr>
          <p:spPr>
            <a:xfrm>
              <a:off x="8226887" y="4297227"/>
              <a:ext cx="16522" cy="17847"/>
            </a:xfrm>
            <a:custGeom>
              <a:avLst/>
              <a:gdLst/>
              <a:ahLst/>
              <a:cxnLst/>
              <a:rect l="l" t="t" r="r" b="b"/>
              <a:pathLst>
                <a:path w="262" h="283" extrusionOk="0">
                  <a:moveTo>
                    <a:pt x="86" y="1"/>
                  </a:moveTo>
                  <a:cubicBezTo>
                    <a:pt x="72" y="1"/>
                    <a:pt x="55" y="4"/>
                    <a:pt x="45" y="15"/>
                  </a:cubicBezTo>
                  <a:cubicBezTo>
                    <a:pt x="11" y="38"/>
                    <a:pt x="1" y="82"/>
                    <a:pt x="24" y="116"/>
                  </a:cubicBezTo>
                  <a:lnTo>
                    <a:pt x="116" y="252"/>
                  </a:lnTo>
                  <a:cubicBezTo>
                    <a:pt x="133" y="273"/>
                    <a:pt x="153" y="283"/>
                    <a:pt x="177" y="283"/>
                  </a:cubicBezTo>
                  <a:cubicBezTo>
                    <a:pt x="194" y="283"/>
                    <a:pt x="208" y="279"/>
                    <a:pt x="221" y="269"/>
                  </a:cubicBezTo>
                  <a:cubicBezTo>
                    <a:pt x="255" y="248"/>
                    <a:pt x="261" y="201"/>
                    <a:pt x="238" y="167"/>
                  </a:cubicBezTo>
                  <a:lnTo>
                    <a:pt x="147" y="32"/>
                  </a:lnTo>
                  <a:cubicBezTo>
                    <a:pt x="133" y="11"/>
                    <a:pt x="109" y="1"/>
                    <a:pt x="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2537;p44">
              <a:extLst>
                <a:ext uri="{FF2B5EF4-FFF2-40B4-BE49-F238E27FC236}">
                  <a16:creationId xmlns:a16="http://schemas.microsoft.com/office/drawing/2014/main" id="{1FE404AD-63A2-1F8E-622B-364BB9E15A2C}"/>
                </a:ext>
              </a:extLst>
            </p:cNvPr>
            <p:cNvSpPr/>
            <p:nvPr/>
          </p:nvSpPr>
          <p:spPr>
            <a:xfrm>
              <a:off x="8277777" y="4301326"/>
              <a:ext cx="16586" cy="17784"/>
            </a:xfrm>
            <a:custGeom>
              <a:avLst/>
              <a:gdLst/>
              <a:ahLst/>
              <a:cxnLst/>
              <a:rect l="l" t="t" r="r" b="b"/>
              <a:pathLst>
                <a:path w="263" h="282" extrusionOk="0">
                  <a:moveTo>
                    <a:pt x="82" y="0"/>
                  </a:moveTo>
                  <a:cubicBezTo>
                    <a:pt x="69" y="0"/>
                    <a:pt x="55" y="4"/>
                    <a:pt x="42" y="14"/>
                  </a:cubicBezTo>
                  <a:cubicBezTo>
                    <a:pt x="8" y="38"/>
                    <a:pt x="1" y="82"/>
                    <a:pt x="21" y="116"/>
                  </a:cubicBezTo>
                  <a:lnTo>
                    <a:pt x="116" y="252"/>
                  </a:lnTo>
                  <a:cubicBezTo>
                    <a:pt x="130" y="272"/>
                    <a:pt x="154" y="282"/>
                    <a:pt x="178" y="282"/>
                  </a:cubicBezTo>
                  <a:cubicBezTo>
                    <a:pt x="191" y="282"/>
                    <a:pt x="204" y="279"/>
                    <a:pt x="218" y="269"/>
                  </a:cubicBezTo>
                  <a:cubicBezTo>
                    <a:pt x="252" y="244"/>
                    <a:pt x="262" y="200"/>
                    <a:pt x="239" y="167"/>
                  </a:cubicBezTo>
                  <a:lnTo>
                    <a:pt x="143" y="31"/>
                  </a:lnTo>
                  <a:cubicBezTo>
                    <a:pt x="130" y="11"/>
                    <a:pt x="106" y="0"/>
                    <a:pt x="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2538;p44">
              <a:extLst>
                <a:ext uri="{FF2B5EF4-FFF2-40B4-BE49-F238E27FC236}">
                  <a16:creationId xmlns:a16="http://schemas.microsoft.com/office/drawing/2014/main" id="{29D54E4C-5467-3145-9421-E5BFAE7A2F83}"/>
                </a:ext>
              </a:extLst>
            </p:cNvPr>
            <p:cNvSpPr/>
            <p:nvPr/>
          </p:nvSpPr>
          <p:spPr>
            <a:xfrm>
              <a:off x="8274435" y="4252517"/>
              <a:ext cx="16459" cy="17847"/>
            </a:xfrm>
            <a:custGeom>
              <a:avLst/>
              <a:gdLst/>
              <a:ahLst/>
              <a:cxnLst/>
              <a:rect l="l" t="t" r="r" b="b"/>
              <a:pathLst>
                <a:path w="261" h="283" extrusionOk="0">
                  <a:moveTo>
                    <a:pt x="85" y="1"/>
                  </a:moveTo>
                  <a:cubicBezTo>
                    <a:pt x="71" y="1"/>
                    <a:pt x="54" y="5"/>
                    <a:pt x="41" y="14"/>
                  </a:cubicBezTo>
                  <a:cubicBezTo>
                    <a:pt x="10" y="38"/>
                    <a:pt x="0" y="82"/>
                    <a:pt x="24" y="116"/>
                  </a:cubicBezTo>
                  <a:lnTo>
                    <a:pt x="115" y="252"/>
                  </a:lnTo>
                  <a:cubicBezTo>
                    <a:pt x="132" y="273"/>
                    <a:pt x="152" y="282"/>
                    <a:pt x="176" y="282"/>
                  </a:cubicBezTo>
                  <a:cubicBezTo>
                    <a:pt x="190" y="282"/>
                    <a:pt x="207" y="279"/>
                    <a:pt x="220" y="269"/>
                  </a:cubicBezTo>
                  <a:cubicBezTo>
                    <a:pt x="254" y="245"/>
                    <a:pt x="261" y="201"/>
                    <a:pt x="237" y="168"/>
                  </a:cubicBezTo>
                  <a:lnTo>
                    <a:pt x="146" y="32"/>
                  </a:lnTo>
                  <a:cubicBezTo>
                    <a:pt x="132" y="11"/>
                    <a:pt x="108" y="1"/>
                    <a:pt x="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2539;p44">
              <a:extLst>
                <a:ext uri="{FF2B5EF4-FFF2-40B4-BE49-F238E27FC236}">
                  <a16:creationId xmlns:a16="http://schemas.microsoft.com/office/drawing/2014/main" id="{D19F3082-A04C-590A-8530-B71425595498}"/>
                </a:ext>
              </a:extLst>
            </p:cNvPr>
            <p:cNvSpPr/>
            <p:nvPr/>
          </p:nvSpPr>
          <p:spPr>
            <a:xfrm>
              <a:off x="8322929" y="4255354"/>
              <a:ext cx="16522" cy="17784"/>
            </a:xfrm>
            <a:custGeom>
              <a:avLst/>
              <a:gdLst/>
              <a:ahLst/>
              <a:cxnLst/>
              <a:rect l="l" t="t" r="r" b="b"/>
              <a:pathLst>
                <a:path w="262" h="282" extrusionOk="0">
                  <a:moveTo>
                    <a:pt x="86" y="0"/>
                  </a:moveTo>
                  <a:cubicBezTo>
                    <a:pt x="72" y="0"/>
                    <a:pt x="55" y="4"/>
                    <a:pt x="45" y="13"/>
                  </a:cubicBezTo>
                  <a:cubicBezTo>
                    <a:pt x="11" y="37"/>
                    <a:pt x="1" y="85"/>
                    <a:pt x="25" y="115"/>
                  </a:cubicBezTo>
                  <a:lnTo>
                    <a:pt x="119" y="251"/>
                  </a:lnTo>
                  <a:cubicBezTo>
                    <a:pt x="133" y="272"/>
                    <a:pt x="157" y="281"/>
                    <a:pt x="181" y="281"/>
                  </a:cubicBezTo>
                  <a:cubicBezTo>
                    <a:pt x="194" y="281"/>
                    <a:pt x="208" y="278"/>
                    <a:pt x="221" y="268"/>
                  </a:cubicBezTo>
                  <a:cubicBezTo>
                    <a:pt x="255" y="245"/>
                    <a:pt x="262" y="200"/>
                    <a:pt x="242" y="166"/>
                  </a:cubicBezTo>
                  <a:lnTo>
                    <a:pt x="147" y="34"/>
                  </a:lnTo>
                  <a:cubicBezTo>
                    <a:pt x="133" y="10"/>
                    <a:pt x="110" y="0"/>
                    <a:pt x="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2540;p44">
              <a:extLst>
                <a:ext uri="{FF2B5EF4-FFF2-40B4-BE49-F238E27FC236}">
                  <a16:creationId xmlns:a16="http://schemas.microsoft.com/office/drawing/2014/main" id="{D35C81C1-63F1-5CE9-F440-5EBB68304E2C}"/>
                </a:ext>
              </a:extLst>
            </p:cNvPr>
            <p:cNvSpPr/>
            <p:nvPr/>
          </p:nvSpPr>
          <p:spPr>
            <a:xfrm>
              <a:off x="8334722" y="4180626"/>
              <a:ext cx="16522" cy="18036"/>
            </a:xfrm>
            <a:custGeom>
              <a:avLst/>
              <a:gdLst/>
              <a:ahLst/>
              <a:cxnLst/>
              <a:rect l="l" t="t" r="r" b="b"/>
              <a:pathLst>
                <a:path w="262" h="286" extrusionOk="0">
                  <a:moveTo>
                    <a:pt x="86" y="1"/>
                  </a:moveTo>
                  <a:cubicBezTo>
                    <a:pt x="68" y="1"/>
                    <a:pt x="55" y="8"/>
                    <a:pt x="42" y="14"/>
                  </a:cubicBezTo>
                  <a:cubicBezTo>
                    <a:pt x="7" y="38"/>
                    <a:pt x="1" y="86"/>
                    <a:pt x="24" y="119"/>
                  </a:cubicBezTo>
                  <a:lnTo>
                    <a:pt x="116" y="252"/>
                  </a:lnTo>
                  <a:cubicBezTo>
                    <a:pt x="130" y="273"/>
                    <a:pt x="153" y="286"/>
                    <a:pt x="177" y="286"/>
                  </a:cubicBezTo>
                  <a:cubicBezTo>
                    <a:pt x="191" y="286"/>
                    <a:pt x="208" y="279"/>
                    <a:pt x="221" y="273"/>
                  </a:cubicBezTo>
                  <a:cubicBezTo>
                    <a:pt x="252" y="249"/>
                    <a:pt x="261" y="201"/>
                    <a:pt x="238" y="167"/>
                  </a:cubicBezTo>
                  <a:lnTo>
                    <a:pt x="147" y="35"/>
                  </a:lnTo>
                  <a:cubicBezTo>
                    <a:pt x="130" y="14"/>
                    <a:pt x="109" y="1"/>
                    <a:pt x="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2541;p44">
              <a:extLst>
                <a:ext uri="{FF2B5EF4-FFF2-40B4-BE49-F238E27FC236}">
                  <a16:creationId xmlns:a16="http://schemas.microsoft.com/office/drawing/2014/main" id="{E06143D9-E349-6294-757F-27E554B61784}"/>
                </a:ext>
              </a:extLst>
            </p:cNvPr>
            <p:cNvSpPr/>
            <p:nvPr/>
          </p:nvSpPr>
          <p:spPr>
            <a:xfrm>
              <a:off x="8294678" y="4186050"/>
              <a:ext cx="26234" cy="21378"/>
            </a:xfrm>
            <a:custGeom>
              <a:avLst/>
              <a:gdLst/>
              <a:ahLst/>
              <a:cxnLst/>
              <a:rect l="l" t="t" r="r" b="b"/>
              <a:pathLst>
                <a:path w="416" h="339" extrusionOk="0">
                  <a:moveTo>
                    <a:pt x="276" y="0"/>
                  </a:moveTo>
                  <a:cubicBezTo>
                    <a:pt x="249" y="0"/>
                    <a:pt x="221" y="10"/>
                    <a:pt x="198" y="30"/>
                  </a:cubicBezTo>
                  <a:cubicBezTo>
                    <a:pt x="168" y="54"/>
                    <a:pt x="130" y="77"/>
                    <a:pt x="93" y="102"/>
                  </a:cubicBezTo>
                  <a:lnTo>
                    <a:pt x="76" y="112"/>
                  </a:lnTo>
                  <a:cubicBezTo>
                    <a:pt x="18" y="149"/>
                    <a:pt x="1" y="224"/>
                    <a:pt x="38" y="281"/>
                  </a:cubicBezTo>
                  <a:cubicBezTo>
                    <a:pt x="62" y="318"/>
                    <a:pt x="103" y="339"/>
                    <a:pt x="143" y="339"/>
                  </a:cubicBezTo>
                  <a:cubicBezTo>
                    <a:pt x="164" y="339"/>
                    <a:pt x="188" y="332"/>
                    <a:pt x="208" y="322"/>
                  </a:cubicBezTo>
                  <a:lnTo>
                    <a:pt x="221" y="312"/>
                  </a:lnTo>
                  <a:cubicBezTo>
                    <a:pt x="269" y="285"/>
                    <a:pt x="313" y="254"/>
                    <a:pt x="357" y="220"/>
                  </a:cubicBezTo>
                  <a:cubicBezTo>
                    <a:pt x="408" y="176"/>
                    <a:pt x="415" y="98"/>
                    <a:pt x="371" y="44"/>
                  </a:cubicBezTo>
                  <a:cubicBezTo>
                    <a:pt x="347" y="16"/>
                    <a:pt x="313" y="0"/>
                    <a:pt x="2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2542;p44">
              <a:extLst>
                <a:ext uri="{FF2B5EF4-FFF2-40B4-BE49-F238E27FC236}">
                  <a16:creationId xmlns:a16="http://schemas.microsoft.com/office/drawing/2014/main" id="{8A66F117-9D89-ACCC-C900-365CB2A6FED7}"/>
                </a:ext>
              </a:extLst>
            </p:cNvPr>
            <p:cNvSpPr/>
            <p:nvPr/>
          </p:nvSpPr>
          <p:spPr>
            <a:xfrm>
              <a:off x="8168050" y="4210833"/>
              <a:ext cx="116666" cy="83306"/>
            </a:xfrm>
            <a:custGeom>
              <a:avLst/>
              <a:gdLst/>
              <a:ahLst/>
              <a:cxnLst/>
              <a:rect l="l" t="t" r="r" b="b"/>
              <a:pathLst>
                <a:path w="1850" h="1321" extrusionOk="0">
                  <a:moveTo>
                    <a:pt x="1711" y="0"/>
                  </a:moveTo>
                  <a:cubicBezTo>
                    <a:pt x="1687" y="0"/>
                    <a:pt x="1659" y="7"/>
                    <a:pt x="1639" y="21"/>
                  </a:cubicBezTo>
                  <a:cubicBezTo>
                    <a:pt x="1534" y="96"/>
                    <a:pt x="1418" y="173"/>
                    <a:pt x="1290" y="258"/>
                  </a:cubicBezTo>
                  <a:cubicBezTo>
                    <a:pt x="1150" y="353"/>
                    <a:pt x="1011" y="451"/>
                    <a:pt x="876" y="547"/>
                  </a:cubicBezTo>
                  <a:cubicBezTo>
                    <a:pt x="615" y="727"/>
                    <a:pt x="339" y="916"/>
                    <a:pt x="71" y="1096"/>
                  </a:cubicBezTo>
                  <a:cubicBezTo>
                    <a:pt x="14" y="1134"/>
                    <a:pt x="1" y="1211"/>
                    <a:pt x="38" y="1269"/>
                  </a:cubicBezTo>
                  <a:cubicBezTo>
                    <a:pt x="62" y="1303"/>
                    <a:pt x="99" y="1320"/>
                    <a:pt x="140" y="1320"/>
                  </a:cubicBezTo>
                  <a:cubicBezTo>
                    <a:pt x="164" y="1320"/>
                    <a:pt x="187" y="1317"/>
                    <a:pt x="211" y="1300"/>
                  </a:cubicBezTo>
                  <a:cubicBezTo>
                    <a:pt x="479" y="1120"/>
                    <a:pt x="754" y="930"/>
                    <a:pt x="1019" y="750"/>
                  </a:cubicBezTo>
                  <a:cubicBezTo>
                    <a:pt x="1150" y="655"/>
                    <a:pt x="1293" y="560"/>
                    <a:pt x="1429" y="465"/>
                  </a:cubicBezTo>
                  <a:cubicBezTo>
                    <a:pt x="1558" y="377"/>
                    <a:pt x="1673" y="299"/>
                    <a:pt x="1778" y="228"/>
                  </a:cubicBezTo>
                  <a:cubicBezTo>
                    <a:pt x="1836" y="190"/>
                    <a:pt x="1850" y="112"/>
                    <a:pt x="1812" y="55"/>
                  </a:cubicBezTo>
                  <a:cubicBezTo>
                    <a:pt x="1789" y="21"/>
                    <a:pt x="1748" y="0"/>
                    <a:pt x="17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0D776C3-8B13-00A4-BF47-B64A7A6675AC}"/>
              </a:ext>
            </a:extLst>
          </p:cNvPr>
          <p:cNvSpPr txBox="1"/>
          <p:nvPr/>
        </p:nvSpPr>
        <p:spPr>
          <a:xfrm>
            <a:off x="8618603" y="4771800"/>
            <a:ext cx="4437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7208052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39"/>
          <p:cNvSpPr txBox="1">
            <a:spLocks noGrp="1"/>
          </p:cNvSpPr>
          <p:nvPr>
            <p:ph type="title"/>
          </p:nvPr>
        </p:nvSpPr>
        <p:spPr>
          <a:xfrm>
            <a:off x="1778711" y="37801"/>
            <a:ext cx="5448000" cy="67326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1" name="Google Shape;1261;p39"/>
          <p:cNvSpPr/>
          <p:nvPr/>
        </p:nvSpPr>
        <p:spPr>
          <a:xfrm>
            <a:off x="3279533" y="4678620"/>
            <a:ext cx="147427" cy="144779"/>
          </a:xfrm>
          <a:custGeom>
            <a:avLst/>
            <a:gdLst/>
            <a:ahLst/>
            <a:cxnLst/>
            <a:rect l="l" t="t" r="r" b="b"/>
            <a:pathLst>
              <a:path w="2171" h="2132" extrusionOk="0">
                <a:moveTo>
                  <a:pt x="1086" y="0"/>
                </a:moveTo>
                <a:cubicBezTo>
                  <a:pt x="873" y="0"/>
                  <a:pt x="701" y="173"/>
                  <a:pt x="701" y="385"/>
                </a:cubicBezTo>
                <a:lnTo>
                  <a:pt x="701" y="401"/>
                </a:lnTo>
                <a:cubicBezTo>
                  <a:pt x="701" y="556"/>
                  <a:pt x="575" y="681"/>
                  <a:pt x="421" y="681"/>
                </a:cubicBezTo>
                <a:cubicBezTo>
                  <a:pt x="219" y="681"/>
                  <a:pt x="40" y="829"/>
                  <a:pt x="22" y="1028"/>
                </a:cubicBezTo>
                <a:cubicBezTo>
                  <a:pt x="0" y="1257"/>
                  <a:pt x="179" y="1450"/>
                  <a:pt x="405" y="1450"/>
                </a:cubicBezTo>
                <a:lnTo>
                  <a:pt x="421" y="1450"/>
                </a:lnTo>
                <a:cubicBezTo>
                  <a:pt x="575" y="1450"/>
                  <a:pt x="701" y="1575"/>
                  <a:pt x="701" y="1731"/>
                </a:cubicBezTo>
                <a:cubicBezTo>
                  <a:pt x="701" y="1931"/>
                  <a:pt x="848" y="2110"/>
                  <a:pt x="1048" y="2130"/>
                </a:cubicBezTo>
                <a:cubicBezTo>
                  <a:pt x="1060" y="2131"/>
                  <a:pt x="1073" y="2131"/>
                  <a:pt x="1085" y="2131"/>
                </a:cubicBezTo>
                <a:cubicBezTo>
                  <a:pt x="1297" y="2131"/>
                  <a:pt x="1469" y="1960"/>
                  <a:pt x="1469" y="1747"/>
                </a:cubicBezTo>
                <a:lnTo>
                  <a:pt x="1469" y="1731"/>
                </a:lnTo>
                <a:cubicBezTo>
                  <a:pt x="1469" y="1575"/>
                  <a:pt x="1594" y="1450"/>
                  <a:pt x="1750" y="1450"/>
                </a:cubicBezTo>
                <a:lnTo>
                  <a:pt x="1766" y="1450"/>
                </a:lnTo>
                <a:cubicBezTo>
                  <a:pt x="1991" y="1450"/>
                  <a:pt x="2170" y="1257"/>
                  <a:pt x="2149" y="1028"/>
                </a:cubicBezTo>
                <a:cubicBezTo>
                  <a:pt x="2130" y="829"/>
                  <a:pt x="1950" y="681"/>
                  <a:pt x="1750" y="681"/>
                </a:cubicBezTo>
                <a:cubicBezTo>
                  <a:pt x="1594" y="681"/>
                  <a:pt x="1469" y="556"/>
                  <a:pt x="1469" y="401"/>
                </a:cubicBezTo>
                <a:cubicBezTo>
                  <a:pt x="1469" y="200"/>
                  <a:pt x="1322" y="21"/>
                  <a:pt x="1123" y="2"/>
                </a:cubicBezTo>
                <a:cubicBezTo>
                  <a:pt x="1110" y="1"/>
                  <a:pt x="1098" y="0"/>
                  <a:pt x="108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2" name="Google Shape;1262;p39"/>
          <p:cNvSpPr/>
          <p:nvPr/>
        </p:nvSpPr>
        <p:spPr>
          <a:xfrm>
            <a:off x="8283338" y="2387462"/>
            <a:ext cx="147427" cy="144779"/>
          </a:xfrm>
          <a:custGeom>
            <a:avLst/>
            <a:gdLst/>
            <a:ahLst/>
            <a:cxnLst/>
            <a:rect l="l" t="t" r="r" b="b"/>
            <a:pathLst>
              <a:path w="2171" h="2132" extrusionOk="0">
                <a:moveTo>
                  <a:pt x="1086" y="1"/>
                </a:moveTo>
                <a:cubicBezTo>
                  <a:pt x="873" y="1"/>
                  <a:pt x="702" y="173"/>
                  <a:pt x="702" y="385"/>
                </a:cubicBezTo>
                <a:lnTo>
                  <a:pt x="702" y="401"/>
                </a:lnTo>
                <a:cubicBezTo>
                  <a:pt x="702" y="557"/>
                  <a:pt x="575" y="682"/>
                  <a:pt x="421" y="682"/>
                </a:cubicBezTo>
                <a:cubicBezTo>
                  <a:pt x="220" y="682"/>
                  <a:pt x="41" y="830"/>
                  <a:pt x="22" y="1029"/>
                </a:cubicBezTo>
                <a:cubicBezTo>
                  <a:pt x="1" y="1258"/>
                  <a:pt x="180" y="1451"/>
                  <a:pt x="405" y="1451"/>
                </a:cubicBezTo>
                <a:lnTo>
                  <a:pt x="421" y="1451"/>
                </a:lnTo>
                <a:cubicBezTo>
                  <a:pt x="575" y="1451"/>
                  <a:pt x="702" y="1576"/>
                  <a:pt x="702" y="1731"/>
                </a:cubicBezTo>
                <a:cubicBezTo>
                  <a:pt x="702" y="1932"/>
                  <a:pt x="848" y="2111"/>
                  <a:pt x="1048" y="2130"/>
                </a:cubicBezTo>
                <a:cubicBezTo>
                  <a:pt x="1060" y="2131"/>
                  <a:pt x="1073" y="2132"/>
                  <a:pt x="1085" y="2132"/>
                </a:cubicBezTo>
                <a:cubicBezTo>
                  <a:pt x="1297" y="2132"/>
                  <a:pt x="1469" y="1960"/>
                  <a:pt x="1469" y="1747"/>
                </a:cubicBezTo>
                <a:lnTo>
                  <a:pt x="1469" y="1731"/>
                </a:lnTo>
                <a:cubicBezTo>
                  <a:pt x="1469" y="1576"/>
                  <a:pt x="1595" y="1451"/>
                  <a:pt x="1750" y="1451"/>
                </a:cubicBezTo>
                <a:lnTo>
                  <a:pt x="1766" y="1451"/>
                </a:lnTo>
                <a:cubicBezTo>
                  <a:pt x="1991" y="1451"/>
                  <a:pt x="2170" y="1258"/>
                  <a:pt x="2149" y="1029"/>
                </a:cubicBezTo>
                <a:cubicBezTo>
                  <a:pt x="2131" y="830"/>
                  <a:pt x="1950" y="682"/>
                  <a:pt x="1750" y="682"/>
                </a:cubicBezTo>
                <a:cubicBezTo>
                  <a:pt x="1595" y="682"/>
                  <a:pt x="1469" y="557"/>
                  <a:pt x="1469" y="401"/>
                </a:cubicBezTo>
                <a:cubicBezTo>
                  <a:pt x="1469" y="201"/>
                  <a:pt x="1323" y="22"/>
                  <a:pt x="1123" y="2"/>
                </a:cubicBezTo>
                <a:cubicBezTo>
                  <a:pt x="1111" y="1"/>
                  <a:pt x="1098" y="1"/>
                  <a:pt x="108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76" name="Google Shape;1276;p39"/>
          <p:cNvGrpSpPr/>
          <p:nvPr/>
        </p:nvGrpSpPr>
        <p:grpSpPr>
          <a:xfrm>
            <a:off x="-68415" y="547427"/>
            <a:ext cx="1856755" cy="1649535"/>
            <a:chOff x="238526" y="-152953"/>
            <a:chExt cx="1856755" cy="1649535"/>
          </a:xfrm>
        </p:grpSpPr>
        <p:sp>
          <p:nvSpPr>
            <p:cNvPr id="1277" name="Google Shape;1277;p39"/>
            <p:cNvSpPr/>
            <p:nvPr/>
          </p:nvSpPr>
          <p:spPr>
            <a:xfrm rot="4393538">
              <a:off x="540820" y="-109088"/>
              <a:ext cx="1252167" cy="1561804"/>
            </a:xfrm>
            <a:custGeom>
              <a:avLst/>
              <a:gdLst/>
              <a:ahLst/>
              <a:cxnLst/>
              <a:rect l="l" t="t" r="r" b="b"/>
              <a:pathLst>
                <a:path w="32187" h="40147" extrusionOk="0">
                  <a:moveTo>
                    <a:pt x="17582" y="26956"/>
                  </a:moveTo>
                  <a:cubicBezTo>
                    <a:pt x="17583" y="26956"/>
                    <a:pt x="17584" y="26956"/>
                    <a:pt x="17587" y="26958"/>
                  </a:cubicBezTo>
                  <a:cubicBezTo>
                    <a:pt x="17585" y="26958"/>
                    <a:pt x="17583" y="26956"/>
                    <a:pt x="17582" y="26956"/>
                  </a:cubicBezTo>
                  <a:close/>
                  <a:moveTo>
                    <a:pt x="13580" y="1865"/>
                  </a:moveTo>
                  <a:cubicBezTo>
                    <a:pt x="14092" y="1865"/>
                    <a:pt x="14604" y="1931"/>
                    <a:pt x="15104" y="2066"/>
                  </a:cubicBezTo>
                  <a:cubicBezTo>
                    <a:pt x="16377" y="2409"/>
                    <a:pt x="17334" y="3127"/>
                    <a:pt x="17945" y="4201"/>
                  </a:cubicBezTo>
                  <a:cubicBezTo>
                    <a:pt x="18871" y="5827"/>
                    <a:pt x="18872" y="7958"/>
                    <a:pt x="18710" y="9458"/>
                  </a:cubicBezTo>
                  <a:lnTo>
                    <a:pt x="18437" y="11969"/>
                  </a:lnTo>
                  <a:lnTo>
                    <a:pt x="20278" y="10239"/>
                  </a:lnTo>
                  <a:cubicBezTo>
                    <a:pt x="21110" y="9457"/>
                    <a:pt x="22107" y="8992"/>
                    <a:pt x="23240" y="8857"/>
                  </a:cubicBezTo>
                  <a:cubicBezTo>
                    <a:pt x="23403" y="8838"/>
                    <a:pt x="23565" y="8829"/>
                    <a:pt x="23726" y="8829"/>
                  </a:cubicBezTo>
                  <a:cubicBezTo>
                    <a:pt x="25335" y="8829"/>
                    <a:pt x="26819" y="9778"/>
                    <a:pt x="27444" y="11254"/>
                  </a:cubicBezTo>
                  <a:cubicBezTo>
                    <a:pt x="28183" y="13003"/>
                    <a:pt x="27328" y="14457"/>
                    <a:pt x="26482" y="15368"/>
                  </a:cubicBezTo>
                  <a:lnTo>
                    <a:pt x="25251" y="16693"/>
                  </a:lnTo>
                  <a:lnTo>
                    <a:pt x="27045" y="16931"/>
                  </a:lnTo>
                  <a:cubicBezTo>
                    <a:pt x="27320" y="16967"/>
                    <a:pt x="27581" y="17060"/>
                    <a:pt x="27821" y="17209"/>
                  </a:cubicBezTo>
                  <a:cubicBezTo>
                    <a:pt x="28401" y="17567"/>
                    <a:pt x="28757" y="18190"/>
                    <a:pt x="28771" y="18873"/>
                  </a:cubicBezTo>
                  <a:cubicBezTo>
                    <a:pt x="28831" y="21887"/>
                    <a:pt x="25374" y="23809"/>
                    <a:pt x="23885" y="24495"/>
                  </a:cubicBezTo>
                  <a:lnTo>
                    <a:pt x="22634" y="25072"/>
                  </a:lnTo>
                  <a:lnTo>
                    <a:pt x="23633" y="26021"/>
                  </a:lnTo>
                  <a:cubicBezTo>
                    <a:pt x="25165" y="27475"/>
                    <a:pt x="27004" y="29295"/>
                    <a:pt x="27023" y="29314"/>
                  </a:cubicBezTo>
                  <a:lnTo>
                    <a:pt x="27050" y="29339"/>
                  </a:lnTo>
                  <a:cubicBezTo>
                    <a:pt x="29342" y="31435"/>
                    <a:pt x="30072" y="33434"/>
                    <a:pt x="29224" y="35279"/>
                  </a:cubicBezTo>
                  <a:cubicBezTo>
                    <a:pt x="28631" y="36572"/>
                    <a:pt x="27361" y="37443"/>
                    <a:pt x="25910" y="37555"/>
                  </a:cubicBezTo>
                  <a:lnTo>
                    <a:pt x="25729" y="37569"/>
                  </a:lnTo>
                  <a:lnTo>
                    <a:pt x="25556" y="37656"/>
                  </a:lnTo>
                  <a:cubicBezTo>
                    <a:pt x="24598" y="38068"/>
                    <a:pt x="23731" y="38278"/>
                    <a:pt x="22979" y="38278"/>
                  </a:cubicBezTo>
                  <a:cubicBezTo>
                    <a:pt x="22252" y="38278"/>
                    <a:pt x="21640" y="38088"/>
                    <a:pt x="21108" y="37697"/>
                  </a:cubicBezTo>
                  <a:cubicBezTo>
                    <a:pt x="18474" y="35768"/>
                    <a:pt x="18931" y="29676"/>
                    <a:pt x="18991" y="28988"/>
                  </a:cubicBezTo>
                  <a:lnTo>
                    <a:pt x="19014" y="28724"/>
                  </a:lnTo>
                  <a:lnTo>
                    <a:pt x="18895" y="28487"/>
                  </a:lnTo>
                  <a:cubicBezTo>
                    <a:pt x="18693" y="28086"/>
                    <a:pt x="18482" y="27713"/>
                    <a:pt x="18263" y="27374"/>
                  </a:cubicBezTo>
                  <a:lnTo>
                    <a:pt x="18014" y="26987"/>
                  </a:lnTo>
                  <a:lnTo>
                    <a:pt x="17544" y="26949"/>
                  </a:lnTo>
                  <a:cubicBezTo>
                    <a:pt x="17222" y="26895"/>
                    <a:pt x="16926" y="26868"/>
                    <a:pt x="16633" y="26868"/>
                  </a:cubicBezTo>
                  <a:cubicBezTo>
                    <a:pt x="16132" y="26868"/>
                    <a:pt x="15638" y="26948"/>
                    <a:pt x="15040" y="27114"/>
                  </a:cubicBezTo>
                  <a:cubicBezTo>
                    <a:pt x="14320" y="27315"/>
                    <a:pt x="13613" y="27628"/>
                    <a:pt x="12937" y="28048"/>
                  </a:cubicBezTo>
                  <a:cubicBezTo>
                    <a:pt x="11868" y="28711"/>
                    <a:pt x="10817" y="29047"/>
                    <a:pt x="9812" y="29047"/>
                  </a:cubicBezTo>
                  <a:lnTo>
                    <a:pt x="9809" y="29047"/>
                  </a:lnTo>
                  <a:cubicBezTo>
                    <a:pt x="9414" y="29047"/>
                    <a:pt x="9026" y="28993"/>
                    <a:pt x="8659" y="28889"/>
                  </a:cubicBezTo>
                  <a:cubicBezTo>
                    <a:pt x="7868" y="28665"/>
                    <a:pt x="6831" y="27828"/>
                    <a:pt x="6393" y="27063"/>
                  </a:cubicBezTo>
                  <a:cubicBezTo>
                    <a:pt x="5563" y="25612"/>
                    <a:pt x="5338" y="24297"/>
                    <a:pt x="5727" y="23156"/>
                  </a:cubicBezTo>
                  <a:cubicBezTo>
                    <a:pt x="5921" y="22586"/>
                    <a:pt x="6266" y="22058"/>
                    <a:pt x="6754" y="21589"/>
                  </a:cubicBezTo>
                  <a:lnTo>
                    <a:pt x="8253" y="20147"/>
                  </a:lnTo>
                  <a:lnTo>
                    <a:pt x="6178" y="19986"/>
                  </a:lnTo>
                  <a:cubicBezTo>
                    <a:pt x="3948" y="19813"/>
                    <a:pt x="2869" y="18136"/>
                    <a:pt x="2356" y="16761"/>
                  </a:cubicBezTo>
                  <a:cubicBezTo>
                    <a:pt x="1940" y="15643"/>
                    <a:pt x="2010" y="14434"/>
                    <a:pt x="2551" y="13446"/>
                  </a:cubicBezTo>
                  <a:cubicBezTo>
                    <a:pt x="3549" y="11620"/>
                    <a:pt x="5433" y="11194"/>
                    <a:pt x="6972" y="11194"/>
                  </a:cubicBezTo>
                  <a:cubicBezTo>
                    <a:pt x="7110" y="11194"/>
                    <a:pt x="7244" y="11197"/>
                    <a:pt x="7375" y="11203"/>
                  </a:cubicBezTo>
                  <a:lnTo>
                    <a:pt x="8994" y="11280"/>
                  </a:lnTo>
                  <a:lnTo>
                    <a:pt x="8248" y="9840"/>
                  </a:lnTo>
                  <a:cubicBezTo>
                    <a:pt x="7045" y="7522"/>
                    <a:pt x="7382" y="5433"/>
                    <a:pt x="9248" y="3633"/>
                  </a:cubicBezTo>
                  <a:cubicBezTo>
                    <a:pt x="10433" y="2489"/>
                    <a:pt x="12003" y="1865"/>
                    <a:pt x="13580" y="1865"/>
                  </a:cubicBezTo>
                  <a:close/>
                  <a:moveTo>
                    <a:pt x="13583" y="1"/>
                  </a:moveTo>
                  <a:cubicBezTo>
                    <a:pt x="11527" y="1"/>
                    <a:pt x="9487" y="807"/>
                    <a:pt x="7950" y="2291"/>
                  </a:cubicBezTo>
                  <a:cubicBezTo>
                    <a:pt x="5847" y="4319"/>
                    <a:pt x="5189" y="6797"/>
                    <a:pt x="6030" y="9377"/>
                  </a:cubicBezTo>
                  <a:cubicBezTo>
                    <a:pt x="4307" y="9552"/>
                    <a:pt x="2159" y="10270"/>
                    <a:pt x="911" y="12553"/>
                  </a:cubicBezTo>
                  <a:cubicBezTo>
                    <a:pt x="111" y="14017"/>
                    <a:pt x="0" y="15788"/>
                    <a:pt x="605" y="17416"/>
                  </a:cubicBezTo>
                  <a:cubicBezTo>
                    <a:pt x="1375" y="19484"/>
                    <a:pt x="2709" y="20897"/>
                    <a:pt x="4439" y="21515"/>
                  </a:cubicBezTo>
                  <a:cubicBezTo>
                    <a:pt x="4239" y="21848"/>
                    <a:pt x="4078" y="22196"/>
                    <a:pt x="3956" y="22559"/>
                  </a:cubicBezTo>
                  <a:cubicBezTo>
                    <a:pt x="3386" y="24229"/>
                    <a:pt x="3660" y="26058"/>
                    <a:pt x="4768" y="27994"/>
                  </a:cubicBezTo>
                  <a:cubicBezTo>
                    <a:pt x="5444" y="29175"/>
                    <a:pt x="6896" y="30334"/>
                    <a:pt x="8145" y="30689"/>
                  </a:cubicBezTo>
                  <a:cubicBezTo>
                    <a:pt x="8679" y="30840"/>
                    <a:pt x="9238" y="30917"/>
                    <a:pt x="9806" y="30917"/>
                  </a:cubicBezTo>
                  <a:lnTo>
                    <a:pt x="9808" y="30917"/>
                  </a:lnTo>
                  <a:cubicBezTo>
                    <a:pt x="11167" y="30917"/>
                    <a:pt x="12551" y="30486"/>
                    <a:pt x="13918" y="29638"/>
                  </a:cubicBezTo>
                  <a:cubicBezTo>
                    <a:pt x="14444" y="29312"/>
                    <a:pt x="14989" y="29068"/>
                    <a:pt x="15540" y="28915"/>
                  </a:cubicBezTo>
                  <a:cubicBezTo>
                    <a:pt x="15975" y="28793"/>
                    <a:pt x="16302" y="28736"/>
                    <a:pt x="16635" y="28736"/>
                  </a:cubicBezTo>
                  <a:cubicBezTo>
                    <a:pt x="16727" y="28736"/>
                    <a:pt x="16818" y="28741"/>
                    <a:pt x="16913" y="28749"/>
                  </a:cubicBezTo>
                  <a:cubicBezTo>
                    <a:pt x="16979" y="28861"/>
                    <a:pt x="17043" y="28978"/>
                    <a:pt x="17107" y="29098"/>
                  </a:cubicBezTo>
                  <a:cubicBezTo>
                    <a:pt x="16952" y="31196"/>
                    <a:pt x="16850" y="36893"/>
                    <a:pt x="20000" y="39204"/>
                  </a:cubicBezTo>
                  <a:cubicBezTo>
                    <a:pt x="20855" y="39830"/>
                    <a:pt x="21854" y="40147"/>
                    <a:pt x="22976" y="40147"/>
                  </a:cubicBezTo>
                  <a:cubicBezTo>
                    <a:pt x="23968" y="40147"/>
                    <a:pt x="25064" y="39894"/>
                    <a:pt x="26221" y="39404"/>
                  </a:cubicBezTo>
                  <a:cubicBezTo>
                    <a:pt x="28276" y="39188"/>
                    <a:pt x="30066" y="37918"/>
                    <a:pt x="30919" y="36061"/>
                  </a:cubicBezTo>
                  <a:cubicBezTo>
                    <a:pt x="31609" y="34562"/>
                    <a:pt x="32187" y="31520"/>
                    <a:pt x="28324" y="27977"/>
                  </a:cubicBezTo>
                  <a:cubicBezTo>
                    <a:pt x="28191" y="27845"/>
                    <a:pt x="27063" y="26731"/>
                    <a:pt x="25866" y="25575"/>
                  </a:cubicBezTo>
                  <a:cubicBezTo>
                    <a:pt x="27890" y="24419"/>
                    <a:pt x="30704" y="22204"/>
                    <a:pt x="30638" y="18839"/>
                  </a:cubicBezTo>
                  <a:cubicBezTo>
                    <a:pt x="30611" y="17517"/>
                    <a:pt x="29925" y="16315"/>
                    <a:pt x="28799" y="15620"/>
                  </a:cubicBezTo>
                  <a:cubicBezTo>
                    <a:pt x="28764" y="15599"/>
                    <a:pt x="28729" y="15577"/>
                    <a:pt x="28694" y="15557"/>
                  </a:cubicBezTo>
                  <a:cubicBezTo>
                    <a:pt x="29706" y="13965"/>
                    <a:pt x="29878" y="12218"/>
                    <a:pt x="29163" y="10529"/>
                  </a:cubicBezTo>
                  <a:cubicBezTo>
                    <a:pt x="28244" y="8360"/>
                    <a:pt x="26069" y="6963"/>
                    <a:pt x="23720" y="6963"/>
                  </a:cubicBezTo>
                  <a:cubicBezTo>
                    <a:pt x="23488" y="6963"/>
                    <a:pt x="23254" y="6977"/>
                    <a:pt x="23020" y="7005"/>
                  </a:cubicBezTo>
                  <a:cubicBezTo>
                    <a:pt x="22184" y="7105"/>
                    <a:pt x="21388" y="7347"/>
                    <a:pt x="20654" y="7717"/>
                  </a:cubicBezTo>
                  <a:cubicBezTo>
                    <a:pt x="20624" y="6274"/>
                    <a:pt x="20357" y="4665"/>
                    <a:pt x="19568" y="3279"/>
                  </a:cubicBezTo>
                  <a:cubicBezTo>
                    <a:pt x="18700" y="1756"/>
                    <a:pt x="17362" y="741"/>
                    <a:pt x="15590" y="265"/>
                  </a:cubicBezTo>
                  <a:cubicBezTo>
                    <a:pt x="14930" y="87"/>
                    <a:pt x="14256" y="1"/>
                    <a:pt x="13583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39"/>
            <p:cNvSpPr/>
            <p:nvPr/>
          </p:nvSpPr>
          <p:spPr>
            <a:xfrm rot="4393538">
              <a:off x="582181" y="-77854"/>
              <a:ext cx="1166230" cy="1489213"/>
            </a:xfrm>
            <a:custGeom>
              <a:avLst/>
              <a:gdLst/>
              <a:ahLst/>
              <a:cxnLst/>
              <a:rect l="l" t="t" r="r" b="b"/>
              <a:pathLst>
                <a:path w="29978" h="38281" extrusionOk="0">
                  <a:moveTo>
                    <a:pt x="12613" y="0"/>
                  </a:moveTo>
                  <a:cubicBezTo>
                    <a:pt x="10796" y="0"/>
                    <a:pt x="8991" y="715"/>
                    <a:pt x="7630" y="2029"/>
                  </a:cubicBezTo>
                  <a:cubicBezTo>
                    <a:pt x="5471" y="4111"/>
                    <a:pt x="5069" y="6677"/>
                    <a:pt x="6449" y="9340"/>
                  </a:cubicBezTo>
                  <a:cubicBezTo>
                    <a:pt x="6315" y="9333"/>
                    <a:pt x="6171" y="9329"/>
                    <a:pt x="6020" y="9329"/>
                  </a:cubicBezTo>
                  <a:cubicBezTo>
                    <a:pt x="4435" y="9329"/>
                    <a:pt x="2028" y="9750"/>
                    <a:pt x="762" y="12068"/>
                  </a:cubicBezTo>
                  <a:cubicBezTo>
                    <a:pt x="92" y="13294"/>
                    <a:pt x="1" y="14783"/>
                    <a:pt x="511" y="16156"/>
                  </a:cubicBezTo>
                  <a:cubicBezTo>
                    <a:pt x="1050" y="17602"/>
                    <a:pt x="2321" y="19768"/>
                    <a:pt x="5135" y="19986"/>
                  </a:cubicBezTo>
                  <a:cubicBezTo>
                    <a:pt x="4634" y="20467"/>
                    <a:pt x="4149" y="21106"/>
                    <a:pt x="3870" y="21926"/>
                  </a:cubicBezTo>
                  <a:cubicBezTo>
                    <a:pt x="3392" y="23332"/>
                    <a:pt x="3641" y="24903"/>
                    <a:pt x="4609" y="26597"/>
                  </a:cubicBezTo>
                  <a:cubicBezTo>
                    <a:pt x="5167" y="27576"/>
                    <a:pt x="6407" y="28568"/>
                    <a:pt x="7431" y="28857"/>
                  </a:cubicBezTo>
                  <a:cubicBezTo>
                    <a:pt x="7820" y="28968"/>
                    <a:pt x="8294" y="29050"/>
                    <a:pt x="8839" y="29050"/>
                  </a:cubicBezTo>
                  <a:cubicBezTo>
                    <a:pt x="9830" y="29050"/>
                    <a:pt x="11058" y="28779"/>
                    <a:pt x="12456" y="27911"/>
                  </a:cubicBezTo>
                  <a:cubicBezTo>
                    <a:pt x="13056" y="27539"/>
                    <a:pt x="13682" y="27260"/>
                    <a:pt x="14319" y="27082"/>
                  </a:cubicBezTo>
                  <a:cubicBezTo>
                    <a:pt x="14835" y="26937"/>
                    <a:pt x="15247" y="26869"/>
                    <a:pt x="15665" y="26869"/>
                  </a:cubicBezTo>
                  <a:cubicBezTo>
                    <a:pt x="15918" y="26869"/>
                    <a:pt x="16173" y="26894"/>
                    <a:pt x="16455" y="26943"/>
                  </a:cubicBezTo>
                  <a:cubicBezTo>
                    <a:pt x="16471" y="26946"/>
                    <a:pt x="16490" y="26946"/>
                    <a:pt x="16506" y="26947"/>
                  </a:cubicBezTo>
                  <a:cubicBezTo>
                    <a:pt x="16691" y="27236"/>
                    <a:pt x="16886" y="27576"/>
                    <a:pt x="17088" y="27975"/>
                  </a:cubicBezTo>
                  <a:cubicBezTo>
                    <a:pt x="16991" y="29072"/>
                    <a:pt x="16584" y="35320"/>
                    <a:pt x="19581" y="37519"/>
                  </a:cubicBezTo>
                  <a:cubicBezTo>
                    <a:pt x="20275" y="38027"/>
                    <a:pt x="21084" y="38280"/>
                    <a:pt x="22006" y="38280"/>
                  </a:cubicBezTo>
                  <a:cubicBezTo>
                    <a:pt x="22897" y="38280"/>
                    <a:pt x="23895" y="38042"/>
                    <a:pt x="24991" y="37563"/>
                  </a:cubicBezTo>
                  <a:cubicBezTo>
                    <a:pt x="24998" y="37560"/>
                    <a:pt x="25004" y="37556"/>
                    <a:pt x="25010" y="37552"/>
                  </a:cubicBezTo>
                  <a:cubicBezTo>
                    <a:pt x="26741" y="37418"/>
                    <a:pt x="28342" y="36384"/>
                    <a:pt x="29102" y="34734"/>
                  </a:cubicBezTo>
                  <a:cubicBezTo>
                    <a:pt x="29817" y="33183"/>
                    <a:pt x="29977" y="30704"/>
                    <a:pt x="26711" y="27716"/>
                  </a:cubicBezTo>
                  <a:cubicBezTo>
                    <a:pt x="26688" y="27692"/>
                    <a:pt x="24840" y="25864"/>
                    <a:pt x="23306" y="24408"/>
                  </a:cubicBezTo>
                  <a:cubicBezTo>
                    <a:pt x="24991" y="23632"/>
                    <a:pt x="28805" y="21480"/>
                    <a:pt x="28736" y="17922"/>
                  </a:cubicBezTo>
                  <a:cubicBezTo>
                    <a:pt x="28716" y="16919"/>
                    <a:pt x="28195" y="16006"/>
                    <a:pt x="27342" y="15481"/>
                  </a:cubicBezTo>
                  <a:cubicBezTo>
                    <a:pt x="26986" y="15261"/>
                    <a:pt x="26596" y="15125"/>
                    <a:pt x="26197" y="15072"/>
                  </a:cubicBezTo>
                  <a:cubicBezTo>
                    <a:pt x="27319" y="13865"/>
                    <a:pt x="28219" y="12047"/>
                    <a:pt x="27334" y="9957"/>
                  </a:cubicBezTo>
                  <a:cubicBezTo>
                    <a:pt x="26563" y="8134"/>
                    <a:pt x="24731" y="6962"/>
                    <a:pt x="22752" y="6962"/>
                  </a:cubicBezTo>
                  <a:cubicBezTo>
                    <a:pt x="22556" y="6962"/>
                    <a:pt x="22360" y="6974"/>
                    <a:pt x="22162" y="6997"/>
                  </a:cubicBezTo>
                  <a:cubicBezTo>
                    <a:pt x="21149" y="7118"/>
                    <a:pt x="19850" y="7517"/>
                    <a:pt x="18669" y="8626"/>
                  </a:cubicBezTo>
                  <a:cubicBezTo>
                    <a:pt x="18849" y="6959"/>
                    <a:pt x="18832" y="4639"/>
                    <a:pt x="17787" y="2806"/>
                  </a:cubicBezTo>
                  <a:cubicBezTo>
                    <a:pt x="17047" y="1507"/>
                    <a:pt x="15900" y="642"/>
                    <a:pt x="14378" y="232"/>
                  </a:cubicBezTo>
                  <a:cubicBezTo>
                    <a:pt x="13798" y="76"/>
                    <a:pt x="13205" y="0"/>
                    <a:pt x="126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39"/>
            <p:cNvSpPr/>
            <p:nvPr/>
          </p:nvSpPr>
          <p:spPr>
            <a:xfrm rot="4393538">
              <a:off x="809940" y="113124"/>
              <a:ext cx="1003305" cy="983407"/>
            </a:xfrm>
            <a:custGeom>
              <a:avLst/>
              <a:gdLst/>
              <a:ahLst/>
              <a:cxnLst/>
              <a:rect l="l" t="t" r="r" b="b"/>
              <a:pathLst>
                <a:path w="25790" h="25279" extrusionOk="0">
                  <a:moveTo>
                    <a:pt x="10688" y="1"/>
                  </a:moveTo>
                  <a:cubicBezTo>
                    <a:pt x="10156" y="1"/>
                    <a:pt x="9622" y="79"/>
                    <a:pt x="9104" y="228"/>
                  </a:cubicBezTo>
                  <a:cubicBezTo>
                    <a:pt x="2951" y="2006"/>
                    <a:pt x="7178" y="9334"/>
                    <a:pt x="7178" y="9334"/>
                  </a:cubicBezTo>
                  <a:cubicBezTo>
                    <a:pt x="6126" y="8847"/>
                    <a:pt x="5195" y="8667"/>
                    <a:pt x="4394" y="8667"/>
                  </a:cubicBezTo>
                  <a:cubicBezTo>
                    <a:pt x="3413" y="8667"/>
                    <a:pt x="2626" y="8937"/>
                    <a:pt x="2050" y="9242"/>
                  </a:cubicBezTo>
                  <a:cubicBezTo>
                    <a:pt x="1168" y="9709"/>
                    <a:pt x="519" y="10544"/>
                    <a:pt x="331" y="11523"/>
                  </a:cubicBezTo>
                  <a:cubicBezTo>
                    <a:pt x="1" y="13246"/>
                    <a:pt x="1150" y="14445"/>
                    <a:pt x="1955" y="15054"/>
                  </a:cubicBezTo>
                  <a:cubicBezTo>
                    <a:pt x="2328" y="15335"/>
                    <a:pt x="2763" y="15523"/>
                    <a:pt x="3216" y="15634"/>
                  </a:cubicBezTo>
                  <a:cubicBezTo>
                    <a:pt x="5244" y="16131"/>
                    <a:pt x="6128" y="16960"/>
                    <a:pt x="6128" y="16960"/>
                  </a:cubicBezTo>
                  <a:cubicBezTo>
                    <a:pt x="1905" y="18770"/>
                    <a:pt x="3648" y="22279"/>
                    <a:pt x="3648" y="22279"/>
                  </a:cubicBezTo>
                  <a:cubicBezTo>
                    <a:pt x="4474" y="24357"/>
                    <a:pt x="5981" y="24889"/>
                    <a:pt x="7309" y="24889"/>
                  </a:cubicBezTo>
                  <a:cubicBezTo>
                    <a:pt x="8703" y="24889"/>
                    <a:pt x="9899" y="24302"/>
                    <a:pt x="9899" y="24302"/>
                  </a:cubicBezTo>
                  <a:cubicBezTo>
                    <a:pt x="11092" y="23716"/>
                    <a:pt x="12235" y="23499"/>
                    <a:pt x="13274" y="23499"/>
                  </a:cubicBezTo>
                  <a:cubicBezTo>
                    <a:pt x="16249" y="23499"/>
                    <a:pt x="18372" y="25278"/>
                    <a:pt x="18372" y="25278"/>
                  </a:cubicBezTo>
                  <a:cubicBezTo>
                    <a:pt x="18018" y="22091"/>
                    <a:pt x="21673" y="20206"/>
                    <a:pt x="21674" y="20206"/>
                  </a:cubicBezTo>
                  <a:lnTo>
                    <a:pt x="21674" y="20206"/>
                  </a:lnTo>
                  <a:cubicBezTo>
                    <a:pt x="21674" y="20206"/>
                    <a:pt x="21674" y="20206"/>
                    <a:pt x="21674" y="20206"/>
                  </a:cubicBezTo>
                  <a:cubicBezTo>
                    <a:pt x="24107" y="18838"/>
                    <a:pt x="25055" y="17354"/>
                    <a:pt x="25405" y="16251"/>
                  </a:cubicBezTo>
                  <a:cubicBezTo>
                    <a:pt x="25790" y="15042"/>
                    <a:pt x="24928" y="13763"/>
                    <a:pt x="23682" y="13763"/>
                  </a:cubicBezTo>
                  <a:cubicBezTo>
                    <a:pt x="23649" y="13763"/>
                    <a:pt x="23616" y="13764"/>
                    <a:pt x="23583" y="13766"/>
                  </a:cubicBezTo>
                  <a:cubicBezTo>
                    <a:pt x="22306" y="13836"/>
                    <a:pt x="21473" y="15014"/>
                    <a:pt x="21473" y="15014"/>
                  </a:cubicBezTo>
                  <a:cubicBezTo>
                    <a:pt x="21561" y="13846"/>
                    <a:pt x="23005" y="12409"/>
                    <a:pt x="23005" y="12409"/>
                  </a:cubicBezTo>
                  <a:cubicBezTo>
                    <a:pt x="24979" y="10329"/>
                    <a:pt x="24053" y="8409"/>
                    <a:pt x="23231" y="7370"/>
                  </a:cubicBezTo>
                  <a:cubicBezTo>
                    <a:pt x="22763" y="6780"/>
                    <a:pt x="22133" y="6332"/>
                    <a:pt x="21411" y="6118"/>
                  </a:cubicBezTo>
                  <a:cubicBezTo>
                    <a:pt x="21035" y="6006"/>
                    <a:pt x="20677" y="5957"/>
                    <a:pt x="20339" y="5957"/>
                  </a:cubicBezTo>
                  <a:cubicBezTo>
                    <a:pt x="17546" y="5957"/>
                    <a:pt x="16066" y="9347"/>
                    <a:pt x="16066" y="9347"/>
                  </a:cubicBezTo>
                  <a:cubicBezTo>
                    <a:pt x="15854" y="9077"/>
                    <a:pt x="15706" y="8730"/>
                    <a:pt x="15603" y="8388"/>
                  </a:cubicBezTo>
                  <a:cubicBezTo>
                    <a:pt x="15415" y="7754"/>
                    <a:pt x="15388" y="7085"/>
                    <a:pt x="15469" y="6429"/>
                  </a:cubicBezTo>
                  <a:cubicBezTo>
                    <a:pt x="15889" y="3002"/>
                    <a:pt x="14495" y="1379"/>
                    <a:pt x="13110" y="611"/>
                  </a:cubicBezTo>
                  <a:cubicBezTo>
                    <a:pt x="12363" y="196"/>
                    <a:pt x="11530" y="1"/>
                    <a:pt x="1068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39"/>
            <p:cNvSpPr/>
            <p:nvPr/>
          </p:nvSpPr>
          <p:spPr>
            <a:xfrm rot="4393538">
              <a:off x="768270" y="22439"/>
              <a:ext cx="1121336" cy="1130107"/>
            </a:xfrm>
            <a:custGeom>
              <a:avLst/>
              <a:gdLst/>
              <a:ahLst/>
              <a:cxnLst/>
              <a:rect l="l" t="t" r="r" b="b"/>
              <a:pathLst>
                <a:path w="28824" h="29050" extrusionOk="0">
                  <a:moveTo>
                    <a:pt x="12617" y="0"/>
                  </a:moveTo>
                  <a:cubicBezTo>
                    <a:pt x="10800" y="0"/>
                    <a:pt x="8993" y="715"/>
                    <a:pt x="7631" y="2029"/>
                  </a:cubicBezTo>
                  <a:cubicBezTo>
                    <a:pt x="5473" y="4111"/>
                    <a:pt x="5069" y="6677"/>
                    <a:pt x="6451" y="9340"/>
                  </a:cubicBezTo>
                  <a:cubicBezTo>
                    <a:pt x="6315" y="9333"/>
                    <a:pt x="6170" y="9329"/>
                    <a:pt x="6017" y="9329"/>
                  </a:cubicBezTo>
                  <a:cubicBezTo>
                    <a:pt x="4429" y="9329"/>
                    <a:pt x="2028" y="9752"/>
                    <a:pt x="762" y="12068"/>
                  </a:cubicBezTo>
                  <a:cubicBezTo>
                    <a:pt x="92" y="13293"/>
                    <a:pt x="1" y="14783"/>
                    <a:pt x="512" y="16156"/>
                  </a:cubicBezTo>
                  <a:cubicBezTo>
                    <a:pt x="1051" y="17602"/>
                    <a:pt x="2323" y="19768"/>
                    <a:pt x="5135" y="19986"/>
                  </a:cubicBezTo>
                  <a:cubicBezTo>
                    <a:pt x="4635" y="20467"/>
                    <a:pt x="4149" y="21107"/>
                    <a:pt x="3871" y="21926"/>
                  </a:cubicBezTo>
                  <a:cubicBezTo>
                    <a:pt x="3393" y="23332"/>
                    <a:pt x="3641" y="24903"/>
                    <a:pt x="4610" y="26596"/>
                  </a:cubicBezTo>
                  <a:cubicBezTo>
                    <a:pt x="5170" y="27573"/>
                    <a:pt x="6408" y="28566"/>
                    <a:pt x="7432" y="28857"/>
                  </a:cubicBezTo>
                  <a:cubicBezTo>
                    <a:pt x="7823" y="28968"/>
                    <a:pt x="8295" y="29050"/>
                    <a:pt x="8842" y="29050"/>
                  </a:cubicBezTo>
                  <a:cubicBezTo>
                    <a:pt x="9831" y="29050"/>
                    <a:pt x="11060" y="28778"/>
                    <a:pt x="12457" y="27915"/>
                  </a:cubicBezTo>
                  <a:cubicBezTo>
                    <a:pt x="13057" y="27543"/>
                    <a:pt x="13685" y="27264"/>
                    <a:pt x="14319" y="27086"/>
                  </a:cubicBezTo>
                  <a:cubicBezTo>
                    <a:pt x="14835" y="26942"/>
                    <a:pt x="15247" y="26873"/>
                    <a:pt x="15665" y="26873"/>
                  </a:cubicBezTo>
                  <a:cubicBezTo>
                    <a:pt x="15918" y="26873"/>
                    <a:pt x="16174" y="26898"/>
                    <a:pt x="16457" y="26947"/>
                  </a:cubicBezTo>
                  <a:cubicBezTo>
                    <a:pt x="16487" y="26952"/>
                    <a:pt x="16518" y="26955"/>
                    <a:pt x="16548" y="26955"/>
                  </a:cubicBezTo>
                  <a:cubicBezTo>
                    <a:pt x="16800" y="26955"/>
                    <a:pt x="17025" y="26773"/>
                    <a:pt x="17069" y="26514"/>
                  </a:cubicBezTo>
                  <a:cubicBezTo>
                    <a:pt x="17120" y="26225"/>
                    <a:pt x="16926" y="25950"/>
                    <a:pt x="16637" y="25901"/>
                  </a:cubicBezTo>
                  <a:cubicBezTo>
                    <a:pt x="16290" y="25841"/>
                    <a:pt x="15972" y="25810"/>
                    <a:pt x="15658" y="25810"/>
                  </a:cubicBezTo>
                  <a:cubicBezTo>
                    <a:pt x="15147" y="25810"/>
                    <a:pt x="14643" y="25892"/>
                    <a:pt x="14032" y="26063"/>
                  </a:cubicBezTo>
                  <a:cubicBezTo>
                    <a:pt x="13300" y="26267"/>
                    <a:pt x="12582" y="26587"/>
                    <a:pt x="11896" y="27012"/>
                  </a:cubicBezTo>
                  <a:cubicBezTo>
                    <a:pt x="10841" y="27666"/>
                    <a:pt x="9823" y="27995"/>
                    <a:pt x="8855" y="27995"/>
                  </a:cubicBezTo>
                  <a:cubicBezTo>
                    <a:pt x="8469" y="27995"/>
                    <a:pt x="8091" y="27943"/>
                    <a:pt x="7721" y="27838"/>
                  </a:cubicBezTo>
                  <a:cubicBezTo>
                    <a:pt x="6970" y="27625"/>
                    <a:pt x="5945" y="26798"/>
                    <a:pt x="5530" y="26072"/>
                  </a:cubicBezTo>
                  <a:cubicBezTo>
                    <a:pt x="4720" y="24657"/>
                    <a:pt x="4499" y="23382"/>
                    <a:pt x="4871" y="22278"/>
                  </a:cubicBezTo>
                  <a:cubicBezTo>
                    <a:pt x="5442" y="20591"/>
                    <a:pt x="7236" y="19813"/>
                    <a:pt x="7253" y="19807"/>
                  </a:cubicBezTo>
                  <a:cubicBezTo>
                    <a:pt x="7507" y="19700"/>
                    <a:pt x="7637" y="19420"/>
                    <a:pt x="7556" y="19157"/>
                  </a:cubicBezTo>
                  <a:cubicBezTo>
                    <a:pt x="7486" y="18932"/>
                    <a:pt x="7277" y="18784"/>
                    <a:pt x="7048" y="18784"/>
                  </a:cubicBezTo>
                  <a:cubicBezTo>
                    <a:pt x="7013" y="18784"/>
                    <a:pt x="6977" y="18788"/>
                    <a:pt x="6941" y="18795"/>
                  </a:cubicBezTo>
                  <a:cubicBezTo>
                    <a:pt x="6470" y="18894"/>
                    <a:pt x="6037" y="18939"/>
                    <a:pt x="5638" y="18939"/>
                  </a:cubicBezTo>
                  <a:cubicBezTo>
                    <a:pt x="3231" y="18939"/>
                    <a:pt x="2066" y="17292"/>
                    <a:pt x="1505" y="15786"/>
                  </a:cubicBezTo>
                  <a:cubicBezTo>
                    <a:pt x="1102" y="14703"/>
                    <a:pt x="1170" y="13534"/>
                    <a:pt x="1693" y="12578"/>
                  </a:cubicBezTo>
                  <a:cubicBezTo>
                    <a:pt x="2701" y="10734"/>
                    <a:pt x="4725" y="10401"/>
                    <a:pt x="6057" y="10401"/>
                  </a:cubicBezTo>
                  <a:cubicBezTo>
                    <a:pt x="6801" y="10401"/>
                    <a:pt x="7329" y="10505"/>
                    <a:pt x="7344" y="10507"/>
                  </a:cubicBezTo>
                  <a:cubicBezTo>
                    <a:pt x="7380" y="10515"/>
                    <a:pt x="7416" y="10518"/>
                    <a:pt x="7452" y="10518"/>
                  </a:cubicBezTo>
                  <a:cubicBezTo>
                    <a:pt x="7627" y="10518"/>
                    <a:pt x="7794" y="10433"/>
                    <a:pt x="7894" y="10284"/>
                  </a:cubicBezTo>
                  <a:cubicBezTo>
                    <a:pt x="8014" y="10104"/>
                    <a:pt x="8014" y="9870"/>
                    <a:pt x="7894" y="9691"/>
                  </a:cubicBezTo>
                  <a:cubicBezTo>
                    <a:pt x="6150" y="7100"/>
                    <a:pt x="6310" y="4780"/>
                    <a:pt x="8366" y="2795"/>
                  </a:cubicBezTo>
                  <a:cubicBezTo>
                    <a:pt x="9528" y="1673"/>
                    <a:pt x="11065" y="1063"/>
                    <a:pt x="12609" y="1063"/>
                  </a:cubicBezTo>
                  <a:cubicBezTo>
                    <a:pt x="13110" y="1063"/>
                    <a:pt x="13612" y="1127"/>
                    <a:pt x="14101" y="1259"/>
                  </a:cubicBezTo>
                  <a:cubicBezTo>
                    <a:pt x="15338" y="1592"/>
                    <a:pt x="16268" y="2289"/>
                    <a:pt x="16862" y="3331"/>
                  </a:cubicBezTo>
                  <a:cubicBezTo>
                    <a:pt x="18447" y="6106"/>
                    <a:pt x="17266" y="10458"/>
                    <a:pt x="17255" y="10501"/>
                  </a:cubicBezTo>
                  <a:cubicBezTo>
                    <a:pt x="17182" y="10759"/>
                    <a:pt x="17315" y="11029"/>
                    <a:pt x="17562" y="11133"/>
                  </a:cubicBezTo>
                  <a:cubicBezTo>
                    <a:pt x="17628" y="11161"/>
                    <a:pt x="17698" y="11175"/>
                    <a:pt x="17766" y="11175"/>
                  </a:cubicBezTo>
                  <a:cubicBezTo>
                    <a:pt x="17951" y="11175"/>
                    <a:pt x="18130" y="11077"/>
                    <a:pt x="18227" y="10909"/>
                  </a:cubicBezTo>
                  <a:cubicBezTo>
                    <a:pt x="19197" y="9218"/>
                    <a:pt x="20562" y="8258"/>
                    <a:pt x="22286" y="8053"/>
                  </a:cubicBezTo>
                  <a:cubicBezTo>
                    <a:pt x="22443" y="8034"/>
                    <a:pt x="22600" y="8025"/>
                    <a:pt x="22755" y="8025"/>
                  </a:cubicBezTo>
                  <a:cubicBezTo>
                    <a:pt x="24312" y="8025"/>
                    <a:pt x="25750" y="8944"/>
                    <a:pt x="26354" y="10372"/>
                  </a:cubicBezTo>
                  <a:cubicBezTo>
                    <a:pt x="27586" y="13281"/>
                    <a:pt x="24310" y="15289"/>
                    <a:pt x="24170" y="15372"/>
                  </a:cubicBezTo>
                  <a:cubicBezTo>
                    <a:pt x="24041" y="15451"/>
                    <a:pt x="23949" y="15580"/>
                    <a:pt x="23921" y="15730"/>
                  </a:cubicBezTo>
                  <a:cubicBezTo>
                    <a:pt x="23893" y="15878"/>
                    <a:pt x="23930" y="16033"/>
                    <a:pt x="24023" y="16153"/>
                  </a:cubicBezTo>
                  <a:lnTo>
                    <a:pt x="24114" y="16274"/>
                  </a:lnTo>
                  <a:cubicBezTo>
                    <a:pt x="24218" y="16408"/>
                    <a:pt x="24376" y="16480"/>
                    <a:pt x="24536" y="16480"/>
                  </a:cubicBezTo>
                  <a:cubicBezTo>
                    <a:pt x="24625" y="16480"/>
                    <a:pt x="24714" y="16458"/>
                    <a:pt x="24796" y="16412"/>
                  </a:cubicBezTo>
                  <a:cubicBezTo>
                    <a:pt x="24876" y="16368"/>
                    <a:pt x="24956" y="16326"/>
                    <a:pt x="25032" y="16290"/>
                  </a:cubicBezTo>
                  <a:cubicBezTo>
                    <a:pt x="25288" y="16168"/>
                    <a:pt x="25557" y="16107"/>
                    <a:pt x="25825" y="16107"/>
                  </a:cubicBezTo>
                  <a:cubicBezTo>
                    <a:pt x="26156" y="16107"/>
                    <a:pt x="26485" y="16200"/>
                    <a:pt x="26785" y="16385"/>
                  </a:cubicBezTo>
                  <a:cubicBezTo>
                    <a:pt x="27329" y="16721"/>
                    <a:pt x="27662" y="17304"/>
                    <a:pt x="27674" y="17943"/>
                  </a:cubicBezTo>
                  <a:cubicBezTo>
                    <a:pt x="27748" y="21652"/>
                    <a:pt x="22223" y="23718"/>
                    <a:pt x="22168" y="23739"/>
                  </a:cubicBezTo>
                  <a:cubicBezTo>
                    <a:pt x="21892" y="23839"/>
                    <a:pt x="21749" y="24144"/>
                    <a:pt x="21851" y="24419"/>
                  </a:cubicBezTo>
                  <a:cubicBezTo>
                    <a:pt x="21929" y="24636"/>
                    <a:pt x="22132" y="24768"/>
                    <a:pt x="22349" y="24768"/>
                  </a:cubicBezTo>
                  <a:cubicBezTo>
                    <a:pt x="22409" y="24768"/>
                    <a:pt x="22471" y="24758"/>
                    <a:pt x="22531" y="24736"/>
                  </a:cubicBezTo>
                  <a:cubicBezTo>
                    <a:pt x="22789" y="24642"/>
                    <a:pt x="28824" y="22388"/>
                    <a:pt x="28736" y="17922"/>
                  </a:cubicBezTo>
                  <a:cubicBezTo>
                    <a:pt x="28716" y="16919"/>
                    <a:pt x="28196" y="16006"/>
                    <a:pt x="27343" y="15480"/>
                  </a:cubicBezTo>
                  <a:cubicBezTo>
                    <a:pt x="26987" y="15262"/>
                    <a:pt x="26598" y="15124"/>
                    <a:pt x="26198" y="15072"/>
                  </a:cubicBezTo>
                  <a:cubicBezTo>
                    <a:pt x="27319" y="13865"/>
                    <a:pt x="28219" y="12047"/>
                    <a:pt x="27335" y="9957"/>
                  </a:cubicBezTo>
                  <a:cubicBezTo>
                    <a:pt x="26563" y="8133"/>
                    <a:pt x="24733" y="6962"/>
                    <a:pt x="22753" y="6962"/>
                  </a:cubicBezTo>
                  <a:cubicBezTo>
                    <a:pt x="22557" y="6962"/>
                    <a:pt x="22360" y="6974"/>
                    <a:pt x="22162" y="6997"/>
                  </a:cubicBezTo>
                  <a:cubicBezTo>
                    <a:pt x="21150" y="7117"/>
                    <a:pt x="19850" y="7516"/>
                    <a:pt x="18669" y="8626"/>
                  </a:cubicBezTo>
                  <a:cubicBezTo>
                    <a:pt x="18851" y="6959"/>
                    <a:pt x="18833" y="4639"/>
                    <a:pt x="17788" y="2806"/>
                  </a:cubicBezTo>
                  <a:cubicBezTo>
                    <a:pt x="17049" y="1507"/>
                    <a:pt x="15901" y="640"/>
                    <a:pt x="14379" y="231"/>
                  </a:cubicBezTo>
                  <a:cubicBezTo>
                    <a:pt x="13801" y="76"/>
                    <a:pt x="13208" y="0"/>
                    <a:pt x="126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39"/>
            <p:cNvSpPr/>
            <p:nvPr/>
          </p:nvSpPr>
          <p:spPr>
            <a:xfrm rot="4393538">
              <a:off x="582701" y="732648"/>
              <a:ext cx="420579" cy="501721"/>
            </a:xfrm>
            <a:custGeom>
              <a:avLst/>
              <a:gdLst/>
              <a:ahLst/>
              <a:cxnLst/>
              <a:rect l="l" t="t" r="r" b="b"/>
              <a:pathLst>
                <a:path w="10811" h="12897" extrusionOk="0">
                  <a:moveTo>
                    <a:pt x="0" y="1"/>
                  </a:moveTo>
                  <a:cubicBezTo>
                    <a:pt x="1" y="1"/>
                    <a:pt x="1103" y="629"/>
                    <a:pt x="2252" y="2876"/>
                  </a:cubicBezTo>
                  <a:cubicBezTo>
                    <a:pt x="2984" y="4303"/>
                    <a:pt x="3430" y="5857"/>
                    <a:pt x="3649" y="7447"/>
                  </a:cubicBezTo>
                  <a:cubicBezTo>
                    <a:pt x="3914" y="9366"/>
                    <a:pt x="4826" y="12896"/>
                    <a:pt x="7952" y="12896"/>
                  </a:cubicBezTo>
                  <a:cubicBezTo>
                    <a:pt x="8751" y="12896"/>
                    <a:pt x="9695" y="12665"/>
                    <a:pt x="10811" y="12118"/>
                  </a:cubicBezTo>
                  <a:cubicBezTo>
                    <a:pt x="10811" y="12118"/>
                    <a:pt x="4909" y="68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39"/>
            <p:cNvSpPr/>
            <p:nvPr/>
          </p:nvSpPr>
          <p:spPr>
            <a:xfrm rot="4393538">
              <a:off x="658545" y="499675"/>
              <a:ext cx="647772" cy="852268"/>
            </a:xfrm>
            <a:custGeom>
              <a:avLst/>
              <a:gdLst/>
              <a:ahLst/>
              <a:cxnLst/>
              <a:rect l="l" t="t" r="r" b="b"/>
              <a:pathLst>
                <a:path w="16651" h="21908" extrusionOk="0">
                  <a:moveTo>
                    <a:pt x="1706" y="0"/>
                  </a:moveTo>
                  <a:cubicBezTo>
                    <a:pt x="1523" y="0"/>
                    <a:pt x="1337" y="35"/>
                    <a:pt x="1158" y="109"/>
                  </a:cubicBezTo>
                  <a:cubicBezTo>
                    <a:pt x="1149" y="113"/>
                    <a:pt x="1141" y="116"/>
                    <a:pt x="1131" y="119"/>
                  </a:cubicBezTo>
                  <a:cubicBezTo>
                    <a:pt x="391" y="433"/>
                    <a:pt x="43" y="1318"/>
                    <a:pt x="349" y="2061"/>
                  </a:cubicBezTo>
                  <a:cubicBezTo>
                    <a:pt x="889" y="3372"/>
                    <a:pt x="2015" y="5776"/>
                    <a:pt x="3543" y="7289"/>
                  </a:cubicBezTo>
                  <a:cubicBezTo>
                    <a:pt x="3543" y="7289"/>
                    <a:pt x="2338" y="7126"/>
                    <a:pt x="1216" y="7126"/>
                  </a:cubicBezTo>
                  <a:cubicBezTo>
                    <a:pt x="1150" y="7126"/>
                    <a:pt x="1084" y="7127"/>
                    <a:pt x="1018" y="7128"/>
                  </a:cubicBezTo>
                  <a:cubicBezTo>
                    <a:pt x="523" y="7138"/>
                    <a:pt x="102" y="7505"/>
                    <a:pt x="50" y="7997"/>
                  </a:cubicBezTo>
                  <a:cubicBezTo>
                    <a:pt x="47" y="8018"/>
                    <a:pt x="46" y="8039"/>
                    <a:pt x="44" y="8060"/>
                  </a:cubicBezTo>
                  <a:cubicBezTo>
                    <a:pt x="0" y="8604"/>
                    <a:pt x="431" y="9080"/>
                    <a:pt x="976" y="9119"/>
                  </a:cubicBezTo>
                  <a:lnTo>
                    <a:pt x="1025" y="9123"/>
                  </a:lnTo>
                  <a:cubicBezTo>
                    <a:pt x="3315" y="9300"/>
                    <a:pt x="5299" y="10777"/>
                    <a:pt x="6156" y="12909"/>
                  </a:cubicBezTo>
                  <a:cubicBezTo>
                    <a:pt x="6971" y="14943"/>
                    <a:pt x="8221" y="17876"/>
                    <a:pt x="9442" y="20017"/>
                  </a:cubicBezTo>
                  <a:cubicBezTo>
                    <a:pt x="10130" y="21225"/>
                    <a:pt x="11396" y="21907"/>
                    <a:pt x="12676" y="21907"/>
                  </a:cubicBezTo>
                  <a:cubicBezTo>
                    <a:pt x="13408" y="21907"/>
                    <a:pt x="14145" y="21684"/>
                    <a:pt x="14782" y="21207"/>
                  </a:cubicBezTo>
                  <a:cubicBezTo>
                    <a:pt x="14912" y="21108"/>
                    <a:pt x="15042" y="21002"/>
                    <a:pt x="15168" y="20884"/>
                  </a:cubicBezTo>
                  <a:cubicBezTo>
                    <a:pt x="16508" y="19647"/>
                    <a:pt x="16651" y="17577"/>
                    <a:pt x="15581" y="16099"/>
                  </a:cubicBezTo>
                  <a:cubicBezTo>
                    <a:pt x="14395" y="14461"/>
                    <a:pt x="12432" y="12008"/>
                    <a:pt x="9919" y="9794"/>
                  </a:cubicBezTo>
                  <a:cubicBezTo>
                    <a:pt x="8745" y="8759"/>
                    <a:pt x="8377" y="7070"/>
                    <a:pt x="9073" y="5668"/>
                  </a:cubicBezTo>
                  <a:cubicBezTo>
                    <a:pt x="9215" y="5380"/>
                    <a:pt x="9396" y="5074"/>
                    <a:pt x="9623" y="4751"/>
                  </a:cubicBezTo>
                  <a:cubicBezTo>
                    <a:pt x="9843" y="4438"/>
                    <a:pt x="9877" y="4022"/>
                    <a:pt x="9683" y="3692"/>
                  </a:cubicBezTo>
                  <a:cubicBezTo>
                    <a:pt x="9511" y="3399"/>
                    <a:pt x="9185" y="3096"/>
                    <a:pt x="8566" y="2953"/>
                  </a:cubicBezTo>
                  <a:cubicBezTo>
                    <a:pt x="8492" y="2936"/>
                    <a:pt x="8416" y="2928"/>
                    <a:pt x="8342" y="2928"/>
                  </a:cubicBezTo>
                  <a:cubicBezTo>
                    <a:pt x="8054" y="2928"/>
                    <a:pt x="7775" y="3053"/>
                    <a:pt x="7586" y="3277"/>
                  </a:cubicBezTo>
                  <a:cubicBezTo>
                    <a:pt x="7148" y="3796"/>
                    <a:pt x="6444" y="4773"/>
                    <a:pt x="6169" y="5968"/>
                  </a:cubicBezTo>
                  <a:cubicBezTo>
                    <a:pt x="6169" y="5968"/>
                    <a:pt x="4313" y="3187"/>
                    <a:pt x="3024" y="793"/>
                  </a:cubicBezTo>
                  <a:cubicBezTo>
                    <a:pt x="2756" y="296"/>
                    <a:pt x="2241" y="0"/>
                    <a:pt x="170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39"/>
            <p:cNvSpPr/>
            <p:nvPr/>
          </p:nvSpPr>
          <p:spPr>
            <a:xfrm rot="4393538">
              <a:off x="600992" y="468404"/>
              <a:ext cx="755922" cy="924626"/>
            </a:xfrm>
            <a:custGeom>
              <a:avLst/>
              <a:gdLst/>
              <a:ahLst/>
              <a:cxnLst/>
              <a:rect l="l" t="t" r="r" b="b"/>
              <a:pathLst>
                <a:path w="19431" h="23768" extrusionOk="0">
                  <a:moveTo>
                    <a:pt x="2981" y="1068"/>
                  </a:moveTo>
                  <a:cubicBezTo>
                    <a:pt x="3493" y="1068"/>
                    <a:pt x="4000" y="1389"/>
                    <a:pt x="4232" y="1908"/>
                  </a:cubicBezTo>
                  <a:cubicBezTo>
                    <a:pt x="5159" y="3980"/>
                    <a:pt x="6898" y="6594"/>
                    <a:pt x="6973" y="6706"/>
                  </a:cubicBezTo>
                  <a:cubicBezTo>
                    <a:pt x="7073" y="6854"/>
                    <a:pt x="7241" y="6941"/>
                    <a:pt x="7415" y="6941"/>
                  </a:cubicBezTo>
                  <a:cubicBezTo>
                    <a:pt x="7453" y="6941"/>
                    <a:pt x="7490" y="6937"/>
                    <a:pt x="7527" y="6929"/>
                  </a:cubicBezTo>
                  <a:cubicBezTo>
                    <a:pt x="7740" y="6884"/>
                    <a:pt x="7905" y="6712"/>
                    <a:pt x="7939" y="6496"/>
                  </a:cubicBezTo>
                  <a:cubicBezTo>
                    <a:pt x="8112" y="5457"/>
                    <a:pt x="8702" y="4374"/>
                    <a:pt x="9038" y="3823"/>
                  </a:cubicBezTo>
                  <a:cubicBezTo>
                    <a:pt x="9264" y="3450"/>
                    <a:pt x="9653" y="3224"/>
                    <a:pt x="10046" y="3224"/>
                  </a:cubicBezTo>
                  <a:cubicBezTo>
                    <a:pt x="10105" y="3224"/>
                    <a:pt x="10164" y="3229"/>
                    <a:pt x="10222" y="3240"/>
                  </a:cubicBezTo>
                  <a:cubicBezTo>
                    <a:pt x="10386" y="3269"/>
                    <a:pt x="10551" y="3333"/>
                    <a:pt x="10712" y="3434"/>
                  </a:cubicBezTo>
                  <a:cubicBezTo>
                    <a:pt x="11201" y="3740"/>
                    <a:pt x="11389" y="4385"/>
                    <a:pt x="11145" y="4938"/>
                  </a:cubicBezTo>
                  <a:cubicBezTo>
                    <a:pt x="10946" y="5392"/>
                    <a:pt x="10665" y="5810"/>
                    <a:pt x="10466" y="6080"/>
                  </a:cubicBezTo>
                  <a:cubicBezTo>
                    <a:pt x="10093" y="6584"/>
                    <a:pt x="9888" y="7159"/>
                    <a:pt x="9872" y="7739"/>
                  </a:cubicBezTo>
                  <a:cubicBezTo>
                    <a:pt x="9868" y="7807"/>
                    <a:pt x="9868" y="7872"/>
                    <a:pt x="9872" y="7940"/>
                  </a:cubicBezTo>
                  <a:cubicBezTo>
                    <a:pt x="9903" y="8885"/>
                    <a:pt x="10343" y="9817"/>
                    <a:pt x="11082" y="10494"/>
                  </a:cubicBezTo>
                  <a:cubicBezTo>
                    <a:pt x="12641" y="11927"/>
                    <a:pt x="15387" y="14643"/>
                    <a:pt x="15430" y="14684"/>
                  </a:cubicBezTo>
                  <a:cubicBezTo>
                    <a:pt x="17685" y="16748"/>
                    <a:pt x="18411" y="18701"/>
                    <a:pt x="17589" y="20489"/>
                  </a:cubicBezTo>
                  <a:cubicBezTo>
                    <a:pt x="16952" y="21873"/>
                    <a:pt x="15555" y="22703"/>
                    <a:pt x="14086" y="22703"/>
                  </a:cubicBezTo>
                  <a:cubicBezTo>
                    <a:pt x="13631" y="22703"/>
                    <a:pt x="13168" y="22623"/>
                    <a:pt x="12720" y="22456"/>
                  </a:cubicBezTo>
                  <a:cubicBezTo>
                    <a:pt x="9541" y="21265"/>
                    <a:pt x="8665" y="16711"/>
                    <a:pt x="8657" y="16666"/>
                  </a:cubicBezTo>
                  <a:cubicBezTo>
                    <a:pt x="8653" y="16645"/>
                    <a:pt x="8649" y="16624"/>
                    <a:pt x="8642" y="16603"/>
                  </a:cubicBezTo>
                  <a:cubicBezTo>
                    <a:pt x="7191" y="11947"/>
                    <a:pt x="5398" y="10843"/>
                    <a:pt x="5057" y="10671"/>
                  </a:cubicBezTo>
                  <a:cubicBezTo>
                    <a:pt x="3831" y="9911"/>
                    <a:pt x="2421" y="9629"/>
                    <a:pt x="1686" y="9526"/>
                  </a:cubicBezTo>
                  <a:cubicBezTo>
                    <a:pt x="1395" y="9485"/>
                    <a:pt x="1161" y="9288"/>
                    <a:pt x="1104" y="9033"/>
                  </a:cubicBezTo>
                  <a:cubicBezTo>
                    <a:pt x="1091" y="8976"/>
                    <a:pt x="1084" y="8918"/>
                    <a:pt x="1080" y="8865"/>
                  </a:cubicBezTo>
                  <a:cubicBezTo>
                    <a:pt x="1074" y="8713"/>
                    <a:pt x="1131" y="8562"/>
                    <a:pt x="1240" y="8442"/>
                  </a:cubicBezTo>
                  <a:cubicBezTo>
                    <a:pt x="1364" y="8305"/>
                    <a:pt x="1542" y="8223"/>
                    <a:pt x="1727" y="8215"/>
                  </a:cubicBezTo>
                  <a:cubicBezTo>
                    <a:pt x="1814" y="8212"/>
                    <a:pt x="1901" y="8210"/>
                    <a:pt x="1989" y="8210"/>
                  </a:cubicBezTo>
                  <a:cubicBezTo>
                    <a:pt x="3301" y="8210"/>
                    <a:pt x="4676" y="8601"/>
                    <a:pt x="4691" y="8605"/>
                  </a:cubicBezTo>
                  <a:cubicBezTo>
                    <a:pt x="4740" y="8619"/>
                    <a:pt x="4789" y="8625"/>
                    <a:pt x="4837" y="8625"/>
                  </a:cubicBezTo>
                  <a:cubicBezTo>
                    <a:pt x="5037" y="8625"/>
                    <a:pt x="5225" y="8512"/>
                    <a:pt x="5316" y="8324"/>
                  </a:cubicBezTo>
                  <a:cubicBezTo>
                    <a:pt x="5429" y="8091"/>
                    <a:pt x="5356" y="7811"/>
                    <a:pt x="5145" y="7661"/>
                  </a:cubicBezTo>
                  <a:cubicBezTo>
                    <a:pt x="3261" y="6321"/>
                    <a:pt x="2145" y="3962"/>
                    <a:pt x="1752" y="3010"/>
                  </a:cubicBezTo>
                  <a:cubicBezTo>
                    <a:pt x="1623" y="2697"/>
                    <a:pt x="1614" y="2344"/>
                    <a:pt x="1730" y="2045"/>
                  </a:cubicBezTo>
                  <a:cubicBezTo>
                    <a:pt x="1914" y="1564"/>
                    <a:pt x="2201" y="1263"/>
                    <a:pt x="2605" y="1128"/>
                  </a:cubicBezTo>
                  <a:cubicBezTo>
                    <a:pt x="2728" y="1087"/>
                    <a:pt x="2855" y="1068"/>
                    <a:pt x="2981" y="1068"/>
                  </a:cubicBezTo>
                  <a:close/>
                  <a:moveTo>
                    <a:pt x="2998" y="1"/>
                  </a:moveTo>
                  <a:cubicBezTo>
                    <a:pt x="2755" y="1"/>
                    <a:pt x="2510" y="39"/>
                    <a:pt x="2270" y="120"/>
                  </a:cubicBezTo>
                  <a:cubicBezTo>
                    <a:pt x="1567" y="355"/>
                    <a:pt x="1037" y="889"/>
                    <a:pt x="740" y="1664"/>
                  </a:cubicBezTo>
                  <a:cubicBezTo>
                    <a:pt x="525" y="2223"/>
                    <a:pt x="538" y="2845"/>
                    <a:pt x="772" y="3414"/>
                  </a:cubicBezTo>
                  <a:cubicBezTo>
                    <a:pt x="1162" y="4361"/>
                    <a:pt x="1909" y="5894"/>
                    <a:pt x="3084" y="7215"/>
                  </a:cubicBezTo>
                  <a:cubicBezTo>
                    <a:pt x="2740" y="7174"/>
                    <a:pt x="2373" y="7147"/>
                    <a:pt x="2006" y="7147"/>
                  </a:cubicBezTo>
                  <a:cubicBezTo>
                    <a:pt x="1899" y="7147"/>
                    <a:pt x="1791" y="7149"/>
                    <a:pt x="1684" y="7154"/>
                  </a:cubicBezTo>
                  <a:cubicBezTo>
                    <a:pt x="1218" y="7175"/>
                    <a:pt x="772" y="7383"/>
                    <a:pt x="458" y="7726"/>
                  </a:cubicBezTo>
                  <a:cubicBezTo>
                    <a:pt x="156" y="8056"/>
                    <a:pt x="1" y="8477"/>
                    <a:pt x="21" y="8914"/>
                  </a:cubicBezTo>
                  <a:cubicBezTo>
                    <a:pt x="26" y="9032"/>
                    <a:pt x="43" y="9151"/>
                    <a:pt x="70" y="9272"/>
                  </a:cubicBezTo>
                  <a:cubicBezTo>
                    <a:pt x="225" y="9955"/>
                    <a:pt x="818" y="10481"/>
                    <a:pt x="1543" y="10579"/>
                  </a:cubicBezTo>
                  <a:cubicBezTo>
                    <a:pt x="2199" y="10670"/>
                    <a:pt x="3456" y="10919"/>
                    <a:pt x="4517" y="11585"/>
                  </a:cubicBezTo>
                  <a:cubicBezTo>
                    <a:pt x="4531" y="11594"/>
                    <a:pt x="4556" y="11607"/>
                    <a:pt x="4571" y="11615"/>
                  </a:cubicBezTo>
                  <a:cubicBezTo>
                    <a:pt x="4587" y="11624"/>
                    <a:pt x="6244" y="12497"/>
                    <a:pt x="7619" y="16891"/>
                  </a:cubicBezTo>
                  <a:cubicBezTo>
                    <a:pt x="7713" y="17378"/>
                    <a:pt x="8718" y="22092"/>
                    <a:pt x="12348" y="23451"/>
                  </a:cubicBezTo>
                  <a:cubicBezTo>
                    <a:pt x="12918" y="23666"/>
                    <a:pt x="13504" y="23767"/>
                    <a:pt x="14084" y="23767"/>
                  </a:cubicBezTo>
                  <a:cubicBezTo>
                    <a:pt x="15957" y="23766"/>
                    <a:pt x="17740" y="22704"/>
                    <a:pt x="18555" y="20931"/>
                  </a:cubicBezTo>
                  <a:cubicBezTo>
                    <a:pt x="19269" y="19380"/>
                    <a:pt x="19431" y="16902"/>
                    <a:pt x="16164" y="13913"/>
                  </a:cubicBezTo>
                  <a:cubicBezTo>
                    <a:pt x="16136" y="13886"/>
                    <a:pt x="13378" y="11156"/>
                    <a:pt x="11802" y="9710"/>
                  </a:cubicBezTo>
                  <a:cubicBezTo>
                    <a:pt x="11273" y="9224"/>
                    <a:pt x="10957" y="8566"/>
                    <a:pt x="10935" y="7906"/>
                  </a:cubicBezTo>
                  <a:cubicBezTo>
                    <a:pt x="10934" y="7861"/>
                    <a:pt x="10934" y="7813"/>
                    <a:pt x="10935" y="7766"/>
                  </a:cubicBezTo>
                  <a:cubicBezTo>
                    <a:pt x="10945" y="7403"/>
                    <a:pt x="11080" y="7038"/>
                    <a:pt x="11322" y="6709"/>
                  </a:cubicBezTo>
                  <a:cubicBezTo>
                    <a:pt x="11554" y="6396"/>
                    <a:pt x="11880" y="5909"/>
                    <a:pt x="12120" y="5365"/>
                  </a:cubicBezTo>
                  <a:cubicBezTo>
                    <a:pt x="12576" y="4331"/>
                    <a:pt x="12213" y="3112"/>
                    <a:pt x="11274" y="2530"/>
                  </a:cubicBezTo>
                  <a:cubicBezTo>
                    <a:pt x="10996" y="2360"/>
                    <a:pt x="10707" y="2246"/>
                    <a:pt x="10409" y="2193"/>
                  </a:cubicBezTo>
                  <a:cubicBezTo>
                    <a:pt x="10290" y="2173"/>
                    <a:pt x="10172" y="2162"/>
                    <a:pt x="10053" y="2162"/>
                  </a:cubicBezTo>
                  <a:cubicBezTo>
                    <a:pt x="9294" y="2162"/>
                    <a:pt x="8553" y="2579"/>
                    <a:pt x="8132" y="3271"/>
                  </a:cubicBezTo>
                  <a:cubicBezTo>
                    <a:pt x="7835" y="3758"/>
                    <a:pt x="7484" y="4410"/>
                    <a:pt x="7221" y="5120"/>
                  </a:cubicBezTo>
                  <a:cubicBezTo>
                    <a:pt x="6628" y="4168"/>
                    <a:pt x="5753" y="2700"/>
                    <a:pt x="5203" y="1472"/>
                  </a:cubicBezTo>
                  <a:cubicBezTo>
                    <a:pt x="4793" y="555"/>
                    <a:pt x="3917" y="1"/>
                    <a:pt x="29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39"/>
            <p:cNvSpPr/>
            <p:nvPr/>
          </p:nvSpPr>
          <p:spPr>
            <a:xfrm rot="4393538">
              <a:off x="544973" y="820566"/>
              <a:ext cx="350982" cy="425628"/>
            </a:xfrm>
            <a:custGeom>
              <a:avLst/>
              <a:gdLst/>
              <a:ahLst/>
              <a:cxnLst/>
              <a:rect l="l" t="t" r="r" b="b"/>
              <a:pathLst>
                <a:path w="9022" h="10941" extrusionOk="0">
                  <a:moveTo>
                    <a:pt x="1271" y="1"/>
                  </a:moveTo>
                  <a:cubicBezTo>
                    <a:pt x="1002" y="1"/>
                    <a:pt x="772" y="203"/>
                    <a:pt x="743" y="476"/>
                  </a:cubicBezTo>
                  <a:cubicBezTo>
                    <a:pt x="711" y="775"/>
                    <a:pt x="1" y="7816"/>
                    <a:pt x="3222" y="10178"/>
                  </a:cubicBezTo>
                  <a:cubicBezTo>
                    <a:pt x="3914" y="10688"/>
                    <a:pt x="4724" y="10941"/>
                    <a:pt x="5645" y="10941"/>
                  </a:cubicBezTo>
                  <a:cubicBezTo>
                    <a:pt x="6538" y="10941"/>
                    <a:pt x="7536" y="10702"/>
                    <a:pt x="8630" y="10223"/>
                  </a:cubicBezTo>
                  <a:cubicBezTo>
                    <a:pt x="8900" y="10106"/>
                    <a:pt x="9022" y="9791"/>
                    <a:pt x="8905" y="9524"/>
                  </a:cubicBezTo>
                  <a:cubicBezTo>
                    <a:pt x="8818" y="9324"/>
                    <a:pt x="8622" y="9204"/>
                    <a:pt x="8417" y="9204"/>
                  </a:cubicBezTo>
                  <a:cubicBezTo>
                    <a:pt x="8346" y="9204"/>
                    <a:pt x="8274" y="9219"/>
                    <a:pt x="8205" y="9249"/>
                  </a:cubicBezTo>
                  <a:cubicBezTo>
                    <a:pt x="7250" y="9666"/>
                    <a:pt x="6398" y="9874"/>
                    <a:pt x="5654" y="9874"/>
                  </a:cubicBezTo>
                  <a:cubicBezTo>
                    <a:pt x="4955" y="9874"/>
                    <a:pt x="4352" y="9690"/>
                    <a:pt x="3850" y="9321"/>
                  </a:cubicBezTo>
                  <a:cubicBezTo>
                    <a:pt x="1119" y="7321"/>
                    <a:pt x="1792" y="655"/>
                    <a:pt x="1798" y="588"/>
                  </a:cubicBezTo>
                  <a:cubicBezTo>
                    <a:pt x="1830" y="297"/>
                    <a:pt x="1617" y="35"/>
                    <a:pt x="1326" y="4"/>
                  </a:cubicBezTo>
                  <a:cubicBezTo>
                    <a:pt x="1307" y="2"/>
                    <a:pt x="1289" y="1"/>
                    <a:pt x="12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39"/>
            <p:cNvSpPr/>
            <p:nvPr/>
          </p:nvSpPr>
          <p:spPr>
            <a:xfrm rot="4393538">
              <a:off x="762582" y="1239175"/>
              <a:ext cx="43571" cy="59326"/>
            </a:xfrm>
            <a:custGeom>
              <a:avLst/>
              <a:gdLst/>
              <a:ahLst/>
              <a:cxnLst/>
              <a:rect l="l" t="t" r="r" b="b"/>
              <a:pathLst>
                <a:path w="1120" h="1525" extrusionOk="0">
                  <a:moveTo>
                    <a:pt x="564" y="0"/>
                  </a:moveTo>
                  <a:cubicBezTo>
                    <a:pt x="542" y="0"/>
                    <a:pt x="520" y="2"/>
                    <a:pt x="498" y="5"/>
                  </a:cubicBezTo>
                  <a:cubicBezTo>
                    <a:pt x="207" y="39"/>
                    <a:pt x="1" y="304"/>
                    <a:pt x="35" y="596"/>
                  </a:cubicBezTo>
                  <a:cubicBezTo>
                    <a:pt x="52" y="724"/>
                    <a:pt x="56" y="850"/>
                    <a:pt x="50" y="969"/>
                  </a:cubicBezTo>
                  <a:cubicBezTo>
                    <a:pt x="38" y="1261"/>
                    <a:pt x="264" y="1510"/>
                    <a:pt x="556" y="1524"/>
                  </a:cubicBezTo>
                  <a:lnTo>
                    <a:pt x="582" y="1524"/>
                  </a:lnTo>
                  <a:cubicBezTo>
                    <a:pt x="864" y="1524"/>
                    <a:pt x="1098" y="1303"/>
                    <a:pt x="1112" y="1018"/>
                  </a:cubicBezTo>
                  <a:cubicBezTo>
                    <a:pt x="1119" y="840"/>
                    <a:pt x="1113" y="654"/>
                    <a:pt x="1090" y="467"/>
                  </a:cubicBezTo>
                  <a:cubicBezTo>
                    <a:pt x="1056" y="199"/>
                    <a:pt x="828" y="0"/>
                    <a:pt x="5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39"/>
            <p:cNvSpPr/>
            <p:nvPr/>
          </p:nvSpPr>
          <p:spPr>
            <a:xfrm rot="4393538">
              <a:off x="818196" y="1136587"/>
              <a:ext cx="101887" cy="119430"/>
            </a:xfrm>
            <a:custGeom>
              <a:avLst/>
              <a:gdLst/>
              <a:ahLst/>
              <a:cxnLst/>
              <a:rect l="l" t="t" r="r" b="b"/>
              <a:pathLst>
                <a:path w="2619" h="3070" extrusionOk="0">
                  <a:moveTo>
                    <a:pt x="591" y="1"/>
                  </a:moveTo>
                  <a:cubicBezTo>
                    <a:pt x="465" y="1"/>
                    <a:pt x="338" y="45"/>
                    <a:pt x="236" y="136"/>
                  </a:cubicBezTo>
                  <a:cubicBezTo>
                    <a:pt x="19" y="331"/>
                    <a:pt x="0" y="668"/>
                    <a:pt x="196" y="886"/>
                  </a:cubicBezTo>
                  <a:cubicBezTo>
                    <a:pt x="786" y="1545"/>
                    <a:pt x="1238" y="2181"/>
                    <a:pt x="1540" y="2778"/>
                  </a:cubicBezTo>
                  <a:cubicBezTo>
                    <a:pt x="1633" y="2964"/>
                    <a:pt x="1821" y="3070"/>
                    <a:pt x="2015" y="3070"/>
                  </a:cubicBezTo>
                  <a:cubicBezTo>
                    <a:pt x="2096" y="3070"/>
                    <a:pt x="2178" y="3051"/>
                    <a:pt x="2252" y="3013"/>
                  </a:cubicBezTo>
                  <a:cubicBezTo>
                    <a:pt x="2513" y="2880"/>
                    <a:pt x="2619" y="2561"/>
                    <a:pt x="2486" y="2298"/>
                  </a:cubicBezTo>
                  <a:cubicBezTo>
                    <a:pt x="2143" y="1618"/>
                    <a:pt x="1638" y="905"/>
                    <a:pt x="986" y="177"/>
                  </a:cubicBezTo>
                  <a:cubicBezTo>
                    <a:pt x="881" y="60"/>
                    <a:pt x="737" y="1"/>
                    <a:pt x="5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39"/>
            <p:cNvSpPr/>
            <p:nvPr/>
          </p:nvSpPr>
          <p:spPr>
            <a:xfrm rot="4393538">
              <a:off x="1515224" y="213666"/>
              <a:ext cx="55981" cy="143160"/>
            </a:xfrm>
            <a:custGeom>
              <a:avLst/>
              <a:gdLst/>
              <a:ahLst/>
              <a:cxnLst/>
              <a:rect l="l" t="t" r="r" b="b"/>
              <a:pathLst>
                <a:path w="1439" h="3680" extrusionOk="0">
                  <a:moveTo>
                    <a:pt x="768" y="1"/>
                  </a:moveTo>
                  <a:cubicBezTo>
                    <a:pt x="537" y="1"/>
                    <a:pt x="325" y="151"/>
                    <a:pt x="258" y="383"/>
                  </a:cubicBezTo>
                  <a:cubicBezTo>
                    <a:pt x="0" y="1270"/>
                    <a:pt x="26" y="2249"/>
                    <a:pt x="337" y="3298"/>
                  </a:cubicBezTo>
                  <a:cubicBezTo>
                    <a:pt x="406" y="3530"/>
                    <a:pt x="617" y="3680"/>
                    <a:pt x="846" y="3680"/>
                  </a:cubicBezTo>
                  <a:cubicBezTo>
                    <a:pt x="896" y="3680"/>
                    <a:pt x="946" y="3671"/>
                    <a:pt x="997" y="3656"/>
                  </a:cubicBezTo>
                  <a:cubicBezTo>
                    <a:pt x="1277" y="3573"/>
                    <a:pt x="1439" y="3278"/>
                    <a:pt x="1356" y="2996"/>
                  </a:cubicBezTo>
                  <a:cubicBezTo>
                    <a:pt x="1103" y="2146"/>
                    <a:pt x="1078" y="1368"/>
                    <a:pt x="1279" y="682"/>
                  </a:cubicBezTo>
                  <a:cubicBezTo>
                    <a:pt x="1361" y="399"/>
                    <a:pt x="1199" y="105"/>
                    <a:pt x="917" y="22"/>
                  </a:cubicBezTo>
                  <a:cubicBezTo>
                    <a:pt x="867" y="7"/>
                    <a:pt x="817" y="1"/>
                    <a:pt x="7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39"/>
            <p:cNvSpPr/>
            <p:nvPr/>
          </p:nvSpPr>
          <p:spPr>
            <a:xfrm rot="4393538">
              <a:off x="1620909" y="259817"/>
              <a:ext cx="62828" cy="57420"/>
            </a:xfrm>
            <a:custGeom>
              <a:avLst/>
              <a:gdLst/>
              <a:ahLst/>
              <a:cxnLst/>
              <a:rect l="l" t="t" r="r" b="b"/>
              <a:pathLst>
                <a:path w="1615" h="1476" extrusionOk="0">
                  <a:moveTo>
                    <a:pt x="1012" y="0"/>
                  </a:moveTo>
                  <a:cubicBezTo>
                    <a:pt x="904" y="0"/>
                    <a:pt x="795" y="33"/>
                    <a:pt x="701" y="101"/>
                  </a:cubicBezTo>
                  <a:cubicBezTo>
                    <a:pt x="678" y="119"/>
                    <a:pt x="452" y="286"/>
                    <a:pt x="188" y="604"/>
                  </a:cubicBezTo>
                  <a:cubicBezTo>
                    <a:pt x="1" y="830"/>
                    <a:pt x="32" y="1165"/>
                    <a:pt x="258" y="1352"/>
                  </a:cubicBezTo>
                  <a:cubicBezTo>
                    <a:pt x="356" y="1434"/>
                    <a:pt x="477" y="1475"/>
                    <a:pt x="597" y="1475"/>
                  </a:cubicBezTo>
                  <a:cubicBezTo>
                    <a:pt x="749" y="1475"/>
                    <a:pt x="900" y="1408"/>
                    <a:pt x="1006" y="1283"/>
                  </a:cubicBezTo>
                  <a:cubicBezTo>
                    <a:pt x="1179" y="1073"/>
                    <a:pt x="1322" y="964"/>
                    <a:pt x="1327" y="960"/>
                  </a:cubicBezTo>
                  <a:cubicBezTo>
                    <a:pt x="1563" y="787"/>
                    <a:pt x="1615" y="457"/>
                    <a:pt x="1443" y="220"/>
                  </a:cubicBezTo>
                  <a:cubicBezTo>
                    <a:pt x="1340" y="77"/>
                    <a:pt x="1177" y="0"/>
                    <a:pt x="10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9" name="Google Shape;1289;p39"/>
          <p:cNvGrpSpPr/>
          <p:nvPr/>
        </p:nvGrpSpPr>
        <p:grpSpPr>
          <a:xfrm>
            <a:off x="7380985" y="390950"/>
            <a:ext cx="1218271" cy="1285048"/>
            <a:chOff x="2836810" y="2577400"/>
            <a:chExt cx="1218271" cy="1285048"/>
          </a:xfrm>
        </p:grpSpPr>
        <p:sp>
          <p:nvSpPr>
            <p:cNvPr id="1290" name="Google Shape;1290;p39"/>
            <p:cNvSpPr/>
            <p:nvPr/>
          </p:nvSpPr>
          <p:spPr>
            <a:xfrm>
              <a:off x="2836810" y="2577400"/>
              <a:ext cx="1218271" cy="1285048"/>
            </a:xfrm>
            <a:custGeom>
              <a:avLst/>
              <a:gdLst/>
              <a:ahLst/>
              <a:cxnLst/>
              <a:rect l="l" t="t" r="r" b="b"/>
              <a:pathLst>
                <a:path w="33277" h="35101" extrusionOk="0">
                  <a:moveTo>
                    <a:pt x="10683" y="1783"/>
                  </a:moveTo>
                  <a:cubicBezTo>
                    <a:pt x="10747" y="1783"/>
                    <a:pt x="10812" y="1793"/>
                    <a:pt x="10876" y="1813"/>
                  </a:cubicBezTo>
                  <a:lnTo>
                    <a:pt x="10899" y="1822"/>
                  </a:lnTo>
                  <a:cubicBezTo>
                    <a:pt x="11071" y="1885"/>
                    <a:pt x="11203" y="2026"/>
                    <a:pt x="11260" y="2209"/>
                  </a:cubicBezTo>
                  <a:cubicBezTo>
                    <a:pt x="11324" y="2408"/>
                    <a:pt x="11296" y="2609"/>
                    <a:pt x="11182" y="2776"/>
                  </a:cubicBezTo>
                  <a:cubicBezTo>
                    <a:pt x="10607" y="3615"/>
                    <a:pt x="9917" y="4985"/>
                    <a:pt x="9893" y="6743"/>
                  </a:cubicBezTo>
                  <a:lnTo>
                    <a:pt x="9862" y="8987"/>
                  </a:lnTo>
                  <a:lnTo>
                    <a:pt x="11421" y="7374"/>
                  </a:lnTo>
                  <a:cubicBezTo>
                    <a:pt x="12770" y="5978"/>
                    <a:pt x="14325" y="5584"/>
                    <a:pt x="15653" y="5584"/>
                  </a:cubicBezTo>
                  <a:cubicBezTo>
                    <a:pt x="17175" y="5584"/>
                    <a:pt x="18398" y="6103"/>
                    <a:pt x="18666" y="6225"/>
                  </a:cubicBezTo>
                  <a:lnTo>
                    <a:pt x="18959" y="6495"/>
                  </a:lnTo>
                  <a:lnTo>
                    <a:pt x="19488" y="6392"/>
                  </a:lnTo>
                  <a:cubicBezTo>
                    <a:pt x="19512" y="6387"/>
                    <a:pt x="19537" y="6382"/>
                    <a:pt x="19563" y="6377"/>
                  </a:cubicBezTo>
                  <a:cubicBezTo>
                    <a:pt x="19924" y="6318"/>
                    <a:pt x="20287" y="6290"/>
                    <a:pt x="20648" y="6290"/>
                  </a:cubicBezTo>
                  <a:cubicBezTo>
                    <a:pt x="23135" y="6290"/>
                    <a:pt x="25536" y="7654"/>
                    <a:pt x="26854" y="9904"/>
                  </a:cubicBezTo>
                  <a:cubicBezTo>
                    <a:pt x="28691" y="13038"/>
                    <a:pt x="31350" y="19419"/>
                    <a:pt x="28529" y="26952"/>
                  </a:cubicBezTo>
                  <a:cubicBezTo>
                    <a:pt x="28311" y="27536"/>
                    <a:pt x="27744" y="27926"/>
                    <a:pt x="27142" y="27926"/>
                  </a:cubicBezTo>
                  <a:cubicBezTo>
                    <a:pt x="26992" y="27926"/>
                    <a:pt x="26839" y="27901"/>
                    <a:pt x="26689" y="27850"/>
                  </a:cubicBezTo>
                  <a:lnTo>
                    <a:pt x="25757" y="27526"/>
                  </a:lnTo>
                  <a:lnTo>
                    <a:pt x="25531" y="28485"/>
                  </a:lnTo>
                  <a:cubicBezTo>
                    <a:pt x="25418" y="28959"/>
                    <a:pt x="25239" y="29391"/>
                    <a:pt x="24994" y="29771"/>
                  </a:cubicBezTo>
                  <a:cubicBezTo>
                    <a:pt x="24651" y="30306"/>
                    <a:pt x="24203" y="30745"/>
                    <a:pt x="23662" y="31076"/>
                  </a:cubicBezTo>
                  <a:cubicBezTo>
                    <a:pt x="23014" y="31472"/>
                    <a:pt x="22228" y="31682"/>
                    <a:pt x="21391" y="31682"/>
                  </a:cubicBezTo>
                  <a:cubicBezTo>
                    <a:pt x="21207" y="31682"/>
                    <a:pt x="21004" y="31669"/>
                    <a:pt x="20772" y="31640"/>
                  </a:cubicBezTo>
                  <a:lnTo>
                    <a:pt x="19216" y="31452"/>
                  </a:lnTo>
                  <a:lnTo>
                    <a:pt x="19725" y="32598"/>
                  </a:lnTo>
                  <a:cubicBezTo>
                    <a:pt x="19561" y="32699"/>
                    <a:pt x="19408" y="32780"/>
                    <a:pt x="19282" y="32834"/>
                  </a:cubicBezTo>
                  <a:cubicBezTo>
                    <a:pt x="18523" y="33159"/>
                    <a:pt x="17686" y="33323"/>
                    <a:pt x="16790" y="33323"/>
                  </a:cubicBezTo>
                  <a:cubicBezTo>
                    <a:pt x="16446" y="33323"/>
                    <a:pt x="16095" y="33298"/>
                    <a:pt x="15743" y="33247"/>
                  </a:cubicBezTo>
                  <a:cubicBezTo>
                    <a:pt x="5588" y="31813"/>
                    <a:pt x="2870" y="25930"/>
                    <a:pt x="2155" y="22551"/>
                  </a:cubicBezTo>
                  <a:cubicBezTo>
                    <a:pt x="1834" y="21036"/>
                    <a:pt x="2056" y="19533"/>
                    <a:pt x="2781" y="18319"/>
                  </a:cubicBezTo>
                  <a:cubicBezTo>
                    <a:pt x="2838" y="18223"/>
                    <a:pt x="2896" y="18131"/>
                    <a:pt x="2956" y="18041"/>
                  </a:cubicBezTo>
                  <a:lnTo>
                    <a:pt x="3144" y="17764"/>
                  </a:lnTo>
                  <a:lnTo>
                    <a:pt x="3102" y="17431"/>
                  </a:lnTo>
                  <a:cubicBezTo>
                    <a:pt x="2289" y="11017"/>
                    <a:pt x="7331" y="9781"/>
                    <a:pt x="8020" y="9644"/>
                  </a:cubicBezTo>
                  <a:lnTo>
                    <a:pt x="9216" y="9945"/>
                  </a:lnTo>
                  <a:lnTo>
                    <a:pt x="9038" y="8642"/>
                  </a:lnTo>
                  <a:cubicBezTo>
                    <a:pt x="8670" y="5957"/>
                    <a:pt x="9043" y="3750"/>
                    <a:pt x="10146" y="2080"/>
                  </a:cubicBezTo>
                  <a:cubicBezTo>
                    <a:pt x="10269" y="1892"/>
                    <a:pt x="10470" y="1783"/>
                    <a:pt x="10683" y="1783"/>
                  </a:cubicBezTo>
                  <a:close/>
                  <a:moveTo>
                    <a:pt x="10684" y="0"/>
                  </a:moveTo>
                  <a:cubicBezTo>
                    <a:pt x="9891" y="0"/>
                    <a:pt x="9124" y="399"/>
                    <a:pt x="8661" y="1099"/>
                  </a:cubicBezTo>
                  <a:cubicBezTo>
                    <a:pt x="7442" y="2947"/>
                    <a:pt x="6944" y="5268"/>
                    <a:pt x="7179" y="8011"/>
                  </a:cubicBezTo>
                  <a:cubicBezTo>
                    <a:pt x="4851" y="8646"/>
                    <a:pt x="665" y="11120"/>
                    <a:pt x="1300" y="17329"/>
                  </a:cubicBezTo>
                  <a:cubicBezTo>
                    <a:pt x="1284" y="17355"/>
                    <a:pt x="1269" y="17380"/>
                    <a:pt x="1253" y="17407"/>
                  </a:cubicBezTo>
                  <a:cubicBezTo>
                    <a:pt x="298" y="19007"/>
                    <a:pt x="1" y="20964"/>
                    <a:pt x="415" y="22919"/>
                  </a:cubicBezTo>
                  <a:cubicBezTo>
                    <a:pt x="1228" y="26754"/>
                    <a:pt x="4267" y="33423"/>
                    <a:pt x="15495" y="35009"/>
                  </a:cubicBezTo>
                  <a:cubicBezTo>
                    <a:pt x="15929" y="35070"/>
                    <a:pt x="16364" y="35101"/>
                    <a:pt x="16792" y="35101"/>
                  </a:cubicBezTo>
                  <a:cubicBezTo>
                    <a:pt x="17929" y="35101"/>
                    <a:pt x="19003" y="34889"/>
                    <a:pt x="19983" y="34470"/>
                  </a:cubicBezTo>
                  <a:cubicBezTo>
                    <a:pt x="20357" y="34309"/>
                    <a:pt x="20734" y="34072"/>
                    <a:pt x="20984" y="33903"/>
                  </a:cubicBezTo>
                  <a:cubicBezTo>
                    <a:pt x="21158" y="33785"/>
                    <a:pt x="21298" y="33634"/>
                    <a:pt x="21401" y="33463"/>
                  </a:cubicBezTo>
                  <a:cubicBezTo>
                    <a:pt x="22562" y="33462"/>
                    <a:pt x="23666" y="33161"/>
                    <a:pt x="24593" y="32595"/>
                  </a:cubicBezTo>
                  <a:cubicBezTo>
                    <a:pt x="25364" y="32123"/>
                    <a:pt x="26003" y="31498"/>
                    <a:pt x="26493" y="30733"/>
                  </a:cubicBezTo>
                  <a:cubicBezTo>
                    <a:pt x="26700" y="30413"/>
                    <a:pt x="26874" y="30069"/>
                    <a:pt x="27014" y="29705"/>
                  </a:cubicBezTo>
                  <a:cubicBezTo>
                    <a:pt x="27061" y="29707"/>
                    <a:pt x="27108" y="29708"/>
                    <a:pt x="27154" y="29708"/>
                  </a:cubicBezTo>
                  <a:cubicBezTo>
                    <a:pt x="28494" y="29708"/>
                    <a:pt x="29720" y="28848"/>
                    <a:pt x="30196" y="27577"/>
                  </a:cubicBezTo>
                  <a:cubicBezTo>
                    <a:pt x="33276" y="19354"/>
                    <a:pt x="30388" y="12411"/>
                    <a:pt x="28391" y="9004"/>
                  </a:cubicBezTo>
                  <a:cubicBezTo>
                    <a:pt x="26753" y="6208"/>
                    <a:pt x="23756" y="4510"/>
                    <a:pt x="20647" y="4510"/>
                  </a:cubicBezTo>
                  <a:cubicBezTo>
                    <a:pt x="20230" y="4510"/>
                    <a:pt x="19812" y="4541"/>
                    <a:pt x="19394" y="4603"/>
                  </a:cubicBezTo>
                  <a:cubicBezTo>
                    <a:pt x="18972" y="4418"/>
                    <a:pt x="17472" y="3825"/>
                    <a:pt x="15619" y="3825"/>
                  </a:cubicBezTo>
                  <a:cubicBezTo>
                    <a:pt x="14542" y="3825"/>
                    <a:pt x="13346" y="4025"/>
                    <a:pt x="12172" y="4623"/>
                  </a:cubicBezTo>
                  <a:cubicBezTo>
                    <a:pt x="12325" y="4295"/>
                    <a:pt x="12493" y="4013"/>
                    <a:pt x="12650" y="3783"/>
                  </a:cubicBezTo>
                  <a:cubicBezTo>
                    <a:pt x="13075" y="3161"/>
                    <a:pt x="13187" y="2390"/>
                    <a:pt x="12957" y="1669"/>
                  </a:cubicBezTo>
                  <a:cubicBezTo>
                    <a:pt x="12730" y="959"/>
                    <a:pt x="12206" y="408"/>
                    <a:pt x="11518" y="154"/>
                  </a:cubicBezTo>
                  <a:cubicBezTo>
                    <a:pt x="11494" y="144"/>
                    <a:pt x="11468" y="133"/>
                    <a:pt x="11465" y="133"/>
                  </a:cubicBezTo>
                  <a:cubicBezTo>
                    <a:pt x="11209" y="44"/>
                    <a:pt x="10945" y="0"/>
                    <a:pt x="106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39"/>
            <p:cNvSpPr/>
            <p:nvPr/>
          </p:nvSpPr>
          <p:spPr>
            <a:xfrm>
              <a:off x="2870491" y="2609873"/>
              <a:ext cx="1149408" cy="1220028"/>
            </a:xfrm>
            <a:custGeom>
              <a:avLst/>
              <a:gdLst/>
              <a:ahLst/>
              <a:cxnLst/>
              <a:rect l="l" t="t" r="r" b="b"/>
              <a:pathLst>
                <a:path w="31396" h="33325" extrusionOk="0">
                  <a:moveTo>
                    <a:pt x="9767" y="0"/>
                  </a:moveTo>
                  <a:cubicBezTo>
                    <a:pt x="9267" y="0"/>
                    <a:pt x="8781" y="254"/>
                    <a:pt x="8488" y="701"/>
                  </a:cubicBezTo>
                  <a:cubicBezTo>
                    <a:pt x="7051" y="2873"/>
                    <a:pt x="6920" y="5532"/>
                    <a:pt x="7240" y="7874"/>
                  </a:cubicBezTo>
                  <a:cubicBezTo>
                    <a:pt x="7199" y="7863"/>
                    <a:pt x="7156" y="7858"/>
                    <a:pt x="7113" y="7858"/>
                  </a:cubicBezTo>
                  <a:cubicBezTo>
                    <a:pt x="7087" y="7858"/>
                    <a:pt x="7061" y="7860"/>
                    <a:pt x="7035" y="7864"/>
                  </a:cubicBezTo>
                  <a:cubicBezTo>
                    <a:pt x="6968" y="7875"/>
                    <a:pt x="332" y="8988"/>
                    <a:pt x="1303" y="16656"/>
                  </a:cubicBezTo>
                  <a:cubicBezTo>
                    <a:pt x="1235" y="16759"/>
                    <a:pt x="1166" y="16865"/>
                    <a:pt x="1100" y="16975"/>
                  </a:cubicBezTo>
                  <a:cubicBezTo>
                    <a:pt x="260" y="18383"/>
                    <a:pt x="0" y="20113"/>
                    <a:pt x="368" y="21848"/>
                  </a:cubicBezTo>
                  <a:cubicBezTo>
                    <a:pt x="1133" y="25455"/>
                    <a:pt x="4010" y="31729"/>
                    <a:pt x="14701" y="33241"/>
                  </a:cubicBezTo>
                  <a:cubicBezTo>
                    <a:pt x="15096" y="33296"/>
                    <a:pt x="15489" y="33324"/>
                    <a:pt x="15875" y="33324"/>
                  </a:cubicBezTo>
                  <a:cubicBezTo>
                    <a:pt x="16883" y="33324"/>
                    <a:pt x="17849" y="33134"/>
                    <a:pt x="18716" y="32764"/>
                  </a:cubicBezTo>
                  <a:cubicBezTo>
                    <a:pt x="19025" y="32632"/>
                    <a:pt x="19349" y="32427"/>
                    <a:pt x="19568" y="32278"/>
                  </a:cubicBezTo>
                  <a:cubicBezTo>
                    <a:pt x="19780" y="32134"/>
                    <a:pt x="19851" y="31862"/>
                    <a:pt x="19752" y="31637"/>
                  </a:cubicBezTo>
                  <a:lnTo>
                    <a:pt x="19752" y="31637"/>
                  </a:lnTo>
                  <a:cubicBezTo>
                    <a:pt x="19995" y="31666"/>
                    <a:pt x="20238" y="31685"/>
                    <a:pt x="20477" y="31685"/>
                  </a:cubicBezTo>
                  <a:cubicBezTo>
                    <a:pt x="21473" y="31685"/>
                    <a:pt x="22422" y="31433"/>
                    <a:pt x="23214" y="30947"/>
                  </a:cubicBezTo>
                  <a:cubicBezTo>
                    <a:pt x="23869" y="30547"/>
                    <a:pt x="24414" y="30014"/>
                    <a:pt x="24831" y="29364"/>
                  </a:cubicBezTo>
                  <a:cubicBezTo>
                    <a:pt x="25130" y="28897"/>
                    <a:pt x="25350" y="28368"/>
                    <a:pt x="25483" y="27802"/>
                  </a:cubicBezTo>
                  <a:cubicBezTo>
                    <a:pt x="25729" y="27888"/>
                    <a:pt x="25982" y="27930"/>
                    <a:pt x="26231" y="27930"/>
                  </a:cubicBezTo>
                  <a:cubicBezTo>
                    <a:pt x="27184" y="27930"/>
                    <a:pt x="28090" y="27334"/>
                    <a:pt x="28448" y="26377"/>
                  </a:cubicBezTo>
                  <a:cubicBezTo>
                    <a:pt x="31395" y="18497"/>
                    <a:pt x="28622" y="11836"/>
                    <a:pt x="26705" y="8565"/>
                  </a:cubicBezTo>
                  <a:cubicBezTo>
                    <a:pt x="25228" y="6043"/>
                    <a:pt x="22530" y="4511"/>
                    <a:pt x="19732" y="4511"/>
                  </a:cubicBezTo>
                  <a:cubicBezTo>
                    <a:pt x="19323" y="4511"/>
                    <a:pt x="18912" y="4543"/>
                    <a:pt x="18503" y="4610"/>
                  </a:cubicBezTo>
                  <a:cubicBezTo>
                    <a:pt x="18438" y="4621"/>
                    <a:pt x="18378" y="4636"/>
                    <a:pt x="18314" y="4648"/>
                  </a:cubicBezTo>
                  <a:cubicBezTo>
                    <a:pt x="18280" y="4616"/>
                    <a:pt x="18242" y="4588"/>
                    <a:pt x="18199" y="4564"/>
                  </a:cubicBezTo>
                  <a:cubicBezTo>
                    <a:pt x="18172" y="4551"/>
                    <a:pt x="16662" y="3813"/>
                    <a:pt x="14719" y="3813"/>
                  </a:cubicBezTo>
                  <a:cubicBezTo>
                    <a:pt x="13199" y="3813"/>
                    <a:pt x="11414" y="4264"/>
                    <a:pt x="9865" y="5867"/>
                  </a:cubicBezTo>
                  <a:cubicBezTo>
                    <a:pt x="9885" y="4347"/>
                    <a:pt x="10477" y="3151"/>
                    <a:pt x="10998" y="2390"/>
                  </a:cubicBezTo>
                  <a:cubicBezTo>
                    <a:pt x="11268" y="1996"/>
                    <a:pt x="11338" y="1507"/>
                    <a:pt x="11191" y="1048"/>
                  </a:cubicBezTo>
                  <a:cubicBezTo>
                    <a:pt x="11049" y="603"/>
                    <a:pt x="10718" y="255"/>
                    <a:pt x="10291" y="97"/>
                  </a:cubicBezTo>
                  <a:cubicBezTo>
                    <a:pt x="10283" y="94"/>
                    <a:pt x="10263" y="86"/>
                    <a:pt x="10254" y="83"/>
                  </a:cubicBezTo>
                  <a:cubicBezTo>
                    <a:pt x="10094" y="27"/>
                    <a:pt x="9930" y="0"/>
                    <a:pt x="97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39"/>
            <p:cNvSpPr/>
            <p:nvPr/>
          </p:nvSpPr>
          <p:spPr>
            <a:xfrm>
              <a:off x="2934669" y="2822028"/>
              <a:ext cx="959438" cy="935715"/>
            </a:xfrm>
            <a:custGeom>
              <a:avLst/>
              <a:gdLst/>
              <a:ahLst/>
              <a:cxnLst/>
              <a:rect l="l" t="t" r="r" b="b"/>
              <a:pathLst>
                <a:path w="26207" h="25559" extrusionOk="0">
                  <a:moveTo>
                    <a:pt x="17359" y="0"/>
                  </a:moveTo>
                  <a:cubicBezTo>
                    <a:pt x="16448" y="0"/>
                    <a:pt x="15683" y="195"/>
                    <a:pt x="15044" y="501"/>
                  </a:cubicBezTo>
                  <a:cubicBezTo>
                    <a:pt x="14302" y="261"/>
                    <a:pt x="13583" y="170"/>
                    <a:pt x="12985" y="149"/>
                  </a:cubicBezTo>
                  <a:cubicBezTo>
                    <a:pt x="12911" y="147"/>
                    <a:pt x="12836" y="146"/>
                    <a:pt x="12762" y="146"/>
                  </a:cubicBezTo>
                  <a:cubicBezTo>
                    <a:pt x="11785" y="146"/>
                    <a:pt x="10814" y="356"/>
                    <a:pt x="9929" y="770"/>
                  </a:cubicBezTo>
                  <a:cubicBezTo>
                    <a:pt x="8027" y="1664"/>
                    <a:pt x="7482" y="3073"/>
                    <a:pt x="7487" y="4403"/>
                  </a:cubicBezTo>
                  <a:cubicBezTo>
                    <a:pt x="7450" y="4389"/>
                    <a:pt x="7414" y="4376"/>
                    <a:pt x="7376" y="4364"/>
                  </a:cubicBezTo>
                  <a:cubicBezTo>
                    <a:pt x="6961" y="4233"/>
                    <a:pt x="6540" y="4171"/>
                    <a:pt x="6126" y="4171"/>
                  </a:cubicBezTo>
                  <a:cubicBezTo>
                    <a:pt x="4339" y="4171"/>
                    <a:pt x="2667" y="5325"/>
                    <a:pt x="1984" y="7076"/>
                  </a:cubicBezTo>
                  <a:cubicBezTo>
                    <a:pt x="1475" y="8378"/>
                    <a:pt x="1408" y="9697"/>
                    <a:pt x="1436" y="10554"/>
                  </a:cubicBezTo>
                  <a:cubicBezTo>
                    <a:pt x="809" y="11341"/>
                    <a:pt x="326" y="12399"/>
                    <a:pt x="131" y="13825"/>
                  </a:cubicBezTo>
                  <a:cubicBezTo>
                    <a:pt x="1" y="14783"/>
                    <a:pt x="184" y="15757"/>
                    <a:pt x="629" y="16616"/>
                  </a:cubicBezTo>
                  <a:cubicBezTo>
                    <a:pt x="1729" y="18737"/>
                    <a:pt x="4564" y="22854"/>
                    <a:pt x="10723" y="25046"/>
                  </a:cubicBezTo>
                  <a:cubicBezTo>
                    <a:pt x="11649" y="25375"/>
                    <a:pt x="12623" y="25558"/>
                    <a:pt x="13595" y="25558"/>
                  </a:cubicBezTo>
                  <a:cubicBezTo>
                    <a:pt x="14219" y="25558"/>
                    <a:pt x="14843" y="25483"/>
                    <a:pt x="15454" y="25323"/>
                  </a:cubicBezTo>
                  <a:cubicBezTo>
                    <a:pt x="16388" y="25077"/>
                    <a:pt x="17335" y="24637"/>
                    <a:pt x="17937" y="23859"/>
                  </a:cubicBezTo>
                  <a:cubicBezTo>
                    <a:pt x="18955" y="23798"/>
                    <a:pt x="19946" y="23417"/>
                    <a:pt x="20745" y="22720"/>
                  </a:cubicBezTo>
                  <a:cubicBezTo>
                    <a:pt x="20766" y="22702"/>
                    <a:pt x="20786" y="22684"/>
                    <a:pt x="20806" y="22666"/>
                  </a:cubicBezTo>
                  <a:cubicBezTo>
                    <a:pt x="21424" y="22111"/>
                    <a:pt x="21857" y="21403"/>
                    <a:pt x="22105" y="20628"/>
                  </a:cubicBezTo>
                  <a:cubicBezTo>
                    <a:pt x="23673" y="20580"/>
                    <a:pt x="24591" y="19797"/>
                    <a:pt x="25117" y="19027"/>
                  </a:cubicBezTo>
                  <a:cubicBezTo>
                    <a:pt x="25534" y="18418"/>
                    <a:pt x="25767" y="17696"/>
                    <a:pt x="25819" y="16961"/>
                  </a:cubicBezTo>
                  <a:cubicBezTo>
                    <a:pt x="26207" y="11513"/>
                    <a:pt x="24757" y="6933"/>
                    <a:pt x="23558" y="4173"/>
                  </a:cubicBezTo>
                  <a:cubicBezTo>
                    <a:pt x="22508" y="1760"/>
                    <a:pt x="20193" y="87"/>
                    <a:pt x="17563" y="4"/>
                  </a:cubicBezTo>
                  <a:cubicBezTo>
                    <a:pt x="17494" y="2"/>
                    <a:pt x="17426" y="0"/>
                    <a:pt x="1735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39"/>
            <p:cNvSpPr/>
            <p:nvPr/>
          </p:nvSpPr>
          <p:spPr>
            <a:xfrm>
              <a:off x="3060863" y="2957338"/>
              <a:ext cx="753873" cy="812559"/>
            </a:xfrm>
            <a:custGeom>
              <a:avLst/>
              <a:gdLst/>
              <a:ahLst/>
              <a:cxnLst/>
              <a:rect l="l" t="t" r="r" b="b"/>
              <a:pathLst>
                <a:path w="20592" h="22195" extrusionOk="0">
                  <a:moveTo>
                    <a:pt x="9270" y="1043"/>
                  </a:moveTo>
                  <a:cubicBezTo>
                    <a:pt x="10180" y="1043"/>
                    <a:pt x="11120" y="1215"/>
                    <a:pt x="12043" y="1552"/>
                  </a:cubicBezTo>
                  <a:cubicBezTo>
                    <a:pt x="19478" y="4270"/>
                    <a:pt x="19538" y="14256"/>
                    <a:pt x="19381" y="17251"/>
                  </a:cubicBezTo>
                  <a:cubicBezTo>
                    <a:pt x="19341" y="18015"/>
                    <a:pt x="19122" y="18727"/>
                    <a:pt x="18749" y="19309"/>
                  </a:cubicBezTo>
                  <a:cubicBezTo>
                    <a:pt x="18418" y="19825"/>
                    <a:pt x="17986" y="20248"/>
                    <a:pt x="17466" y="20566"/>
                  </a:cubicBezTo>
                  <a:cubicBezTo>
                    <a:pt x="16838" y="20950"/>
                    <a:pt x="16079" y="21150"/>
                    <a:pt x="15277" y="21150"/>
                  </a:cubicBezTo>
                  <a:cubicBezTo>
                    <a:pt x="15035" y="21150"/>
                    <a:pt x="14789" y="21132"/>
                    <a:pt x="14541" y="21095"/>
                  </a:cubicBezTo>
                  <a:cubicBezTo>
                    <a:pt x="9178" y="20299"/>
                    <a:pt x="5214" y="15377"/>
                    <a:pt x="3758" y="13297"/>
                  </a:cubicBezTo>
                  <a:cubicBezTo>
                    <a:pt x="3010" y="12233"/>
                    <a:pt x="2511" y="11107"/>
                    <a:pt x="2270" y="9954"/>
                  </a:cubicBezTo>
                  <a:cubicBezTo>
                    <a:pt x="1142" y="4566"/>
                    <a:pt x="5700" y="2074"/>
                    <a:pt x="5894" y="1969"/>
                  </a:cubicBezTo>
                  <a:cubicBezTo>
                    <a:pt x="5908" y="1963"/>
                    <a:pt x="5919" y="1956"/>
                    <a:pt x="5929" y="1948"/>
                  </a:cubicBezTo>
                  <a:cubicBezTo>
                    <a:pt x="6520" y="1574"/>
                    <a:pt x="7217" y="1308"/>
                    <a:pt x="8002" y="1160"/>
                  </a:cubicBezTo>
                  <a:cubicBezTo>
                    <a:pt x="8415" y="1082"/>
                    <a:pt x="8839" y="1043"/>
                    <a:pt x="9270" y="1043"/>
                  </a:cubicBezTo>
                  <a:close/>
                  <a:moveTo>
                    <a:pt x="9275" y="1"/>
                  </a:moveTo>
                  <a:cubicBezTo>
                    <a:pt x="8778" y="1"/>
                    <a:pt x="8289" y="45"/>
                    <a:pt x="7812" y="135"/>
                  </a:cubicBezTo>
                  <a:cubicBezTo>
                    <a:pt x="6901" y="306"/>
                    <a:pt x="6084" y="617"/>
                    <a:pt x="5385" y="1059"/>
                  </a:cubicBezTo>
                  <a:cubicBezTo>
                    <a:pt x="4995" y="1277"/>
                    <a:pt x="1" y="4206"/>
                    <a:pt x="1249" y="10168"/>
                  </a:cubicBezTo>
                  <a:cubicBezTo>
                    <a:pt x="1520" y="11458"/>
                    <a:pt x="2077" y="12714"/>
                    <a:pt x="2905" y="13896"/>
                  </a:cubicBezTo>
                  <a:cubicBezTo>
                    <a:pt x="4808" y="16617"/>
                    <a:pt x="8833" y="21303"/>
                    <a:pt x="14388" y="22128"/>
                  </a:cubicBezTo>
                  <a:cubicBezTo>
                    <a:pt x="14686" y="22173"/>
                    <a:pt x="14983" y="22194"/>
                    <a:pt x="15275" y="22194"/>
                  </a:cubicBezTo>
                  <a:cubicBezTo>
                    <a:pt x="16270" y="22194"/>
                    <a:pt x="17218" y="21941"/>
                    <a:pt x="18011" y="21456"/>
                  </a:cubicBezTo>
                  <a:cubicBezTo>
                    <a:pt x="18667" y="21055"/>
                    <a:pt x="19212" y="20523"/>
                    <a:pt x="19628" y="19872"/>
                  </a:cubicBezTo>
                  <a:cubicBezTo>
                    <a:pt x="20100" y="19139"/>
                    <a:pt x="20375" y="18251"/>
                    <a:pt x="20425" y="17306"/>
                  </a:cubicBezTo>
                  <a:cubicBezTo>
                    <a:pt x="20592" y="14130"/>
                    <a:pt x="20510" y="3536"/>
                    <a:pt x="12403" y="572"/>
                  </a:cubicBezTo>
                  <a:cubicBezTo>
                    <a:pt x="11366" y="193"/>
                    <a:pt x="10306" y="1"/>
                    <a:pt x="92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39"/>
            <p:cNvSpPr/>
            <p:nvPr/>
          </p:nvSpPr>
          <p:spPr>
            <a:xfrm>
              <a:off x="2870382" y="3123731"/>
              <a:ext cx="727404" cy="706170"/>
            </a:xfrm>
            <a:custGeom>
              <a:avLst/>
              <a:gdLst/>
              <a:ahLst/>
              <a:cxnLst/>
              <a:rect l="l" t="t" r="r" b="b"/>
              <a:pathLst>
                <a:path w="19869" h="19289" extrusionOk="0">
                  <a:moveTo>
                    <a:pt x="6281" y="0"/>
                  </a:moveTo>
                  <a:cubicBezTo>
                    <a:pt x="5283" y="0"/>
                    <a:pt x="2691" y="274"/>
                    <a:pt x="1100" y="2939"/>
                  </a:cubicBezTo>
                  <a:cubicBezTo>
                    <a:pt x="260" y="4347"/>
                    <a:pt x="0" y="6077"/>
                    <a:pt x="368" y="7812"/>
                  </a:cubicBezTo>
                  <a:cubicBezTo>
                    <a:pt x="1133" y="11419"/>
                    <a:pt x="4011" y="17693"/>
                    <a:pt x="14702" y="19205"/>
                  </a:cubicBezTo>
                  <a:cubicBezTo>
                    <a:pt x="15097" y="19260"/>
                    <a:pt x="15490" y="19288"/>
                    <a:pt x="15875" y="19288"/>
                  </a:cubicBezTo>
                  <a:cubicBezTo>
                    <a:pt x="16883" y="19288"/>
                    <a:pt x="17849" y="19098"/>
                    <a:pt x="18717" y="18726"/>
                  </a:cubicBezTo>
                  <a:cubicBezTo>
                    <a:pt x="19028" y="18594"/>
                    <a:pt x="19351" y="18389"/>
                    <a:pt x="19569" y="18241"/>
                  </a:cubicBezTo>
                  <a:cubicBezTo>
                    <a:pt x="19806" y="18079"/>
                    <a:pt x="19869" y="17756"/>
                    <a:pt x="19707" y="17518"/>
                  </a:cubicBezTo>
                  <a:cubicBezTo>
                    <a:pt x="19606" y="17370"/>
                    <a:pt x="19442" y="17290"/>
                    <a:pt x="19276" y="17290"/>
                  </a:cubicBezTo>
                  <a:cubicBezTo>
                    <a:pt x="19175" y="17290"/>
                    <a:pt x="19073" y="17319"/>
                    <a:pt x="18984" y="17379"/>
                  </a:cubicBezTo>
                  <a:cubicBezTo>
                    <a:pt x="18730" y="17552"/>
                    <a:pt x="18490" y="17690"/>
                    <a:pt x="18307" y="17768"/>
                  </a:cubicBezTo>
                  <a:cubicBezTo>
                    <a:pt x="17569" y="18083"/>
                    <a:pt x="16742" y="18244"/>
                    <a:pt x="15875" y="18244"/>
                  </a:cubicBezTo>
                  <a:cubicBezTo>
                    <a:pt x="15538" y="18244"/>
                    <a:pt x="15196" y="18220"/>
                    <a:pt x="14850" y="18171"/>
                  </a:cubicBezTo>
                  <a:cubicBezTo>
                    <a:pt x="4787" y="16750"/>
                    <a:pt x="2098" y="10935"/>
                    <a:pt x="1390" y="7594"/>
                  </a:cubicBezTo>
                  <a:cubicBezTo>
                    <a:pt x="1075" y="6119"/>
                    <a:pt x="1291" y="4654"/>
                    <a:pt x="1996" y="3473"/>
                  </a:cubicBezTo>
                  <a:cubicBezTo>
                    <a:pt x="3317" y="1261"/>
                    <a:pt x="5471" y="1043"/>
                    <a:pt x="6268" y="1043"/>
                  </a:cubicBezTo>
                  <a:cubicBezTo>
                    <a:pt x="6442" y="1043"/>
                    <a:pt x="6552" y="1053"/>
                    <a:pt x="6573" y="1055"/>
                  </a:cubicBezTo>
                  <a:cubicBezTo>
                    <a:pt x="6591" y="1057"/>
                    <a:pt x="6609" y="1058"/>
                    <a:pt x="6627" y="1058"/>
                  </a:cubicBezTo>
                  <a:cubicBezTo>
                    <a:pt x="6891" y="1058"/>
                    <a:pt x="7118" y="862"/>
                    <a:pt x="7148" y="594"/>
                  </a:cubicBezTo>
                  <a:cubicBezTo>
                    <a:pt x="7178" y="308"/>
                    <a:pt x="6972" y="50"/>
                    <a:pt x="6686" y="18"/>
                  </a:cubicBezTo>
                  <a:cubicBezTo>
                    <a:pt x="6659" y="15"/>
                    <a:pt x="6513" y="0"/>
                    <a:pt x="62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39"/>
            <p:cNvSpPr/>
            <p:nvPr/>
          </p:nvSpPr>
          <p:spPr>
            <a:xfrm>
              <a:off x="3382226" y="2775021"/>
              <a:ext cx="637710" cy="857406"/>
            </a:xfrm>
            <a:custGeom>
              <a:avLst/>
              <a:gdLst/>
              <a:ahLst/>
              <a:cxnLst/>
              <a:rect l="l" t="t" r="r" b="b"/>
              <a:pathLst>
                <a:path w="17419" h="23420" extrusionOk="0">
                  <a:moveTo>
                    <a:pt x="5752" y="1"/>
                  </a:moveTo>
                  <a:cubicBezTo>
                    <a:pt x="5344" y="1"/>
                    <a:pt x="4934" y="34"/>
                    <a:pt x="4525" y="100"/>
                  </a:cubicBezTo>
                  <a:cubicBezTo>
                    <a:pt x="1802" y="546"/>
                    <a:pt x="599" y="2285"/>
                    <a:pt x="125" y="3283"/>
                  </a:cubicBezTo>
                  <a:cubicBezTo>
                    <a:pt x="1" y="3544"/>
                    <a:pt x="112" y="3853"/>
                    <a:pt x="372" y="3977"/>
                  </a:cubicBezTo>
                  <a:cubicBezTo>
                    <a:pt x="444" y="4012"/>
                    <a:pt x="521" y="4029"/>
                    <a:pt x="596" y="4029"/>
                  </a:cubicBezTo>
                  <a:cubicBezTo>
                    <a:pt x="791" y="4029"/>
                    <a:pt x="977" y="3918"/>
                    <a:pt x="1066" y="3730"/>
                  </a:cubicBezTo>
                  <a:cubicBezTo>
                    <a:pt x="1538" y="2737"/>
                    <a:pt x="2550" y="1479"/>
                    <a:pt x="4692" y="1129"/>
                  </a:cubicBezTo>
                  <a:cubicBezTo>
                    <a:pt x="5044" y="1072"/>
                    <a:pt x="5398" y="1044"/>
                    <a:pt x="5749" y="1044"/>
                  </a:cubicBezTo>
                  <a:cubicBezTo>
                    <a:pt x="8184" y="1044"/>
                    <a:pt x="10536" y="2380"/>
                    <a:pt x="11827" y="4582"/>
                  </a:cubicBezTo>
                  <a:cubicBezTo>
                    <a:pt x="14054" y="8382"/>
                    <a:pt x="16149" y="14399"/>
                    <a:pt x="13491" y="21499"/>
                  </a:cubicBezTo>
                  <a:cubicBezTo>
                    <a:pt x="13289" y="22039"/>
                    <a:pt x="12782" y="22376"/>
                    <a:pt x="12253" y="22376"/>
                  </a:cubicBezTo>
                  <a:cubicBezTo>
                    <a:pt x="12110" y="22376"/>
                    <a:pt x="11966" y="22351"/>
                    <a:pt x="11826" y="22300"/>
                  </a:cubicBezTo>
                  <a:lnTo>
                    <a:pt x="11797" y="22289"/>
                  </a:lnTo>
                  <a:cubicBezTo>
                    <a:pt x="11734" y="22265"/>
                    <a:pt x="11670" y="22253"/>
                    <a:pt x="11607" y="22253"/>
                  </a:cubicBezTo>
                  <a:cubicBezTo>
                    <a:pt x="11399" y="22253"/>
                    <a:pt x="11202" y="22379"/>
                    <a:pt x="11120" y="22585"/>
                  </a:cubicBezTo>
                  <a:cubicBezTo>
                    <a:pt x="11016" y="22854"/>
                    <a:pt x="11150" y="23156"/>
                    <a:pt x="11417" y="23261"/>
                  </a:cubicBezTo>
                  <a:lnTo>
                    <a:pt x="11463" y="23279"/>
                  </a:lnTo>
                  <a:cubicBezTo>
                    <a:pt x="11722" y="23374"/>
                    <a:pt x="11988" y="23419"/>
                    <a:pt x="12250" y="23419"/>
                  </a:cubicBezTo>
                  <a:cubicBezTo>
                    <a:pt x="13202" y="23419"/>
                    <a:pt x="14109" y="22822"/>
                    <a:pt x="14468" y="21866"/>
                  </a:cubicBezTo>
                  <a:cubicBezTo>
                    <a:pt x="17418" y="13986"/>
                    <a:pt x="14645" y="7326"/>
                    <a:pt x="12727" y="4056"/>
                  </a:cubicBezTo>
                  <a:cubicBezTo>
                    <a:pt x="11250" y="1534"/>
                    <a:pt x="8550" y="1"/>
                    <a:pt x="57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39"/>
            <p:cNvSpPr/>
            <p:nvPr/>
          </p:nvSpPr>
          <p:spPr>
            <a:xfrm>
              <a:off x="3215211" y="2749430"/>
              <a:ext cx="334652" cy="117042"/>
            </a:xfrm>
            <a:custGeom>
              <a:avLst/>
              <a:gdLst/>
              <a:ahLst/>
              <a:cxnLst/>
              <a:rect l="l" t="t" r="r" b="b"/>
              <a:pathLst>
                <a:path w="9141" h="3197" extrusionOk="0">
                  <a:moveTo>
                    <a:pt x="5296" y="1"/>
                  </a:moveTo>
                  <a:cubicBezTo>
                    <a:pt x="3692" y="1"/>
                    <a:pt x="1794" y="504"/>
                    <a:pt x="190" y="2331"/>
                  </a:cubicBezTo>
                  <a:cubicBezTo>
                    <a:pt x="0" y="2547"/>
                    <a:pt x="22" y="2876"/>
                    <a:pt x="238" y="3067"/>
                  </a:cubicBezTo>
                  <a:cubicBezTo>
                    <a:pt x="337" y="3154"/>
                    <a:pt x="460" y="3197"/>
                    <a:pt x="582" y="3197"/>
                  </a:cubicBezTo>
                  <a:cubicBezTo>
                    <a:pt x="728" y="3197"/>
                    <a:pt x="873" y="3135"/>
                    <a:pt x="973" y="3018"/>
                  </a:cubicBezTo>
                  <a:cubicBezTo>
                    <a:pt x="2346" y="1454"/>
                    <a:pt x="3956" y="1021"/>
                    <a:pt x="5319" y="1021"/>
                  </a:cubicBezTo>
                  <a:cubicBezTo>
                    <a:pt x="6944" y="1021"/>
                    <a:pt x="8216" y="1637"/>
                    <a:pt x="8311" y="1685"/>
                  </a:cubicBezTo>
                  <a:cubicBezTo>
                    <a:pt x="8387" y="1723"/>
                    <a:pt x="8467" y="1740"/>
                    <a:pt x="8546" y="1740"/>
                  </a:cubicBezTo>
                  <a:cubicBezTo>
                    <a:pt x="8736" y="1740"/>
                    <a:pt x="8920" y="1635"/>
                    <a:pt x="9011" y="1453"/>
                  </a:cubicBezTo>
                  <a:cubicBezTo>
                    <a:pt x="9141" y="1197"/>
                    <a:pt x="9037" y="883"/>
                    <a:pt x="8780" y="754"/>
                  </a:cubicBezTo>
                  <a:cubicBezTo>
                    <a:pt x="8752" y="740"/>
                    <a:pt x="7241" y="1"/>
                    <a:pt x="52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39"/>
            <p:cNvSpPr/>
            <p:nvPr/>
          </p:nvSpPr>
          <p:spPr>
            <a:xfrm>
              <a:off x="2877850" y="2897518"/>
              <a:ext cx="273513" cy="346331"/>
            </a:xfrm>
            <a:custGeom>
              <a:avLst/>
              <a:gdLst/>
              <a:ahLst/>
              <a:cxnLst/>
              <a:rect l="l" t="t" r="r" b="b"/>
              <a:pathLst>
                <a:path w="7471" h="9460" extrusionOk="0">
                  <a:moveTo>
                    <a:pt x="6913" y="1"/>
                  </a:moveTo>
                  <a:cubicBezTo>
                    <a:pt x="6886" y="1"/>
                    <a:pt x="6860" y="3"/>
                    <a:pt x="6833" y="7"/>
                  </a:cubicBezTo>
                  <a:cubicBezTo>
                    <a:pt x="6764" y="18"/>
                    <a:pt x="0" y="1148"/>
                    <a:pt x="1126" y="9012"/>
                  </a:cubicBezTo>
                  <a:cubicBezTo>
                    <a:pt x="1161" y="9273"/>
                    <a:pt x="1386" y="9459"/>
                    <a:pt x="1640" y="9459"/>
                  </a:cubicBezTo>
                  <a:cubicBezTo>
                    <a:pt x="1665" y="9459"/>
                    <a:pt x="1690" y="9458"/>
                    <a:pt x="1716" y="9456"/>
                  </a:cubicBezTo>
                  <a:cubicBezTo>
                    <a:pt x="2000" y="9415"/>
                    <a:pt x="2199" y="9150"/>
                    <a:pt x="2158" y="8865"/>
                  </a:cubicBezTo>
                  <a:cubicBezTo>
                    <a:pt x="1182" y="2040"/>
                    <a:pt x="6751" y="1077"/>
                    <a:pt x="6992" y="1039"/>
                  </a:cubicBezTo>
                  <a:cubicBezTo>
                    <a:pt x="7276" y="994"/>
                    <a:pt x="7470" y="728"/>
                    <a:pt x="7427" y="444"/>
                  </a:cubicBezTo>
                  <a:cubicBezTo>
                    <a:pt x="7388" y="187"/>
                    <a:pt x="7166" y="1"/>
                    <a:pt x="69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39"/>
            <p:cNvSpPr/>
            <p:nvPr/>
          </p:nvSpPr>
          <p:spPr>
            <a:xfrm>
              <a:off x="3102672" y="2629020"/>
              <a:ext cx="175289" cy="436684"/>
            </a:xfrm>
            <a:custGeom>
              <a:avLst/>
              <a:gdLst/>
              <a:ahLst/>
              <a:cxnLst/>
              <a:rect l="l" t="t" r="r" b="b"/>
              <a:pathLst>
                <a:path w="4788" h="11928" extrusionOk="0">
                  <a:moveTo>
                    <a:pt x="3428" y="1"/>
                  </a:moveTo>
                  <a:cubicBezTo>
                    <a:pt x="3094" y="1"/>
                    <a:pt x="2769" y="175"/>
                    <a:pt x="2578" y="465"/>
                  </a:cubicBezTo>
                  <a:cubicBezTo>
                    <a:pt x="1" y="4364"/>
                    <a:pt x="1944" y="10125"/>
                    <a:pt x="2658" y="11927"/>
                  </a:cubicBezTo>
                  <a:cubicBezTo>
                    <a:pt x="3612" y="10947"/>
                    <a:pt x="4511" y="10476"/>
                    <a:pt x="4511" y="10476"/>
                  </a:cubicBezTo>
                  <a:cubicBezTo>
                    <a:pt x="4601" y="10418"/>
                    <a:pt x="4696" y="10360"/>
                    <a:pt x="4788" y="10311"/>
                  </a:cubicBezTo>
                  <a:cubicBezTo>
                    <a:pt x="1760" y="6185"/>
                    <a:pt x="3318" y="2900"/>
                    <a:pt x="4224" y="1572"/>
                  </a:cubicBezTo>
                  <a:cubicBezTo>
                    <a:pt x="4586" y="1043"/>
                    <a:pt x="4368" y="286"/>
                    <a:pt x="3761" y="62"/>
                  </a:cubicBezTo>
                  <a:cubicBezTo>
                    <a:pt x="3754" y="58"/>
                    <a:pt x="3748" y="55"/>
                    <a:pt x="3738" y="53"/>
                  </a:cubicBezTo>
                  <a:cubicBezTo>
                    <a:pt x="3636" y="17"/>
                    <a:pt x="3532" y="1"/>
                    <a:pt x="34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39"/>
            <p:cNvSpPr/>
            <p:nvPr/>
          </p:nvSpPr>
          <p:spPr>
            <a:xfrm>
              <a:off x="3084074" y="2609873"/>
              <a:ext cx="213656" cy="474978"/>
            </a:xfrm>
            <a:custGeom>
              <a:avLst/>
              <a:gdLst/>
              <a:ahLst/>
              <a:cxnLst/>
              <a:rect l="l" t="t" r="r" b="b"/>
              <a:pathLst>
                <a:path w="5836" h="12974" extrusionOk="0">
                  <a:moveTo>
                    <a:pt x="3935" y="1048"/>
                  </a:moveTo>
                  <a:cubicBezTo>
                    <a:pt x="3982" y="1048"/>
                    <a:pt x="4029" y="1056"/>
                    <a:pt x="4074" y="1068"/>
                  </a:cubicBezTo>
                  <a:cubicBezTo>
                    <a:pt x="4080" y="1070"/>
                    <a:pt x="4088" y="1073"/>
                    <a:pt x="4090" y="1074"/>
                  </a:cubicBezTo>
                  <a:cubicBezTo>
                    <a:pt x="4267" y="1139"/>
                    <a:pt x="4337" y="1286"/>
                    <a:pt x="4363" y="1366"/>
                  </a:cubicBezTo>
                  <a:cubicBezTo>
                    <a:pt x="4409" y="1517"/>
                    <a:pt x="4388" y="1676"/>
                    <a:pt x="4301" y="1802"/>
                  </a:cubicBezTo>
                  <a:cubicBezTo>
                    <a:pt x="3423" y="3086"/>
                    <a:pt x="1746" y="6457"/>
                    <a:pt x="4544" y="10671"/>
                  </a:cubicBezTo>
                  <a:cubicBezTo>
                    <a:pt x="4295" y="10824"/>
                    <a:pt x="3868" y="11109"/>
                    <a:pt x="3379" y="11532"/>
                  </a:cubicBezTo>
                  <a:cubicBezTo>
                    <a:pt x="2612" y="9331"/>
                    <a:pt x="1361" y="4547"/>
                    <a:pt x="3522" y="1277"/>
                  </a:cubicBezTo>
                  <a:cubicBezTo>
                    <a:pt x="3616" y="1133"/>
                    <a:pt x="3773" y="1048"/>
                    <a:pt x="3935" y="1048"/>
                  </a:cubicBezTo>
                  <a:close/>
                  <a:moveTo>
                    <a:pt x="3931" y="0"/>
                  </a:moveTo>
                  <a:cubicBezTo>
                    <a:pt x="3431" y="0"/>
                    <a:pt x="2944" y="255"/>
                    <a:pt x="2650" y="701"/>
                  </a:cubicBezTo>
                  <a:cubicBezTo>
                    <a:pt x="1" y="4712"/>
                    <a:pt x="1789" y="10387"/>
                    <a:pt x="2681" y="12643"/>
                  </a:cubicBezTo>
                  <a:cubicBezTo>
                    <a:pt x="2745" y="12807"/>
                    <a:pt x="2889" y="12927"/>
                    <a:pt x="3063" y="12963"/>
                  </a:cubicBezTo>
                  <a:cubicBezTo>
                    <a:pt x="3097" y="12970"/>
                    <a:pt x="3131" y="12973"/>
                    <a:pt x="3166" y="12973"/>
                  </a:cubicBezTo>
                  <a:cubicBezTo>
                    <a:pt x="3304" y="12973"/>
                    <a:pt x="3441" y="12916"/>
                    <a:pt x="3538" y="12813"/>
                  </a:cubicBezTo>
                  <a:cubicBezTo>
                    <a:pt x="4415" y="11909"/>
                    <a:pt x="5250" y="11463"/>
                    <a:pt x="5259" y="11458"/>
                  </a:cubicBezTo>
                  <a:cubicBezTo>
                    <a:pt x="5272" y="11451"/>
                    <a:pt x="5286" y="11443"/>
                    <a:pt x="5299" y="11436"/>
                  </a:cubicBezTo>
                  <a:cubicBezTo>
                    <a:pt x="5380" y="11384"/>
                    <a:pt x="5464" y="11334"/>
                    <a:pt x="5545" y="11289"/>
                  </a:cubicBezTo>
                  <a:cubicBezTo>
                    <a:pt x="5676" y="11218"/>
                    <a:pt x="5771" y="11093"/>
                    <a:pt x="5804" y="10946"/>
                  </a:cubicBezTo>
                  <a:cubicBezTo>
                    <a:pt x="5836" y="10798"/>
                    <a:pt x="5804" y="10645"/>
                    <a:pt x="5714" y="10523"/>
                  </a:cubicBezTo>
                  <a:cubicBezTo>
                    <a:pt x="2959" y="6769"/>
                    <a:pt x="4186" y="3817"/>
                    <a:pt x="5162" y="2390"/>
                  </a:cubicBezTo>
                  <a:cubicBezTo>
                    <a:pt x="5431" y="1996"/>
                    <a:pt x="5502" y="1507"/>
                    <a:pt x="5355" y="1048"/>
                  </a:cubicBezTo>
                  <a:cubicBezTo>
                    <a:pt x="5213" y="603"/>
                    <a:pt x="4883" y="255"/>
                    <a:pt x="4455" y="97"/>
                  </a:cubicBezTo>
                  <a:cubicBezTo>
                    <a:pt x="4446" y="94"/>
                    <a:pt x="4425" y="86"/>
                    <a:pt x="4418" y="83"/>
                  </a:cubicBezTo>
                  <a:cubicBezTo>
                    <a:pt x="4258" y="27"/>
                    <a:pt x="4094" y="0"/>
                    <a:pt x="39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39"/>
            <p:cNvSpPr/>
            <p:nvPr/>
          </p:nvSpPr>
          <p:spPr>
            <a:xfrm>
              <a:off x="3456178" y="3629022"/>
              <a:ext cx="172470" cy="78711"/>
            </a:xfrm>
            <a:custGeom>
              <a:avLst/>
              <a:gdLst/>
              <a:ahLst/>
              <a:cxnLst/>
              <a:rect l="l" t="t" r="r" b="b"/>
              <a:pathLst>
                <a:path w="4711" h="2150" extrusionOk="0">
                  <a:moveTo>
                    <a:pt x="597" y="0"/>
                  </a:moveTo>
                  <a:cubicBezTo>
                    <a:pt x="414" y="0"/>
                    <a:pt x="236" y="96"/>
                    <a:pt x="141" y="267"/>
                  </a:cubicBezTo>
                  <a:cubicBezTo>
                    <a:pt x="1" y="519"/>
                    <a:pt x="89" y="837"/>
                    <a:pt x="342" y="977"/>
                  </a:cubicBezTo>
                  <a:cubicBezTo>
                    <a:pt x="1554" y="1655"/>
                    <a:pt x="2828" y="2050"/>
                    <a:pt x="4129" y="2149"/>
                  </a:cubicBezTo>
                  <a:cubicBezTo>
                    <a:pt x="4143" y="2150"/>
                    <a:pt x="4156" y="2150"/>
                    <a:pt x="4170" y="2150"/>
                  </a:cubicBezTo>
                  <a:cubicBezTo>
                    <a:pt x="4441" y="2150"/>
                    <a:pt x="4668" y="1942"/>
                    <a:pt x="4688" y="1667"/>
                  </a:cubicBezTo>
                  <a:cubicBezTo>
                    <a:pt x="4710" y="1379"/>
                    <a:pt x="4495" y="1128"/>
                    <a:pt x="4208" y="1107"/>
                  </a:cubicBezTo>
                  <a:cubicBezTo>
                    <a:pt x="3059" y="1021"/>
                    <a:pt x="1929" y="670"/>
                    <a:pt x="849" y="66"/>
                  </a:cubicBezTo>
                  <a:cubicBezTo>
                    <a:pt x="770" y="21"/>
                    <a:pt x="683" y="0"/>
                    <a:pt x="5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39"/>
            <p:cNvSpPr/>
            <p:nvPr/>
          </p:nvSpPr>
          <p:spPr>
            <a:xfrm>
              <a:off x="3379919" y="3570885"/>
              <a:ext cx="64873" cy="58796"/>
            </a:xfrm>
            <a:custGeom>
              <a:avLst/>
              <a:gdLst/>
              <a:ahLst/>
              <a:cxnLst/>
              <a:rect l="l" t="t" r="r" b="b"/>
              <a:pathLst>
                <a:path w="1772" h="1606" extrusionOk="0">
                  <a:moveTo>
                    <a:pt x="580" y="1"/>
                  </a:moveTo>
                  <a:cubicBezTo>
                    <a:pt x="455" y="1"/>
                    <a:pt x="330" y="46"/>
                    <a:pt x="230" y="136"/>
                  </a:cubicBezTo>
                  <a:cubicBezTo>
                    <a:pt x="15" y="329"/>
                    <a:pt x="0" y="659"/>
                    <a:pt x="193" y="872"/>
                  </a:cubicBezTo>
                  <a:cubicBezTo>
                    <a:pt x="203" y="882"/>
                    <a:pt x="434" y="1135"/>
                    <a:pt x="851" y="1484"/>
                  </a:cubicBezTo>
                  <a:cubicBezTo>
                    <a:pt x="949" y="1567"/>
                    <a:pt x="1068" y="1606"/>
                    <a:pt x="1185" y="1606"/>
                  </a:cubicBezTo>
                  <a:cubicBezTo>
                    <a:pt x="1335" y="1606"/>
                    <a:pt x="1483" y="1542"/>
                    <a:pt x="1586" y="1418"/>
                  </a:cubicBezTo>
                  <a:cubicBezTo>
                    <a:pt x="1771" y="1197"/>
                    <a:pt x="1741" y="868"/>
                    <a:pt x="1520" y="684"/>
                  </a:cubicBezTo>
                  <a:cubicBezTo>
                    <a:pt x="1166" y="389"/>
                    <a:pt x="973" y="178"/>
                    <a:pt x="965" y="171"/>
                  </a:cubicBezTo>
                  <a:cubicBezTo>
                    <a:pt x="862" y="58"/>
                    <a:pt x="722" y="1"/>
                    <a:pt x="5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02" name="Google Shape;1302;p39"/>
          <p:cNvGrpSpPr/>
          <p:nvPr/>
        </p:nvGrpSpPr>
        <p:grpSpPr>
          <a:xfrm>
            <a:off x="7711905" y="3617850"/>
            <a:ext cx="1405717" cy="1331981"/>
            <a:chOff x="4391184" y="3132400"/>
            <a:chExt cx="1405717" cy="1331981"/>
          </a:xfrm>
        </p:grpSpPr>
        <p:sp>
          <p:nvSpPr>
            <p:cNvPr id="1303" name="Google Shape;1303;p39"/>
            <p:cNvSpPr/>
            <p:nvPr/>
          </p:nvSpPr>
          <p:spPr>
            <a:xfrm>
              <a:off x="4391184" y="3132400"/>
              <a:ext cx="1405717" cy="1331981"/>
            </a:xfrm>
            <a:custGeom>
              <a:avLst/>
              <a:gdLst/>
              <a:ahLst/>
              <a:cxnLst/>
              <a:rect l="l" t="t" r="r" b="b"/>
              <a:pathLst>
                <a:path w="44439" h="42108" extrusionOk="0">
                  <a:moveTo>
                    <a:pt x="18564" y="1878"/>
                  </a:moveTo>
                  <a:cubicBezTo>
                    <a:pt x="19820" y="1878"/>
                    <a:pt x="21067" y="2681"/>
                    <a:pt x="22097" y="4166"/>
                  </a:cubicBezTo>
                  <a:lnTo>
                    <a:pt x="22745" y="5102"/>
                  </a:lnTo>
                  <a:lnTo>
                    <a:pt x="23541" y="4288"/>
                  </a:lnTo>
                  <a:cubicBezTo>
                    <a:pt x="24369" y="3440"/>
                    <a:pt x="25259" y="3116"/>
                    <a:pt x="26085" y="3116"/>
                  </a:cubicBezTo>
                  <a:cubicBezTo>
                    <a:pt x="26822" y="3116"/>
                    <a:pt x="27507" y="3374"/>
                    <a:pt x="28051" y="3747"/>
                  </a:cubicBezTo>
                  <a:cubicBezTo>
                    <a:pt x="29528" y="4757"/>
                    <a:pt x="30576" y="7028"/>
                    <a:pt x="29392" y="9631"/>
                  </a:cubicBezTo>
                  <a:lnTo>
                    <a:pt x="28525" y="11532"/>
                  </a:lnTo>
                  <a:lnTo>
                    <a:pt x="30521" y="10918"/>
                  </a:lnTo>
                  <a:cubicBezTo>
                    <a:pt x="31052" y="10754"/>
                    <a:pt x="31486" y="10632"/>
                    <a:pt x="31756" y="10558"/>
                  </a:cubicBezTo>
                  <a:lnTo>
                    <a:pt x="32453" y="10368"/>
                  </a:lnTo>
                  <a:lnTo>
                    <a:pt x="32450" y="9978"/>
                  </a:lnTo>
                  <a:cubicBezTo>
                    <a:pt x="32634" y="9948"/>
                    <a:pt x="32819" y="9933"/>
                    <a:pt x="33004" y="9933"/>
                  </a:cubicBezTo>
                  <a:cubicBezTo>
                    <a:pt x="33993" y="9933"/>
                    <a:pt x="34974" y="10360"/>
                    <a:pt x="35740" y="11151"/>
                  </a:cubicBezTo>
                  <a:cubicBezTo>
                    <a:pt x="36720" y="12160"/>
                    <a:pt x="37093" y="13497"/>
                    <a:pt x="36738" y="14726"/>
                  </a:cubicBezTo>
                  <a:lnTo>
                    <a:pt x="36404" y="15888"/>
                  </a:lnTo>
                  <a:lnTo>
                    <a:pt x="37614" y="15924"/>
                  </a:lnTo>
                  <a:cubicBezTo>
                    <a:pt x="40306" y="16005"/>
                    <a:pt x="42393" y="17985"/>
                    <a:pt x="42466" y="20530"/>
                  </a:cubicBezTo>
                  <a:lnTo>
                    <a:pt x="42468" y="20550"/>
                  </a:lnTo>
                  <a:cubicBezTo>
                    <a:pt x="42540" y="22035"/>
                    <a:pt x="42062" y="23242"/>
                    <a:pt x="41045" y="24139"/>
                  </a:cubicBezTo>
                  <a:cubicBezTo>
                    <a:pt x="39857" y="25188"/>
                    <a:pt x="37961" y="25771"/>
                    <a:pt x="35915" y="25771"/>
                  </a:cubicBezTo>
                  <a:cubicBezTo>
                    <a:pt x="35292" y="25771"/>
                    <a:pt x="34655" y="25717"/>
                    <a:pt x="34020" y="25605"/>
                  </a:cubicBezTo>
                  <a:lnTo>
                    <a:pt x="32966" y="25421"/>
                  </a:lnTo>
                  <a:lnTo>
                    <a:pt x="32920" y="26492"/>
                  </a:lnTo>
                  <a:cubicBezTo>
                    <a:pt x="32847" y="28245"/>
                    <a:pt x="32074" y="29406"/>
                    <a:pt x="30683" y="29848"/>
                  </a:cubicBezTo>
                  <a:cubicBezTo>
                    <a:pt x="30275" y="29978"/>
                    <a:pt x="29837" y="30040"/>
                    <a:pt x="29385" y="30040"/>
                  </a:cubicBezTo>
                  <a:cubicBezTo>
                    <a:pt x="27614" y="30040"/>
                    <a:pt x="25634" y="29087"/>
                    <a:pt x="24448" y="27552"/>
                  </a:cubicBezTo>
                  <a:lnTo>
                    <a:pt x="24427" y="27525"/>
                  </a:lnTo>
                  <a:cubicBezTo>
                    <a:pt x="24399" y="27490"/>
                    <a:pt x="23774" y="26752"/>
                    <a:pt x="22777" y="26401"/>
                  </a:cubicBezTo>
                  <a:lnTo>
                    <a:pt x="22823" y="26194"/>
                  </a:lnTo>
                  <a:lnTo>
                    <a:pt x="22378" y="25827"/>
                  </a:lnTo>
                  <a:cubicBezTo>
                    <a:pt x="22150" y="25639"/>
                    <a:pt x="21952" y="25248"/>
                    <a:pt x="21822" y="24729"/>
                  </a:cubicBezTo>
                  <a:lnTo>
                    <a:pt x="21375" y="22933"/>
                  </a:lnTo>
                  <a:lnTo>
                    <a:pt x="20190" y="24355"/>
                  </a:lnTo>
                  <a:cubicBezTo>
                    <a:pt x="19920" y="24679"/>
                    <a:pt x="19717" y="24933"/>
                    <a:pt x="19532" y="25180"/>
                  </a:cubicBezTo>
                  <a:cubicBezTo>
                    <a:pt x="19392" y="25366"/>
                    <a:pt x="19203" y="25486"/>
                    <a:pt x="18985" y="25527"/>
                  </a:cubicBezTo>
                  <a:lnTo>
                    <a:pt x="17777" y="25754"/>
                  </a:lnTo>
                  <a:lnTo>
                    <a:pt x="18313" y="26859"/>
                  </a:lnTo>
                  <a:cubicBezTo>
                    <a:pt x="20581" y="31531"/>
                    <a:pt x="20434" y="35429"/>
                    <a:pt x="17898" y="37835"/>
                  </a:cubicBezTo>
                  <a:cubicBezTo>
                    <a:pt x="16208" y="39438"/>
                    <a:pt x="13628" y="40255"/>
                    <a:pt x="10859" y="40255"/>
                  </a:cubicBezTo>
                  <a:cubicBezTo>
                    <a:pt x="8536" y="40255"/>
                    <a:pt x="6080" y="39680"/>
                    <a:pt x="3903" y="38513"/>
                  </a:cubicBezTo>
                  <a:cubicBezTo>
                    <a:pt x="2227" y="36369"/>
                    <a:pt x="3183" y="29301"/>
                    <a:pt x="4368" y="26882"/>
                  </a:cubicBezTo>
                  <a:lnTo>
                    <a:pt x="4395" y="26823"/>
                  </a:lnTo>
                  <a:cubicBezTo>
                    <a:pt x="5298" y="24606"/>
                    <a:pt x="7345" y="22997"/>
                    <a:pt x="9869" y="22519"/>
                  </a:cubicBezTo>
                  <a:cubicBezTo>
                    <a:pt x="10361" y="22426"/>
                    <a:pt x="10852" y="22380"/>
                    <a:pt x="11336" y="22380"/>
                  </a:cubicBezTo>
                  <a:cubicBezTo>
                    <a:pt x="13288" y="22380"/>
                    <a:pt x="15118" y="23124"/>
                    <a:pt x="16414" y="24487"/>
                  </a:cubicBezTo>
                  <a:lnTo>
                    <a:pt x="17518" y="25648"/>
                  </a:lnTo>
                  <a:lnTo>
                    <a:pt x="17991" y="24117"/>
                  </a:lnTo>
                  <a:cubicBezTo>
                    <a:pt x="19450" y="19402"/>
                    <a:pt x="17907" y="17947"/>
                    <a:pt x="16052" y="16761"/>
                  </a:cubicBezTo>
                  <a:cubicBezTo>
                    <a:pt x="15698" y="16535"/>
                    <a:pt x="15364" y="16322"/>
                    <a:pt x="15108" y="16077"/>
                  </a:cubicBezTo>
                  <a:lnTo>
                    <a:pt x="15041" y="16020"/>
                  </a:lnTo>
                  <a:cubicBezTo>
                    <a:pt x="14262" y="15406"/>
                    <a:pt x="13880" y="14313"/>
                    <a:pt x="14071" y="13240"/>
                  </a:cubicBezTo>
                  <a:cubicBezTo>
                    <a:pt x="14145" y="12823"/>
                    <a:pt x="14430" y="11812"/>
                    <a:pt x="15465" y="11476"/>
                  </a:cubicBezTo>
                  <a:lnTo>
                    <a:pt x="16675" y="11082"/>
                  </a:lnTo>
                  <a:lnTo>
                    <a:pt x="15942" y="10043"/>
                  </a:lnTo>
                  <a:cubicBezTo>
                    <a:pt x="14642" y="8203"/>
                    <a:pt x="14381" y="6107"/>
                    <a:pt x="15223" y="4296"/>
                  </a:cubicBezTo>
                  <a:cubicBezTo>
                    <a:pt x="15864" y="2920"/>
                    <a:pt x="17050" y="1996"/>
                    <a:pt x="18319" y="1889"/>
                  </a:cubicBezTo>
                  <a:cubicBezTo>
                    <a:pt x="18401" y="1882"/>
                    <a:pt x="18483" y="1878"/>
                    <a:pt x="18564" y="1878"/>
                  </a:cubicBezTo>
                  <a:close/>
                  <a:moveTo>
                    <a:pt x="18585" y="0"/>
                  </a:moveTo>
                  <a:cubicBezTo>
                    <a:pt x="18444" y="0"/>
                    <a:pt x="18303" y="6"/>
                    <a:pt x="18161" y="19"/>
                  </a:cubicBezTo>
                  <a:cubicBezTo>
                    <a:pt x="16224" y="184"/>
                    <a:pt x="14447" y="1519"/>
                    <a:pt x="13524" y="3505"/>
                  </a:cubicBezTo>
                  <a:cubicBezTo>
                    <a:pt x="12545" y="5608"/>
                    <a:pt x="12677" y="8054"/>
                    <a:pt x="13847" y="10221"/>
                  </a:cubicBezTo>
                  <a:cubicBezTo>
                    <a:pt x="13009" y="10828"/>
                    <a:pt x="12427" y="11775"/>
                    <a:pt x="12224" y="12914"/>
                  </a:cubicBezTo>
                  <a:cubicBezTo>
                    <a:pt x="11916" y="14645"/>
                    <a:pt x="12552" y="16428"/>
                    <a:pt x="13846" y="17471"/>
                  </a:cubicBezTo>
                  <a:cubicBezTo>
                    <a:pt x="14225" y="17823"/>
                    <a:pt x="14639" y="18090"/>
                    <a:pt x="15040" y="18345"/>
                  </a:cubicBezTo>
                  <a:cubicBezTo>
                    <a:pt x="16150" y="19055"/>
                    <a:pt x="17059" y="19635"/>
                    <a:pt x="16566" y="22145"/>
                  </a:cubicBezTo>
                  <a:cubicBezTo>
                    <a:pt x="15072" y="21075"/>
                    <a:pt x="13248" y="20504"/>
                    <a:pt x="11339" y="20504"/>
                  </a:cubicBezTo>
                  <a:cubicBezTo>
                    <a:pt x="10739" y="20504"/>
                    <a:pt x="10131" y="20561"/>
                    <a:pt x="9522" y="20676"/>
                  </a:cubicBezTo>
                  <a:cubicBezTo>
                    <a:pt x="6379" y="21271"/>
                    <a:pt x="3819" y="23293"/>
                    <a:pt x="2670" y="26088"/>
                  </a:cubicBezTo>
                  <a:cubicBezTo>
                    <a:pt x="1397" y="28721"/>
                    <a:pt x="1" y="37000"/>
                    <a:pt x="2604" y="39882"/>
                  </a:cubicBezTo>
                  <a:lnTo>
                    <a:pt x="2708" y="40000"/>
                  </a:lnTo>
                  <a:lnTo>
                    <a:pt x="2846" y="40075"/>
                  </a:lnTo>
                  <a:cubicBezTo>
                    <a:pt x="5316" y="41439"/>
                    <a:pt x="8135" y="42107"/>
                    <a:pt x="10824" y="42107"/>
                  </a:cubicBezTo>
                  <a:cubicBezTo>
                    <a:pt x="14088" y="42107"/>
                    <a:pt x="17162" y="41122"/>
                    <a:pt x="19192" y="39197"/>
                  </a:cubicBezTo>
                  <a:cubicBezTo>
                    <a:pt x="20959" y="37521"/>
                    <a:pt x="23381" y="33740"/>
                    <a:pt x="20409" y="26916"/>
                  </a:cubicBezTo>
                  <a:cubicBezTo>
                    <a:pt x="20497" y="26853"/>
                    <a:pt x="20582" y="26785"/>
                    <a:pt x="20664" y="26711"/>
                  </a:cubicBezTo>
                  <a:cubicBezTo>
                    <a:pt x="20724" y="26797"/>
                    <a:pt x="20788" y="26878"/>
                    <a:pt x="20856" y="26955"/>
                  </a:cubicBezTo>
                  <a:cubicBezTo>
                    <a:pt x="20966" y="27518"/>
                    <a:pt x="21398" y="27992"/>
                    <a:pt x="21994" y="28126"/>
                  </a:cubicBezTo>
                  <a:cubicBezTo>
                    <a:pt x="22454" y="28229"/>
                    <a:pt x="22862" y="28594"/>
                    <a:pt x="22977" y="28720"/>
                  </a:cubicBezTo>
                  <a:cubicBezTo>
                    <a:pt x="24527" y="30713"/>
                    <a:pt x="27051" y="31914"/>
                    <a:pt x="29393" y="31914"/>
                  </a:cubicBezTo>
                  <a:cubicBezTo>
                    <a:pt x="30034" y="31914"/>
                    <a:pt x="30660" y="31825"/>
                    <a:pt x="31250" y="31637"/>
                  </a:cubicBezTo>
                  <a:cubicBezTo>
                    <a:pt x="33098" y="31049"/>
                    <a:pt x="34314" y="29599"/>
                    <a:pt x="34682" y="27587"/>
                  </a:cubicBezTo>
                  <a:cubicBezTo>
                    <a:pt x="35081" y="27625"/>
                    <a:pt x="35494" y="27645"/>
                    <a:pt x="35917" y="27645"/>
                  </a:cubicBezTo>
                  <a:cubicBezTo>
                    <a:pt x="38108" y="27645"/>
                    <a:pt x="40532" y="27095"/>
                    <a:pt x="42285" y="25548"/>
                  </a:cubicBezTo>
                  <a:cubicBezTo>
                    <a:pt x="43729" y="24276"/>
                    <a:pt x="44439" y="22519"/>
                    <a:pt x="44341" y="20469"/>
                  </a:cubicBezTo>
                  <a:cubicBezTo>
                    <a:pt x="44246" y="17268"/>
                    <a:pt x="41906" y="14711"/>
                    <a:pt x="38736" y="14157"/>
                  </a:cubicBezTo>
                  <a:cubicBezTo>
                    <a:pt x="38845" y="12609"/>
                    <a:pt x="38266" y="11056"/>
                    <a:pt x="37091" y="9845"/>
                  </a:cubicBezTo>
                  <a:cubicBezTo>
                    <a:pt x="35962" y="8681"/>
                    <a:pt x="34503" y="8054"/>
                    <a:pt x="33014" y="8054"/>
                  </a:cubicBezTo>
                  <a:cubicBezTo>
                    <a:pt x="32589" y="8054"/>
                    <a:pt x="32161" y="8105"/>
                    <a:pt x="31738" y="8209"/>
                  </a:cubicBezTo>
                  <a:cubicBezTo>
                    <a:pt x="32069" y="5558"/>
                    <a:pt x="30774" y="3334"/>
                    <a:pt x="29113" y="2197"/>
                  </a:cubicBezTo>
                  <a:cubicBezTo>
                    <a:pt x="28165" y="1547"/>
                    <a:pt x="27131" y="1228"/>
                    <a:pt x="26106" y="1228"/>
                  </a:cubicBezTo>
                  <a:cubicBezTo>
                    <a:pt x="25028" y="1228"/>
                    <a:pt x="23959" y="1581"/>
                    <a:pt x="23007" y="2276"/>
                  </a:cubicBezTo>
                  <a:cubicBezTo>
                    <a:pt x="21725" y="793"/>
                    <a:pt x="20193" y="0"/>
                    <a:pt x="1858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39"/>
            <p:cNvSpPr/>
            <p:nvPr/>
          </p:nvSpPr>
          <p:spPr>
            <a:xfrm>
              <a:off x="4426106" y="3162166"/>
              <a:ext cx="1344761" cy="1273145"/>
            </a:xfrm>
            <a:custGeom>
              <a:avLst/>
              <a:gdLst/>
              <a:ahLst/>
              <a:cxnLst/>
              <a:rect l="l" t="t" r="r" b="b"/>
              <a:pathLst>
                <a:path w="42512" h="40248" extrusionOk="0">
                  <a:moveTo>
                    <a:pt x="17470" y="0"/>
                  </a:moveTo>
                  <a:cubicBezTo>
                    <a:pt x="13814" y="0"/>
                    <a:pt x="10867" y="5106"/>
                    <a:pt x="14071" y="9646"/>
                  </a:cubicBezTo>
                  <a:cubicBezTo>
                    <a:pt x="11599" y="10452"/>
                    <a:pt x="11269" y="14176"/>
                    <a:pt x="13357" y="15820"/>
                  </a:cubicBezTo>
                  <a:cubicBezTo>
                    <a:pt x="14885" y="17275"/>
                    <a:pt x="17724" y="17301"/>
                    <a:pt x="15991" y="22902"/>
                  </a:cubicBezTo>
                  <a:cubicBezTo>
                    <a:pt x="14436" y="21266"/>
                    <a:pt x="12338" y="20504"/>
                    <a:pt x="10235" y="20504"/>
                  </a:cubicBezTo>
                  <a:cubicBezTo>
                    <a:pt x="6990" y="20504"/>
                    <a:pt x="3730" y="22317"/>
                    <a:pt x="2422" y="25531"/>
                  </a:cubicBezTo>
                  <a:cubicBezTo>
                    <a:pt x="1172" y="28076"/>
                    <a:pt x="1" y="35881"/>
                    <a:pt x="2195" y="38314"/>
                  </a:cubicBezTo>
                  <a:cubicBezTo>
                    <a:pt x="4529" y="39602"/>
                    <a:pt x="7206" y="40247"/>
                    <a:pt x="9755" y="40247"/>
                  </a:cubicBezTo>
                  <a:cubicBezTo>
                    <a:pt x="16777" y="40247"/>
                    <a:pt x="22829" y="35351"/>
                    <a:pt x="18054" y="25510"/>
                  </a:cubicBezTo>
                  <a:cubicBezTo>
                    <a:pt x="18490" y="25428"/>
                    <a:pt x="18890" y="25186"/>
                    <a:pt x="19177" y="24806"/>
                  </a:cubicBezTo>
                  <a:cubicBezTo>
                    <a:pt x="19380" y="24536"/>
                    <a:pt x="19591" y="24274"/>
                    <a:pt x="19806" y="24016"/>
                  </a:cubicBezTo>
                  <a:cubicBezTo>
                    <a:pt x="19957" y="24624"/>
                    <a:pt x="20220" y="25237"/>
                    <a:pt x="20675" y="25612"/>
                  </a:cubicBezTo>
                  <a:cubicBezTo>
                    <a:pt x="20609" y="25911"/>
                    <a:pt x="20797" y="26205"/>
                    <a:pt x="21094" y="26271"/>
                  </a:cubicBezTo>
                  <a:cubicBezTo>
                    <a:pt x="21983" y="26471"/>
                    <a:pt x="22595" y="27181"/>
                    <a:pt x="22599" y="27187"/>
                  </a:cubicBezTo>
                  <a:cubicBezTo>
                    <a:pt x="23999" y="29000"/>
                    <a:pt x="26252" y="30037"/>
                    <a:pt x="28281" y="30037"/>
                  </a:cubicBezTo>
                  <a:cubicBezTo>
                    <a:pt x="30598" y="30037"/>
                    <a:pt x="32623" y="28685"/>
                    <a:pt x="32751" y="25592"/>
                  </a:cubicBezTo>
                  <a:cubicBezTo>
                    <a:pt x="33413" y="25708"/>
                    <a:pt x="34100" y="25768"/>
                    <a:pt x="34789" y="25768"/>
                  </a:cubicBezTo>
                  <a:cubicBezTo>
                    <a:pt x="38627" y="25768"/>
                    <a:pt x="42511" y="23910"/>
                    <a:pt x="42297" y="19564"/>
                  </a:cubicBezTo>
                  <a:cubicBezTo>
                    <a:pt x="42207" y="16413"/>
                    <a:pt x="39637" y="14138"/>
                    <a:pt x="36534" y="14046"/>
                  </a:cubicBezTo>
                  <a:cubicBezTo>
                    <a:pt x="37389" y="11082"/>
                    <a:pt x="34852" y="8055"/>
                    <a:pt x="31897" y="8055"/>
                  </a:cubicBezTo>
                  <a:cubicBezTo>
                    <a:pt x="31545" y="8055"/>
                    <a:pt x="31186" y="8098"/>
                    <a:pt x="30826" y="8189"/>
                  </a:cubicBezTo>
                  <a:cubicBezTo>
                    <a:pt x="30530" y="8252"/>
                    <a:pt x="30403" y="8480"/>
                    <a:pt x="30404" y="8712"/>
                  </a:cubicBezTo>
                  <a:cubicBezTo>
                    <a:pt x="30079" y="8802"/>
                    <a:pt x="29645" y="8926"/>
                    <a:pt x="29141" y="9080"/>
                  </a:cubicBezTo>
                  <a:cubicBezTo>
                    <a:pt x="31021" y="4954"/>
                    <a:pt x="28167" y="1235"/>
                    <a:pt x="24987" y="1235"/>
                  </a:cubicBezTo>
                  <a:cubicBezTo>
                    <a:pt x="23892" y="1235"/>
                    <a:pt x="22758" y="1676"/>
                    <a:pt x="21765" y="2694"/>
                  </a:cubicBezTo>
                  <a:cubicBezTo>
                    <a:pt x="20443" y="784"/>
                    <a:pt x="18902" y="0"/>
                    <a:pt x="174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39"/>
            <p:cNvSpPr/>
            <p:nvPr/>
          </p:nvSpPr>
          <p:spPr>
            <a:xfrm>
              <a:off x="4961043" y="3484090"/>
              <a:ext cx="753360" cy="554518"/>
            </a:xfrm>
            <a:custGeom>
              <a:avLst/>
              <a:gdLst/>
              <a:ahLst/>
              <a:cxnLst/>
              <a:rect l="l" t="t" r="r" b="b"/>
              <a:pathLst>
                <a:path w="23816" h="17530" extrusionOk="0">
                  <a:moveTo>
                    <a:pt x="5527" y="0"/>
                  </a:moveTo>
                  <a:cubicBezTo>
                    <a:pt x="5260" y="0"/>
                    <a:pt x="4991" y="48"/>
                    <a:pt x="4733" y="149"/>
                  </a:cubicBezTo>
                  <a:cubicBezTo>
                    <a:pt x="3165" y="761"/>
                    <a:pt x="3046" y="2963"/>
                    <a:pt x="3105" y="4174"/>
                  </a:cubicBezTo>
                  <a:cubicBezTo>
                    <a:pt x="3167" y="5446"/>
                    <a:pt x="3096" y="6724"/>
                    <a:pt x="2827" y="7967"/>
                  </a:cubicBezTo>
                  <a:cubicBezTo>
                    <a:pt x="2236" y="10717"/>
                    <a:pt x="1069" y="12083"/>
                    <a:pt x="388" y="12673"/>
                  </a:cubicBezTo>
                  <a:cubicBezTo>
                    <a:pt x="88" y="12932"/>
                    <a:pt x="0" y="13358"/>
                    <a:pt x="169" y="13718"/>
                  </a:cubicBezTo>
                  <a:lnTo>
                    <a:pt x="484" y="14387"/>
                  </a:lnTo>
                  <a:cubicBezTo>
                    <a:pt x="519" y="14462"/>
                    <a:pt x="592" y="14503"/>
                    <a:pt x="668" y="14503"/>
                  </a:cubicBezTo>
                  <a:cubicBezTo>
                    <a:pt x="707" y="14503"/>
                    <a:pt x="747" y="14492"/>
                    <a:pt x="782" y="14469"/>
                  </a:cubicBezTo>
                  <a:lnTo>
                    <a:pt x="859" y="14420"/>
                  </a:lnTo>
                  <a:cubicBezTo>
                    <a:pt x="1640" y="13933"/>
                    <a:pt x="2517" y="13701"/>
                    <a:pt x="3391" y="13701"/>
                  </a:cubicBezTo>
                  <a:cubicBezTo>
                    <a:pt x="4745" y="13701"/>
                    <a:pt x="6092" y="14259"/>
                    <a:pt x="7068" y="15298"/>
                  </a:cubicBezTo>
                  <a:cubicBezTo>
                    <a:pt x="8316" y="16626"/>
                    <a:pt x="9499" y="17204"/>
                    <a:pt x="10413" y="17443"/>
                  </a:cubicBezTo>
                  <a:cubicBezTo>
                    <a:pt x="10637" y="17502"/>
                    <a:pt x="10862" y="17530"/>
                    <a:pt x="11082" y="17530"/>
                  </a:cubicBezTo>
                  <a:cubicBezTo>
                    <a:pt x="12487" y="17530"/>
                    <a:pt x="13705" y="16397"/>
                    <a:pt x="13620" y="14915"/>
                  </a:cubicBezTo>
                  <a:cubicBezTo>
                    <a:pt x="13545" y="13612"/>
                    <a:pt x="12652" y="12520"/>
                    <a:pt x="12651" y="12520"/>
                  </a:cubicBezTo>
                  <a:lnTo>
                    <a:pt x="12651" y="12520"/>
                  </a:lnTo>
                  <a:cubicBezTo>
                    <a:pt x="14483" y="13102"/>
                    <a:pt x="16052" y="13322"/>
                    <a:pt x="17380" y="13322"/>
                  </a:cubicBezTo>
                  <a:cubicBezTo>
                    <a:pt x="18373" y="13322"/>
                    <a:pt x="19231" y="13199"/>
                    <a:pt x="19962" y="13011"/>
                  </a:cubicBezTo>
                  <a:cubicBezTo>
                    <a:pt x="23815" y="12016"/>
                    <a:pt x="23574" y="6514"/>
                    <a:pt x="19648" y="5864"/>
                  </a:cubicBezTo>
                  <a:cubicBezTo>
                    <a:pt x="19072" y="5769"/>
                    <a:pt x="18489" y="5734"/>
                    <a:pt x="17942" y="5734"/>
                  </a:cubicBezTo>
                  <a:cubicBezTo>
                    <a:pt x="16444" y="5734"/>
                    <a:pt x="15227" y="5997"/>
                    <a:pt x="15227" y="5997"/>
                  </a:cubicBezTo>
                  <a:cubicBezTo>
                    <a:pt x="15940" y="5496"/>
                    <a:pt x="16453" y="4989"/>
                    <a:pt x="16817" y="4498"/>
                  </a:cubicBezTo>
                  <a:cubicBezTo>
                    <a:pt x="18225" y="2600"/>
                    <a:pt x="16778" y="88"/>
                    <a:pt x="14589" y="88"/>
                  </a:cubicBezTo>
                  <a:cubicBezTo>
                    <a:pt x="14385" y="88"/>
                    <a:pt x="14174" y="110"/>
                    <a:pt x="13958" y="156"/>
                  </a:cubicBezTo>
                  <a:cubicBezTo>
                    <a:pt x="11015" y="787"/>
                    <a:pt x="8539" y="4198"/>
                    <a:pt x="8539" y="4198"/>
                  </a:cubicBezTo>
                  <a:cubicBezTo>
                    <a:pt x="8359" y="2550"/>
                    <a:pt x="7890" y="1545"/>
                    <a:pt x="7418" y="938"/>
                  </a:cubicBezTo>
                  <a:cubicBezTo>
                    <a:pt x="6958" y="348"/>
                    <a:pt x="6248" y="0"/>
                    <a:pt x="55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39"/>
            <p:cNvSpPr/>
            <p:nvPr/>
          </p:nvSpPr>
          <p:spPr>
            <a:xfrm>
              <a:off x="4849539" y="3219674"/>
              <a:ext cx="536867" cy="704298"/>
            </a:xfrm>
            <a:custGeom>
              <a:avLst/>
              <a:gdLst/>
              <a:ahLst/>
              <a:cxnLst/>
              <a:rect l="l" t="t" r="r" b="b"/>
              <a:pathLst>
                <a:path w="16972" h="22265" extrusionOk="0">
                  <a:moveTo>
                    <a:pt x="4605" y="1"/>
                  </a:moveTo>
                  <a:cubicBezTo>
                    <a:pt x="3051" y="1"/>
                    <a:pt x="1707" y="1210"/>
                    <a:pt x="1448" y="2801"/>
                  </a:cubicBezTo>
                  <a:cubicBezTo>
                    <a:pt x="1218" y="4213"/>
                    <a:pt x="1395" y="6294"/>
                    <a:pt x="2868" y="9128"/>
                  </a:cubicBezTo>
                  <a:cubicBezTo>
                    <a:pt x="2868" y="9128"/>
                    <a:pt x="2408" y="8819"/>
                    <a:pt x="1838" y="8819"/>
                  </a:cubicBezTo>
                  <a:cubicBezTo>
                    <a:pt x="1451" y="8819"/>
                    <a:pt x="1012" y="8962"/>
                    <a:pt x="631" y="9439"/>
                  </a:cubicBezTo>
                  <a:cubicBezTo>
                    <a:pt x="6" y="10224"/>
                    <a:pt x="0" y="11347"/>
                    <a:pt x="563" y="12177"/>
                  </a:cubicBezTo>
                  <a:cubicBezTo>
                    <a:pt x="887" y="12656"/>
                    <a:pt x="1407" y="13220"/>
                    <a:pt x="2245" y="13839"/>
                  </a:cubicBezTo>
                  <a:cubicBezTo>
                    <a:pt x="2960" y="14368"/>
                    <a:pt x="3572" y="15041"/>
                    <a:pt x="3967" y="15839"/>
                  </a:cubicBezTo>
                  <a:cubicBezTo>
                    <a:pt x="4566" y="17051"/>
                    <a:pt x="4885" y="18852"/>
                    <a:pt x="3590" y="21075"/>
                  </a:cubicBezTo>
                  <a:cubicBezTo>
                    <a:pt x="3461" y="21297"/>
                    <a:pt x="3456" y="21570"/>
                    <a:pt x="3566" y="21803"/>
                  </a:cubicBezTo>
                  <a:cubicBezTo>
                    <a:pt x="3707" y="22104"/>
                    <a:pt x="3998" y="22264"/>
                    <a:pt x="4292" y="22264"/>
                  </a:cubicBezTo>
                  <a:cubicBezTo>
                    <a:pt x="4513" y="22264"/>
                    <a:pt x="4736" y="22174"/>
                    <a:pt x="4896" y="21984"/>
                  </a:cubicBezTo>
                  <a:cubicBezTo>
                    <a:pt x="6401" y="20214"/>
                    <a:pt x="9844" y="16600"/>
                    <a:pt x="13327" y="15996"/>
                  </a:cubicBezTo>
                  <a:cubicBezTo>
                    <a:pt x="13327" y="15996"/>
                    <a:pt x="13861" y="15871"/>
                    <a:pt x="14462" y="15488"/>
                  </a:cubicBezTo>
                  <a:cubicBezTo>
                    <a:pt x="16971" y="13892"/>
                    <a:pt x="15900" y="10075"/>
                    <a:pt x="12927" y="10068"/>
                  </a:cubicBezTo>
                  <a:cubicBezTo>
                    <a:pt x="12917" y="10068"/>
                    <a:pt x="12908" y="10068"/>
                    <a:pt x="12898" y="10068"/>
                  </a:cubicBezTo>
                  <a:cubicBezTo>
                    <a:pt x="12595" y="10068"/>
                    <a:pt x="12267" y="10101"/>
                    <a:pt x="11913" y="10174"/>
                  </a:cubicBezTo>
                  <a:cubicBezTo>
                    <a:pt x="11913" y="10174"/>
                    <a:pt x="15598" y="7278"/>
                    <a:pt x="14228" y="3502"/>
                  </a:cubicBezTo>
                  <a:cubicBezTo>
                    <a:pt x="13778" y="2263"/>
                    <a:pt x="12608" y="1431"/>
                    <a:pt x="11310" y="1431"/>
                  </a:cubicBezTo>
                  <a:cubicBezTo>
                    <a:pt x="11220" y="1431"/>
                    <a:pt x="11129" y="1435"/>
                    <a:pt x="11038" y="1443"/>
                  </a:cubicBezTo>
                  <a:cubicBezTo>
                    <a:pt x="10001" y="1538"/>
                    <a:pt x="8830" y="1989"/>
                    <a:pt x="8118" y="3366"/>
                  </a:cubicBezTo>
                  <a:cubicBezTo>
                    <a:pt x="8118" y="3366"/>
                    <a:pt x="7538" y="457"/>
                    <a:pt x="5114" y="44"/>
                  </a:cubicBezTo>
                  <a:cubicBezTo>
                    <a:pt x="4943" y="15"/>
                    <a:pt x="4773" y="1"/>
                    <a:pt x="46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39"/>
            <p:cNvSpPr/>
            <p:nvPr/>
          </p:nvSpPr>
          <p:spPr>
            <a:xfrm>
              <a:off x="5077071" y="3416839"/>
              <a:ext cx="689936" cy="698193"/>
            </a:xfrm>
            <a:custGeom>
              <a:avLst/>
              <a:gdLst/>
              <a:ahLst/>
              <a:cxnLst/>
              <a:rect l="l" t="t" r="r" b="b"/>
              <a:pathLst>
                <a:path w="21811" h="22072" extrusionOk="0">
                  <a:moveTo>
                    <a:pt x="11290" y="1"/>
                  </a:moveTo>
                  <a:cubicBezTo>
                    <a:pt x="10938" y="1"/>
                    <a:pt x="10581" y="39"/>
                    <a:pt x="10224" y="116"/>
                  </a:cubicBezTo>
                  <a:cubicBezTo>
                    <a:pt x="9925" y="178"/>
                    <a:pt x="9736" y="473"/>
                    <a:pt x="9800" y="770"/>
                  </a:cubicBezTo>
                  <a:cubicBezTo>
                    <a:pt x="9854" y="1031"/>
                    <a:pt x="10084" y="1207"/>
                    <a:pt x="10338" y="1207"/>
                  </a:cubicBezTo>
                  <a:cubicBezTo>
                    <a:pt x="10377" y="1207"/>
                    <a:pt x="10415" y="1203"/>
                    <a:pt x="10454" y="1195"/>
                  </a:cubicBezTo>
                  <a:cubicBezTo>
                    <a:pt x="10732" y="1136"/>
                    <a:pt x="11008" y="1106"/>
                    <a:pt x="11280" y="1106"/>
                  </a:cubicBezTo>
                  <a:cubicBezTo>
                    <a:pt x="12096" y="1106"/>
                    <a:pt x="12874" y="1370"/>
                    <a:pt x="13531" y="1877"/>
                  </a:cubicBezTo>
                  <a:cubicBezTo>
                    <a:pt x="14402" y="2553"/>
                    <a:pt x="14929" y="3561"/>
                    <a:pt x="14974" y="4646"/>
                  </a:cubicBezTo>
                  <a:cubicBezTo>
                    <a:pt x="14998" y="5206"/>
                    <a:pt x="14892" y="5748"/>
                    <a:pt x="14661" y="6263"/>
                  </a:cubicBezTo>
                  <a:cubicBezTo>
                    <a:pt x="14586" y="6432"/>
                    <a:pt x="14601" y="6627"/>
                    <a:pt x="14699" y="6783"/>
                  </a:cubicBezTo>
                  <a:cubicBezTo>
                    <a:pt x="14798" y="6940"/>
                    <a:pt x="14969" y="7036"/>
                    <a:pt x="15154" y="7040"/>
                  </a:cubicBezTo>
                  <a:cubicBezTo>
                    <a:pt x="15684" y="7051"/>
                    <a:pt x="16208" y="7098"/>
                    <a:pt x="16712" y="7180"/>
                  </a:cubicBezTo>
                  <a:cubicBezTo>
                    <a:pt x="18936" y="7547"/>
                    <a:pt x="20494" y="9298"/>
                    <a:pt x="20589" y="11538"/>
                  </a:cubicBezTo>
                  <a:cubicBezTo>
                    <a:pt x="20682" y="13765"/>
                    <a:pt x="19284" y="15637"/>
                    <a:pt x="17109" y="16198"/>
                  </a:cubicBezTo>
                  <a:cubicBezTo>
                    <a:pt x="16194" y="16434"/>
                    <a:pt x="15220" y="16552"/>
                    <a:pt x="14195" y="16552"/>
                  </a:cubicBezTo>
                  <a:cubicBezTo>
                    <a:pt x="13369" y="16552"/>
                    <a:pt x="12511" y="16476"/>
                    <a:pt x="11624" y="16322"/>
                  </a:cubicBezTo>
                  <a:cubicBezTo>
                    <a:pt x="11593" y="16317"/>
                    <a:pt x="11562" y="16314"/>
                    <a:pt x="11531" y="16314"/>
                  </a:cubicBezTo>
                  <a:cubicBezTo>
                    <a:pt x="11386" y="16314"/>
                    <a:pt x="11246" y="16371"/>
                    <a:pt x="11142" y="16475"/>
                  </a:cubicBezTo>
                  <a:cubicBezTo>
                    <a:pt x="11014" y="16601"/>
                    <a:pt x="10956" y="16780"/>
                    <a:pt x="10986" y="16957"/>
                  </a:cubicBezTo>
                  <a:cubicBezTo>
                    <a:pt x="11011" y="17115"/>
                    <a:pt x="11027" y="17258"/>
                    <a:pt x="11032" y="17393"/>
                  </a:cubicBezTo>
                  <a:cubicBezTo>
                    <a:pt x="11032" y="17403"/>
                    <a:pt x="11032" y="17412"/>
                    <a:pt x="11035" y="17421"/>
                  </a:cubicBezTo>
                  <a:lnTo>
                    <a:pt x="11038" y="17470"/>
                  </a:lnTo>
                  <a:cubicBezTo>
                    <a:pt x="11078" y="18530"/>
                    <a:pt x="10625" y="19522"/>
                    <a:pt x="9791" y="20193"/>
                  </a:cubicBezTo>
                  <a:cubicBezTo>
                    <a:pt x="9165" y="20698"/>
                    <a:pt x="8382" y="20967"/>
                    <a:pt x="7586" y="20967"/>
                  </a:cubicBezTo>
                  <a:cubicBezTo>
                    <a:pt x="7289" y="20967"/>
                    <a:pt x="6989" y="20929"/>
                    <a:pt x="6696" y="20853"/>
                  </a:cubicBezTo>
                  <a:cubicBezTo>
                    <a:pt x="5330" y="20497"/>
                    <a:pt x="4028" y="19668"/>
                    <a:pt x="2826" y="18392"/>
                  </a:cubicBezTo>
                  <a:cubicBezTo>
                    <a:pt x="2712" y="18260"/>
                    <a:pt x="1920" y="17389"/>
                    <a:pt x="727" y="17122"/>
                  </a:cubicBezTo>
                  <a:cubicBezTo>
                    <a:pt x="686" y="17113"/>
                    <a:pt x="645" y="17108"/>
                    <a:pt x="604" y="17108"/>
                  </a:cubicBezTo>
                  <a:cubicBezTo>
                    <a:pt x="352" y="17108"/>
                    <a:pt x="125" y="17283"/>
                    <a:pt x="68" y="17540"/>
                  </a:cubicBezTo>
                  <a:cubicBezTo>
                    <a:pt x="0" y="17838"/>
                    <a:pt x="188" y="18133"/>
                    <a:pt x="485" y="18200"/>
                  </a:cubicBezTo>
                  <a:cubicBezTo>
                    <a:pt x="1375" y="18398"/>
                    <a:pt x="1988" y="19109"/>
                    <a:pt x="1992" y="19114"/>
                  </a:cubicBezTo>
                  <a:cubicBezTo>
                    <a:pt x="1999" y="19123"/>
                    <a:pt x="2006" y="19130"/>
                    <a:pt x="2014" y="19139"/>
                  </a:cubicBezTo>
                  <a:cubicBezTo>
                    <a:pt x="3363" y="20574"/>
                    <a:pt x="4846" y="21511"/>
                    <a:pt x="6419" y="21921"/>
                  </a:cubicBezTo>
                  <a:cubicBezTo>
                    <a:pt x="6803" y="22022"/>
                    <a:pt x="7195" y="22071"/>
                    <a:pt x="7586" y="22071"/>
                  </a:cubicBezTo>
                  <a:cubicBezTo>
                    <a:pt x="8632" y="22071"/>
                    <a:pt x="9663" y="21717"/>
                    <a:pt x="10489" y="21048"/>
                  </a:cubicBezTo>
                  <a:cubicBezTo>
                    <a:pt x="11572" y="20175"/>
                    <a:pt x="12171" y="18893"/>
                    <a:pt x="12147" y="17516"/>
                  </a:cubicBezTo>
                  <a:lnTo>
                    <a:pt x="12147" y="17516"/>
                  </a:lnTo>
                  <a:cubicBezTo>
                    <a:pt x="12848" y="17608"/>
                    <a:pt x="13531" y="17655"/>
                    <a:pt x="14197" y="17655"/>
                  </a:cubicBezTo>
                  <a:cubicBezTo>
                    <a:pt x="15315" y="17655"/>
                    <a:pt x="16381" y="17524"/>
                    <a:pt x="17388" y="17265"/>
                  </a:cubicBezTo>
                  <a:cubicBezTo>
                    <a:pt x="20079" y="16572"/>
                    <a:pt x="21810" y="14250"/>
                    <a:pt x="21695" y="11490"/>
                  </a:cubicBezTo>
                  <a:cubicBezTo>
                    <a:pt x="21578" y="8713"/>
                    <a:pt x="19649" y="6543"/>
                    <a:pt x="16893" y="6088"/>
                  </a:cubicBezTo>
                  <a:cubicBezTo>
                    <a:pt x="16577" y="6037"/>
                    <a:pt x="16256" y="5999"/>
                    <a:pt x="15932" y="5972"/>
                  </a:cubicBezTo>
                  <a:cubicBezTo>
                    <a:pt x="16048" y="5526"/>
                    <a:pt x="16099" y="5067"/>
                    <a:pt x="16078" y="4599"/>
                  </a:cubicBezTo>
                  <a:cubicBezTo>
                    <a:pt x="16020" y="3189"/>
                    <a:pt x="15336" y="1878"/>
                    <a:pt x="14207" y="1003"/>
                  </a:cubicBezTo>
                  <a:cubicBezTo>
                    <a:pt x="13354" y="343"/>
                    <a:pt x="12345" y="1"/>
                    <a:pt x="11290" y="1"/>
                  </a:cubicBezTo>
                  <a:close/>
                </a:path>
              </a:pathLst>
            </a:custGeom>
            <a:solidFill>
              <a:srgbClr val="5D30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39"/>
            <p:cNvSpPr/>
            <p:nvPr/>
          </p:nvSpPr>
          <p:spPr>
            <a:xfrm>
              <a:off x="4789405" y="3163526"/>
              <a:ext cx="632460" cy="806028"/>
            </a:xfrm>
            <a:custGeom>
              <a:avLst/>
              <a:gdLst/>
              <a:ahLst/>
              <a:cxnLst/>
              <a:rect l="l" t="t" r="r" b="b"/>
              <a:pathLst>
                <a:path w="19994" h="25481" extrusionOk="0">
                  <a:moveTo>
                    <a:pt x="6002" y="1106"/>
                  </a:moveTo>
                  <a:cubicBezTo>
                    <a:pt x="6204" y="1106"/>
                    <a:pt x="6406" y="1124"/>
                    <a:pt x="6608" y="1159"/>
                  </a:cubicBezTo>
                  <a:cubicBezTo>
                    <a:pt x="8929" y="1565"/>
                    <a:pt x="9659" y="3959"/>
                    <a:pt x="9689" y="4059"/>
                  </a:cubicBezTo>
                  <a:cubicBezTo>
                    <a:pt x="9755" y="4291"/>
                    <a:pt x="9964" y="4453"/>
                    <a:pt x="10205" y="4458"/>
                  </a:cubicBezTo>
                  <a:cubicBezTo>
                    <a:pt x="10452" y="4457"/>
                    <a:pt x="10662" y="4312"/>
                    <a:pt x="10741" y="4085"/>
                  </a:cubicBezTo>
                  <a:cubicBezTo>
                    <a:pt x="11148" y="2893"/>
                    <a:pt x="11965" y="2313"/>
                    <a:pt x="13239" y="2313"/>
                  </a:cubicBezTo>
                  <a:lnTo>
                    <a:pt x="13261" y="2313"/>
                  </a:lnTo>
                  <a:cubicBezTo>
                    <a:pt x="14360" y="2320"/>
                    <a:pt x="15437" y="2810"/>
                    <a:pt x="16219" y="3661"/>
                  </a:cubicBezTo>
                  <a:cubicBezTo>
                    <a:pt x="18851" y="6525"/>
                    <a:pt x="15068" y="10871"/>
                    <a:pt x="15030" y="10915"/>
                  </a:cubicBezTo>
                  <a:cubicBezTo>
                    <a:pt x="14879" y="11085"/>
                    <a:pt x="14848" y="11330"/>
                    <a:pt x="14952" y="11532"/>
                  </a:cubicBezTo>
                  <a:cubicBezTo>
                    <a:pt x="15047" y="11719"/>
                    <a:pt x="15238" y="11833"/>
                    <a:pt x="15443" y="11833"/>
                  </a:cubicBezTo>
                  <a:cubicBezTo>
                    <a:pt x="15462" y="11833"/>
                    <a:pt x="15480" y="11832"/>
                    <a:pt x="15499" y="11830"/>
                  </a:cubicBezTo>
                  <a:cubicBezTo>
                    <a:pt x="15616" y="11818"/>
                    <a:pt x="15730" y="11813"/>
                    <a:pt x="15839" y="11813"/>
                  </a:cubicBezTo>
                  <a:cubicBezTo>
                    <a:pt x="17858" y="11813"/>
                    <a:pt x="18519" y="13714"/>
                    <a:pt x="18576" y="13890"/>
                  </a:cubicBezTo>
                  <a:cubicBezTo>
                    <a:pt x="18846" y="14955"/>
                    <a:pt x="18762" y="15857"/>
                    <a:pt x="18328" y="16569"/>
                  </a:cubicBezTo>
                  <a:cubicBezTo>
                    <a:pt x="17654" y="17671"/>
                    <a:pt x="16246" y="18188"/>
                    <a:pt x="15185" y="18428"/>
                  </a:cubicBezTo>
                  <a:cubicBezTo>
                    <a:pt x="12543" y="19023"/>
                    <a:pt x="10224" y="20288"/>
                    <a:pt x="8483" y="22085"/>
                  </a:cubicBezTo>
                  <a:cubicBezTo>
                    <a:pt x="7885" y="22701"/>
                    <a:pt x="7314" y="23372"/>
                    <a:pt x="6783" y="24079"/>
                  </a:cubicBezTo>
                  <a:cubicBezTo>
                    <a:pt x="6620" y="24296"/>
                    <a:pt x="6405" y="24374"/>
                    <a:pt x="6205" y="24374"/>
                  </a:cubicBezTo>
                  <a:cubicBezTo>
                    <a:pt x="6111" y="24374"/>
                    <a:pt x="6020" y="24357"/>
                    <a:pt x="5940" y="24329"/>
                  </a:cubicBezTo>
                  <a:cubicBezTo>
                    <a:pt x="5691" y="24242"/>
                    <a:pt x="5430" y="24008"/>
                    <a:pt x="5443" y="23609"/>
                  </a:cubicBezTo>
                  <a:lnTo>
                    <a:pt x="5444" y="23583"/>
                  </a:lnTo>
                  <a:cubicBezTo>
                    <a:pt x="5451" y="23433"/>
                    <a:pt x="5490" y="23269"/>
                    <a:pt x="5565" y="23081"/>
                  </a:cubicBezTo>
                  <a:cubicBezTo>
                    <a:pt x="7614" y="17883"/>
                    <a:pt x="3761" y="15744"/>
                    <a:pt x="3729" y="15726"/>
                  </a:cubicBezTo>
                  <a:cubicBezTo>
                    <a:pt x="3287" y="15481"/>
                    <a:pt x="2898" y="15211"/>
                    <a:pt x="2569" y="14925"/>
                  </a:cubicBezTo>
                  <a:cubicBezTo>
                    <a:pt x="1479" y="13978"/>
                    <a:pt x="1231" y="12432"/>
                    <a:pt x="1993" y="11331"/>
                  </a:cubicBezTo>
                  <a:cubicBezTo>
                    <a:pt x="2477" y="10630"/>
                    <a:pt x="3123" y="10556"/>
                    <a:pt x="3372" y="10556"/>
                  </a:cubicBezTo>
                  <a:cubicBezTo>
                    <a:pt x="3431" y="10556"/>
                    <a:pt x="3469" y="10561"/>
                    <a:pt x="3476" y="10563"/>
                  </a:cubicBezTo>
                  <a:cubicBezTo>
                    <a:pt x="3504" y="10567"/>
                    <a:pt x="3533" y="10570"/>
                    <a:pt x="3561" y="10570"/>
                  </a:cubicBezTo>
                  <a:cubicBezTo>
                    <a:pt x="3756" y="10570"/>
                    <a:pt x="3940" y="10466"/>
                    <a:pt x="4039" y="10292"/>
                  </a:cubicBezTo>
                  <a:cubicBezTo>
                    <a:pt x="4152" y="10094"/>
                    <a:pt x="4131" y="9846"/>
                    <a:pt x="3987" y="9669"/>
                  </a:cubicBezTo>
                  <a:cubicBezTo>
                    <a:pt x="2737" y="8132"/>
                    <a:pt x="2189" y="6411"/>
                    <a:pt x="2358" y="4550"/>
                  </a:cubicBezTo>
                  <a:cubicBezTo>
                    <a:pt x="2455" y="3484"/>
                    <a:pt x="2998" y="2501"/>
                    <a:pt x="3846" y="1853"/>
                  </a:cubicBezTo>
                  <a:cubicBezTo>
                    <a:pt x="4484" y="1363"/>
                    <a:pt x="5233" y="1106"/>
                    <a:pt x="6002" y="1106"/>
                  </a:cubicBezTo>
                  <a:close/>
                  <a:moveTo>
                    <a:pt x="5996" y="0"/>
                  </a:moveTo>
                  <a:cubicBezTo>
                    <a:pt x="4986" y="0"/>
                    <a:pt x="4006" y="334"/>
                    <a:pt x="3172" y="974"/>
                  </a:cubicBezTo>
                  <a:cubicBezTo>
                    <a:pt x="2079" y="1809"/>
                    <a:pt x="1382" y="3074"/>
                    <a:pt x="1257" y="4447"/>
                  </a:cubicBezTo>
                  <a:cubicBezTo>
                    <a:pt x="1091" y="6264"/>
                    <a:pt x="1539" y="8022"/>
                    <a:pt x="2557" y="9582"/>
                  </a:cubicBezTo>
                  <a:cubicBezTo>
                    <a:pt x="2082" y="9733"/>
                    <a:pt x="1532" y="10049"/>
                    <a:pt x="1082" y="10701"/>
                  </a:cubicBezTo>
                  <a:cubicBezTo>
                    <a:pt x="1" y="12267"/>
                    <a:pt x="327" y="14440"/>
                    <a:pt x="1842" y="15758"/>
                  </a:cubicBezTo>
                  <a:cubicBezTo>
                    <a:pt x="2229" y="16093"/>
                    <a:pt x="2683" y="16407"/>
                    <a:pt x="3195" y="16692"/>
                  </a:cubicBezTo>
                  <a:cubicBezTo>
                    <a:pt x="3319" y="16761"/>
                    <a:pt x="6215" y="18413"/>
                    <a:pt x="4535" y="22676"/>
                  </a:cubicBezTo>
                  <a:cubicBezTo>
                    <a:pt x="4416" y="22978"/>
                    <a:pt x="4352" y="23256"/>
                    <a:pt x="4338" y="23529"/>
                  </a:cubicBezTo>
                  <a:lnTo>
                    <a:pt x="4337" y="23573"/>
                  </a:lnTo>
                  <a:cubicBezTo>
                    <a:pt x="4310" y="24392"/>
                    <a:pt x="4795" y="25097"/>
                    <a:pt x="5571" y="25370"/>
                  </a:cubicBezTo>
                  <a:cubicBezTo>
                    <a:pt x="5782" y="25444"/>
                    <a:pt x="5996" y="25481"/>
                    <a:pt x="6206" y="25481"/>
                  </a:cubicBezTo>
                  <a:cubicBezTo>
                    <a:pt x="6770" y="25481"/>
                    <a:pt x="7306" y="25219"/>
                    <a:pt x="7665" y="24739"/>
                  </a:cubicBezTo>
                  <a:cubicBezTo>
                    <a:pt x="8169" y="24069"/>
                    <a:pt x="8710" y="23434"/>
                    <a:pt x="9275" y="22850"/>
                  </a:cubicBezTo>
                  <a:cubicBezTo>
                    <a:pt x="10867" y="21207"/>
                    <a:pt x="12995" y="20051"/>
                    <a:pt x="15428" y="19502"/>
                  </a:cubicBezTo>
                  <a:cubicBezTo>
                    <a:pt x="16696" y="19216"/>
                    <a:pt x="18393" y="18575"/>
                    <a:pt x="19269" y="17141"/>
                  </a:cubicBezTo>
                  <a:cubicBezTo>
                    <a:pt x="19868" y="16162"/>
                    <a:pt x="19994" y="14970"/>
                    <a:pt x="19635" y="13576"/>
                  </a:cubicBezTo>
                  <a:cubicBezTo>
                    <a:pt x="19355" y="12653"/>
                    <a:pt x="18387" y="11089"/>
                    <a:pt x="16546" y="10766"/>
                  </a:cubicBezTo>
                  <a:cubicBezTo>
                    <a:pt x="17961" y="8748"/>
                    <a:pt x="19301" y="5383"/>
                    <a:pt x="17031" y="2912"/>
                  </a:cubicBezTo>
                  <a:cubicBezTo>
                    <a:pt x="16042" y="1836"/>
                    <a:pt x="14670" y="1215"/>
                    <a:pt x="13267" y="1208"/>
                  </a:cubicBezTo>
                  <a:lnTo>
                    <a:pt x="13239" y="1208"/>
                  </a:lnTo>
                  <a:cubicBezTo>
                    <a:pt x="11949" y="1208"/>
                    <a:pt x="10921" y="1704"/>
                    <a:pt x="10251" y="2630"/>
                  </a:cubicBezTo>
                  <a:cubicBezTo>
                    <a:pt x="9706" y="1669"/>
                    <a:pt x="8650" y="395"/>
                    <a:pt x="6796" y="70"/>
                  </a:cubicBezTo>
                  <a:cubicBezTo>
                    <a:pt x="6529" y="23"/>
                    <a:pt x="6261" y="0"/>
                    <a:pt x="5996" y="0"/>
                  </a:cubicBezTo>
                  <a:close/>
                </a:path>
              </a:pathLst>
            </a:custGeom>
            <a:solidFill>
              <a:srgbClr val="5D30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39"/>
            <p:cNvSpPr/>
            <p:nvPr/>
          </p:nvSpPr>
          <p:spPr>
            <a:xfrm>
              <a:off x="4503068" y="3847453"/>
              <a:ext cx="514408" cy="532185"/>
            </a:xfrm>
            <a:custGeom>
              <a:avLst/>
              <a:gdLst/>
              <a:ahLst/>
              <a:cxnLst/>
              <a:rect l="l" t="t" r="r" b="b"/>
              <a:pathLst>
                <a:path w="16262" h="16824" extrusionOk="0">
                  <a:moveTo>
                    <a:pt x="8143" y="0"/>
                  </a:moveTo>
                  <a:cubicBezTo>
                    <a:pt x="5516" y="0"/>
                    <a:pt x="2945" y="1525"/>
                    <a:pt x="1764" y="4189"/>
                  </a:cubicBezTo>
                  <a:cubicBezTo>
                    <a:pt x="741" y="6495"/>
                    <a:pt x="1" y="10024"/>
                    <a:pt x="894" y="15097"/>
                  </a:cubicBezTo>
                  <a:cubicBezTo>
                    <a:pt x="894" y="15097"/>
                    <a:pt x="3980" y="16824"/>
                    <a:pt x="8149" y="16824"/>
                  </a:cubicBezTo>
                  <a:cubicBezTo>
                    <a:pt x="9110" y="16824"/>
                    <a:pt x="10128" y="16732"/>
                    <a:pt x="11180" y="16506"/>
                  </a:cubicBezTo>
                  <a:cubicBezTo>
                    <a:pt x="14161" y="15868"/>
                    <a:pt x="16226" y="13129"/>
                    <a:pt x="16248" y="10079"/>
                  </a:cubicBezTo>
                  <a:cubicBezTo>
                    <a:pt x="16261" y="8465"/>
                    <a:pt x="15924" y="6504"/>
                    <a:pt x="14812" y="4367"/>
                  </a:cubicBezTo>
                  <a:cubicBezTo>
                    <a:pt x="14812" y="4367"/>
                    <a:pt x="13981" y="2777"/>
                    <a:pt x="12344" y="1476"/>
                  </a:cubicBezTo>
                  <a:cubicBezTo>
                    <a:pt x="11078" y="470"/>
                    <a:pt x="9602" y="0"/>
                    <a:pt x="81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39"/>
            <p:cNvSpPr/>
            <p:nvPr/>
          </p:nvSpPr>
          <p:spPr>
            <a:xfrm>
              <a:off x="4570445" y="4317511"/>
              <a:ext cx="116502" cy="54376"/>
            </a:xfrm>
            <a:custGeom>
              <a:avLst/>
              <a:gdLst/>
              <a:ahLst/>
              <a:cxnLst/>
              <a:rect l="l" t="t" r="r" b="b"/>
              <a:pathLst>
                <a:path w="3683" h="1719" extrusionOk="0">
                  <a:moveTo>
                    <a:pt x="625" y="1"/>
                  </a:moveTo>
                  <a:cubicBezTo>
                    <a:pt x="400" y="1"/>
                    <a:pt x="190" y="138"/>
                    <a:pt x="107" y="361"/>
                  </a:cubicBezTo>
                  <a:cubicBezTo>
                    <a:pt x="1" y="646"/>
                    <a:pt x="146" y="964"/>
                    <a:pt x="432" y="1069"/>
                  </a:cubicBezTo>
                  <a:cubicBezTo>
                    <a:pt x="1405" y="1433"/>
                    <a:pt x="2035" y="1589"/>
                    <a:pt x="3026" y="1714"/>
                  </a:cubicBezTo>
                  <a:cubicBezTo>
                    <a:pt x="3048" y="1716"/>
                    <a:pt x="3073" y="1719"/>
                    <a:pt x="3096" y="1719"/>
                  </a:cubicBezTo>
                  <a:cubicBezTo>
                    <a:pt x="3370" y="1719"/>
                    <a:pt x="3607" y="1515"/>
                    <a:pt x="3645" y="1237"/>
                  </a:cubicBezTo>
                  <a:cubicBezTo>
                    <a:pt x="3682" y="934"/>
                    <a:pt x="3468" y="657"/>
                    <a:pt x="3166" y="620"/>
                  </a:cubicBezTo>
                  <a:cubicBezTo>
                    <a:pt x="2260" y="504"/>
                    <a:pt x="1711" y="367"/>
                    <a:pt x="818" y="35"/>
                  </a:cubicBezTo>
                  <a:cubicBezTo>
                    <a:pt x="754" y="12"/>
                    <a:pt x="689" y="1"/>
                    <a:pt x="625" y="1"/>
                  </a:cubicBezTo>
                  <a:close/>
                </a:path>
              </a:pathLst>
            </a:custGeom>
            <a:solidFill>
              <a:srgbClr val="5D30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39"/>
            <p:cNvSpPr/>
            <p:nvPr/>
          </p:nvSpPr>
          <p:spPr>
            <a:xfrm>
              <a:off x="4708395" y="4342944"/>
              <a:ext cx="59627" cy="35776"/>
            </a:xfrm>
            <a:custGeom>
              <a:avLst/>
              <a:gdLst/>
              <a:ahLst/>
              <a:cxnLst/>
              <a:rect l="l" t="t" r="r" b="b"/>
              <a:pathLst>
                <a:path w="1885" h="1131" extrusionOk="0">
                  <a:moveTo>
                    <a:pt x="576" y="1"/>
                  </a:moveTo>
                  <a:cubicBezTo>
                    <a:pt x="280" y="1"/>
                    <a:pt x="35" y="225"/>
                    <a:pt x="18" y="522"/>
                  </a:cubicBezTo>
                  <a:cubicBezTo>
                    <a:pt x="1" y="826"/>
                    <a:pt x="234" y="1087"/>
                    <a:pt x="539" y="1104"/>
                  </a:cubicBezTo>
                  <a:cubicBezTo>
                    <a:pt x="970" y="1128"/>
                    <a:pt x="1257" y="1130"/>
                    <a:pt x="1322" y="1130"/>
                  </a:cubicBezTo>
                  <a:cubicBezTo>
                    <a:pt x="1329" y="1130"/>
                    <a:pt x="1335" y="1130"/>
                    <a:pt x="1335" y="1128"/>
                  </a:cubicBezTo>
                  <a:cubicBezTo>
                    <a:pt x="1640" y="1127"/>
                    <a:pt x="1885" y="879"/>
                    <a:pt x="1884" y="575"/>
                  </a:cubicBezTo>
                  <a:cubicBezTo>
                    <a:pt x="1883" y="271"/>
                    <a:pt x="1636" y="26"/>
                    <a:pt x="1333" y="26"/>
                  </a:cubicBezTo>
                  <a:lnTo>
                    <a:pt x="1329" y="26"/>
                  </a:lnTo>
                  <a:cubicBezTo>
                    <a:pt x="1329" y="26"/>
                    <a:pt x="1328" y="26"/>
                    <a:pt x="1324" y="26"/>
                  </a:cubicBezTo>
                  <a:cubicBezTo>
                    <a:pt x="1284" y="26"/>
                    <a:pt x="1012" y="25"/>
                    <a:pt x="600" y="1"/>
                  </a:cubicBezTo>
                  <a:cubicBezTo>
                    <a:pt x="592" y="1"/>
                    <a:pt x="584" y="1"/>
                    <a:pt x="576" y="1"/>
                  </a:cubicBezTo>
                  <a:close/>
                </a:path>
              </a:pathLst>
            </a:custGeom>
            <a:solidFill>
              <a:srgbClr val="5D30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39"/>
            <p:cNvSpPr/>
            <p:nvPr/>
          </p:nvSpPr>
          <p:spPr>
            <a:xfrm>
              <a:off x="4454322" y="3809019"/>
              <a:ext cx="594691" cy="624868"/>
            </a:xfrm>
            <a:custGeom>
              <a:avLst/>
              <a:gdLst/>
              <a:ahLst/>
              <a:cxnLst/>
              <a:rect l="l" t="t" r="r" b="b"/>
              <a:pathLst>
                <a:path w="18800" h="19754" extrusionOk="0">
                  <a:moveTo>
                    <a:pt x="9229" y="1105"/>
                  </a:moveTo>
                  <a:cubicBezTo>
                    <a:pt x="10820" y="1105"/>
                    <a:pt x="12373" y="1640"/>
                    <a:pt x="13657" y="2662"/>
                  </a:cubicBezTo>
                  <a:cubicBezTo>
                    <a:pt x="15278" y="3953"/>
                    <a:pt x="16127" y="5497"/>
                    <a:pt x="16216" y="5666"/>
                  </a:cubicBezTo>
                  <a:cubicBezTo>
                    <a:pt x="17115" y="7394"/>
                    <a:pt x="17609" y="9176"/>
                    <a:pt x="17685" y="10965"/>
                  </a:cubicBezTo>
                  <a:cubicBezTo>
                    <a:pt x="17692" y="11155"/>
                    <a:pt x="17695" y="11349"/>
                    <a:pt x="17693" y="11541"/>
                  </a:cubicBezTo>
                  <a:cubicBezTo>
                    <a:pt x="17666" y="14813"/>
                    <a:pt x="15411" y="17666"/>
                    <a:pt x="12332" y="18324"/>
                  </a:cubicBezTo>
                  <a:cubicBezTo>
                    <a:pt x="11250" y="18557"/>
                    <a:pt x="10203" y="18651"/>
                    <a:pt x="9217" y="18651"/>
                  </a:cubicBezTo>
                  <a:cubicBezTo>
                    <a:pt x="5054" y="18651"/>
                    <a:pt x="1970" y="16967"/>
                    <a:pt x="1811" y="16879"/>
                  </a:cubicBezTo>
                  <a:cubicBezTo>
                    <a:pt x="1710" y="16824"/>
                    <a:pt x="1638" y="16720"/>
                    <a:pt x="1617" y="16603"/>
                  </a:cubicBezTo>
                  <a:cubicBezTo>
                    <a:pt x="1406" y="15404"/>
                    <a:pt x="1274" y="14236"/>
                    <a:pt x="1229" y="13128"/>
                  </a:cubicBezTo>
                  <a:cubicBezTo>
                    <a:pt x="1109" y="10263"/>
                    <a:pt x="1541" y="7699"/>
                    <a:pt x="2511" y="5509"/>
                  </a:cubicBezTo>
                  <a:cubicBezTo>
                    <a:pt x="3451" y="3392"/>
                    <a:pt x="5268" y="1863"/>
                    <a:pt x="7500" y="1316"/>
                  </a:cubicBezTo>
                  <a:cubicBezTo>
                    <a:pt x="8075" y="1175"/>
                    <a:pt x="8654" y="1105"/>
                    <a:pt x="9229" y="1105"/>
                  </a:cubicBezTo>
                  <a:close/>
                  <a:moveTo>
                    <a:pt x="9233" y="0"/>
                  </a:moveTo>
                  <a:cubicBezTo>
                    <a:pt x="8569" y="0"/>
                    <a:pt x="7900" y="81"/>
                    <a:pt x="7237" y="245"/>
                  </a:cubicBezTo>
                  <a:cubicBezTo>
                    <a:pt x="4672" y="874"/>
                    <a:pt x="2581" y="2630"/>
                    <a:pt x="1503" y="5064"/>
                  </a:cubicBezTo>
                  <a:cubicBezTo>
                    <a:pt x="463" y="7411"/>
                    <a:pt x="1" y="10139"/>
                    <a:pt x="128" y="13176"/>
                  </a:cubicBezTo>
                  <a:cubicBezTo>
                    <a:pt x="176" y="14331"/>
                    <a:pt x="311" y="15548"/>
                    <a:pt x="531" y="16795"/>
                  </a:cubicBezTo>
                  <a:cubicBezTo>
                    <a:pt x="610" y="17243"/>
                    <a:pt x="883" y="17626"/>
                    <a:pt x="1276" y="17844"/>
                  </a:cubicBezTo>
                  <a:cubicBezTo>
                    <a:pt x="1446" y="17940"/>
                    <a:pt x="4766" y="19753"/>
                    <a:pt x="9235" y="19753"/>
                  </a:cubicBezTo>
                  <a:cubicBezTo>
                    <a:pt x="10289" y="19753"/>
                    <a:pt x="11408" y="19652"/>
                    <a:pt x="12564" y="19405"/>
                  </a:cubicBezTo>
                  <a:cubicBezTo>
                    <a:pt x="16145" y="18639"/>
                    <a:pt x="18767" y="15336"/>
                    <a:pt x="18798" y="11549"/>
                  </a:cubicBezTo>
                  <a:cubicBezTo>
                    <a:pt x="18800" y="11337"/>
                    <a:pt x="18796" y="11127"/>
                    <a:pt x="18789" y="10920"/>
                  </a:cubicBezTo>
                  <a:cubicBezTo>
                    <a:pt x="18708" y="8968"/>
                    <a:pt x="18172" y="7029"/>
                    <a:pt x="17195" y="5151"/>
                  </a:cubicBezTo>
                  <a:cubicBezTo>
                    <a:pt x="17093" y="4958"/>
                    <a:pt x="16141" y="3227"/>
                    <a:pt x="14346" y="1799"/>
                  </a:cubicBezTo>
                  <a:cubicBezTo>
                    <a:pt x="12864" y="619"/>
                    <a:pt x="11071" y="0"/>
                    <a:pt x="9233" y="0"/>
                  </a:cubicBezTo>
                  <a:close/>
                </a:path>
              </a:pathLst>
            </a:custGeom>
            <a:solidFill>
              <a:srgbClr val="5D30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2BC71D5-99FC-24F5-D762-CC36C7C2AC64}"/>
              </a:ext>
            </a:extLst>
          </p:cNvPr>
          <p:cNvSpPr txBox="1"/>
          <p:nvPr/>
        </p:nvSpPr>
        <p:spPr>
          <a:xfrm>
            <a:off x="8695853" y="4760316"/>
            <a:ext cx="554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A94A7C-81A5-79A8-98F5-3F1D591542D1}"/>
              </a:ext>
            </a:extLst>
          </p:cNvPr>
          <p:cNvSpPr txBox="1"/>
          <p:nvPr/>
        </p:nvSpPr>
        <p:spPr>
          <a:xfrm>
            <a:off x="1616955" y="686950"/>
            <a:ext cx="6585438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Accurately identifies vegetables using technology.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Saves time and reduces human error.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nutrition and health information.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Supports healthy vegetables choices.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people make 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better vegetables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choices.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Teaches children about different vegetables and encourages healthy eating.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health-conscious individuals in selecting nutritious vegetables.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7" name="Google Shape;2607;p46"/>
          <p:cNvSpPr/>
          <p:nvPr/>
        </p:nvSpPr>
        <p:spPr>
          <a:xfrm>
            <a:off x="650155" y="355993"/>
            <a:ext cx="8051100" cy="6771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8" name="Google Shape;2608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WORKS</a:t>
            </a:r>
            <a:endParaRPr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FEC67C-232C-58F2-A292-1D816F5DAD81}"/>
              </a:ext>
            </a:extLst>
          </p:cNvPr>
          <p:cNvSpPr txBox="1"/>
          <p:nvPr/>
        </p:nvSpPr>
        <p:spPr>
          <a:xfrm>
            <a:off x="400050" y="1273629"/>
            <a:ext cx="8678636" cy="4457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currently detects vegetables using only shape features.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future, color and size features can be added.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types of vegetables can be included in the system.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be improved to work in real-time using a camera.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overall accuracy of the system can be further enhanced.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F63E5D-A3A4-64B3-5C45-F1E11522A1E8}"/>
              </a:ext>
            </a:extLst>
          </p:cNvPr>
          <p:cNvSpPr txBox="1"/>
          <p:nvPr/>
        </p:nvSpPr>
        <p:spPr>
          <a:xfrm>
            <a:off x="8686800" y="4849586"/>
            <a:ext cx="3918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13</a:t>
            </a:r>
          </a:p>
        </p:txBody>
      </p:sp>
      <p:grpSp>
        <p:nvGrpSpPr>
          <p:cNvPr id="4" name="Google Shape;1601;p44">
            <a:extLst>
              <a:ext uri="{FF2B5EF4-FFF2-40B4-BE49-F238E27FC236}">
                <a16:creationId xmlns:a16="http://schemas.microsoft.com/office/drawing/2014/main" id="{97812B5E-EE30-BB11-2452-899FF87DC4C0}"/>
              </a:ext>
            </a:extLst>
          </p:cNvPr>
          <p:cNvGrpSpPr/>
          <p:nvPr/>
        </p:nvGrpSpPr>
        <p:grpSpPr>
          <a:xfrm>
            <a:off x="8107763" y="3954538"/>
            <a:ext cx="859647" cy="795190"/>
            <a:chOff x="3928167" y="1581533"/>
            <a:chExt cx="465844" cy="466097"/>
          </a:xfrm>
        </p:grpSpPr>
        <p:sp>
          <p:nvSpPr>
            <p:cNvPr id="5" name="Google Shape;1602;p44">
              <a:extLst>
                <a:ext uri="{FF2B5EF4-FFF2-40B4-BE49-F238E27FC236}">
                  <a16:creationId xmlns:a16="http://schemas.microsoft.com/office/drawing/2014/main" id="{6BAAA6FB-6845-EDEC-1A81-DA806F2FDE2A}"/>
                </a:ext>
              </a:extLst>
            </p:cNvPr>
            <p:cNvSpPr/>
            <p:nvPr/>
          </p:nvSpPr>
          <p:spPr>
            <a:xfrm>
              <a:off x="3928167" y="1581533"/>
              <a:ext cx="465844" cy="466097"/>
            </a:xfrm>
            <a:custGeom>
              <a:avLst/>
              <a:gdLst/>
              <a:ahLst/>
              <a:cxnLst/>
              <a:rect l="l" t="t" r="r" b="b"/>
              <a:pathLst>
                <a:path w="7387" h="7391" extrusionOk="0">
                  <a:moveTo>
                    <a:pt x="1402" y="0"/>
                  </a:moveTo>
                  <a:cubicBezTo>
                    <a:pt x="1103" y="0"/>
                    <a:pt x="832" y="190"/>
                    <a:pt x="730" y="475"/>
                  </a:cubicBezTo>
                  <a:lnTo>
                    <a:pt x="723" y="500"/>
                  </a:lnTo>
                  <a:cubicBezTo>
                    <a:pt x="468" y="614"/>
                    <a:pt x="302" y="869"/>
                    <a:pt x="302" y="1151"/>
                  </a:cubicBezTo>
                  <a:cubicBezTo>
                    <a:pt x="299" y="1432"/>
                    <a:pt x="465" y="1693"/>
                    <a:pt x="723" y="1809"/>
                  </a:cubicBezTo>
                  <a:lnTo>
                    <a:pt x="730" y="1836"/>
                  </a:lnTo>
                  <a:cubicBezTo>
                    <a:pt x="736" y="1850"/>
                    <a:pt x="744" y="1859"/>
                    <a:pt x="747" y="1873"/>
                  </a:cubicBezTo>
                  <a:cubicBezTo>
                    <a:pt x="652" y="1955"/>
                    <a:pt x="564" y="2043"/>
                    <a:pt x="482" y="2144"/>
                  </a:cubicBezTo>
                  <a:cubicBezTo>
                    <a:pt x="129" y="2589"/>
                    <a:pt x="0" y="3170"/>
                    <a:pt x="133" y="3729"/>
                  </a:cubicBezTo>
                  <a:cubicBezTo>
                    <a:pt x="285" y="4394"/>
                    <a:pt x="788" y="4913"/>
                    <a:pt x="1442" y="5087"/>
                  </a:cubicBezTo>
                  <a:cubicBezTo>
                    <a:pt x="1603" y="5128"/>
                    <a:pt x="1764" y="5148"/>
                    <a:pt x="1925" y="5148"/>
                  </a:cubicBezTo>
                  <a:cubicBezTo>
                    <a:pt x="1937" y="5148"/>
                    <a:pt x="1949" y="5148"/>
                    <a:pt x="1961" y="5148"/>
                  </a:cubicBezTo>
                  <a:lnTo>
                    <a:pt x="2128" y="5368"/>
                  </a:lnTo>
                  <a:lnTo>
                    <a:pt x="2128" y="6145"/>
                  </a:lnTo>
                  <a:cubicBezTo>
                    <a:pt x="2128" y="6834"/>
                    <a:pt x="2687" y="7390"/>
                    <a:pt x="3373" y="7390"/>
                  </a:cubicBezTo>
                  <a:lnTo>
                    <a:pt x="4058" y="7390"/>
                  </a:lnTo>
                  <a:cubicBezTo>
                    <a:pt x="4747" y="7390"/>
                    <a:pt x="5307" y="6834"/>
                    <a:pt x="5307" y="6145"/>
                  </a:cubicBezTo>
                  <a:lnTo>
                    <a:pt x="5307" y="5354"/>
                  </a:lnTo>
                  <a:lnTo>
                    <a:pt x="5456" y="5148"/>
                  </a:lnTo>
                  <a:cubicBezTo>
                    <a:pt x="5480" y="5148"/>
                    <a:pt x="5507" y="5151"/>
                    <a:pt x="5534" y="5151"/>
                  </a:cubicBezTo>
                  <a:cubicBezTo>
                    <a:pt x="6555" y="5151"/>
                    <a:pt x="7387" y="4316"/>
                    <a:pt x="7387" y="3295"/>
                  </a:cubicBezTo>
                  <a:cubicBezTo>
                    <a:pt x="7387" y="2827"/>
                    <a:pt x="7210" y="2399"/>
                    <a:pt x="6922" y="2074"/>
                  </a:cubicBezTo>
                  <a:cubicBezTo>
                    <a:pt x="7102" y="1941"/>
                    <a:pt x="7213" y="1734"/>
                    <a:pt x="7217" y="1507"/>
                  </a:cubicBezTo>
                  <a:cubicBezTo>
                    <a:pt x="7217" y="1253"/>
                    <a:pt x="7085" y="1018"/>
                    <a:pt x="6867" y="890"/>
                  </a:cubicBezTo>
                  <a:cubicBezTo>
                    <a:pt x="6756" y="635"/>
                    <a:pt x="6505" y="469"/>
                    <a:pt x="6226" y="469"/>
                  </a:cubicBezTo>
                  <a:cubicBezTo>
                    <a:pt x="6145" y="469"/>
                    <a:pt x="6070" y="482"/>
                    <a:pt x="5996" y="509"/>
                  </a:cubicBezTo>
                  <a:cubicBezTo>
                    <a:pt x="5863" y="387"/>
                    <a:pt x="5694" y="316"/>
                    <a:pt x="5514" y="299"/>
                  </a:cubicBezTo>
                  <a:lnTo>
                    <a:pt x="5439" y="296"/>
                  </a:lnTo>
                  <a:cubicBezTo>
                    <a:pt x="5151" y="296"/>
                    <a:pt x="4893" y="445"/>
                    <a:pt x="4740" y="669"/>
                  </a:cubicBezTo>
                  <a:cubicBezTo>
                    <a:pt x="4435" y="516"/>
                    <a:pt x="4092" y="431"/>
                    <a:pt x="3732" y="431"/>
                  </a:cubicBezTo>
                  <a:cubicBezTo>
                    <a:pt x="3257" y="431"/>
                    <a:pt x="2806" y="581"/>
                    <a:pt x="2433" y="846"/>
                  </a:cubicBezTo>
                  <a:cubicBezTo>
                    <a:pt x="2362" y="693"/>
                    <a:pt x="2240" y="567"/>
                    <a:pt x="2083" y="500"/>
                  </a:cubicBezTo>
                  <a:lnTo>
                    <a:pt x="2077" y="479"/>
                  </a:lnTo>
                  <a:cubicBezTo>
                    <a:pt x="1975" y="190"/>
                    <a:pt x="1707" y="0"/>
                    <a:pt x="14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28575" dist="19050" dir="2220000" algn="bl" rotWithShape="0">
                <a:schemeClr val="dk1">
                  <a:alpha val="2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603;p44">
              <a:extLst>
                <a:ext uri="{FF2B5EF4-FFF2-40B4-BE49-F238E27FC236}">
                  <a16:creationId xmlns:a16="http://schemas.microsoft.com/office/drawing/2014/main" id="{8CB53B72-A740-58D6-0E30-576BA7517A2C}"/>
                </a:ext>
              </a:extLst>
            </p:cNvPr>
            <p:cNvSpPr/>
            <p:nvPr/>
          </p:nvSpPr>
          <p:spPr>
            <a:xfrm>
              <a:off x="4055047" y="1800747"/>
              <a:ext cx="212080" cy="196693"/>
            </a:xfrm>
            <a:custGeom>
              <a:avLst/>
              <a:gdLst/>
              <a:ahLst/>
              <a:cxnLst/>
              <a:rect l="l" t="t" r="r" b="b"/>
              <a:pathLst>
                <a:path w="3363" h="3119" extrusionOk="0">
                  <a:moveTo>
                    <a:pt x="591" y="1"/>
                  </a:moveTo>
                  <a:cubicBezTo>
                    <a:pt x="214" y="1"/>
                    <a:pt x="0" y="428"/>
                    <a:pt x="228" y="729"/>
                  </a:cubicBezTo>
                  <a:lnTo>
                    <a:pt x="811" y="1503"/>
                  </a:lnTo>
                  <a:cubicBezTo>
                    <a:pt x="872" y="1581"/>
                    <a:pt x="906" y="1676"/>
                    <a:pt x="906" y="1775"/>
                  </a:cubicBezTo>
                  <a:lnTo>
                    <a:pt x="906" y="2663"/>
                  </a:lnTo>
                  <a:cubicBezTo>
                    <a:pt x="906" y="2915"/>
                    <a:pt x="1109" y="3119"/>
                    <a:pt x="1361" y="3119"/>
                  </a:cubicBezTo>
                  <a:lnTo>
                    <a:pt x="2050" y="3119"/>
                  </a:lnTo>
                  <a:cubicBezTo>
                    <a:pt x="2301" y="3119"/>
                    <a:pt x="2504" y="2915"/>
                    <a:pt x="2504" y="2663"/>
                  </a:cubicBezTo>
                  <a:lnTo>
                    <a:pt x="2504" y="1768"/>
                  </a:lnTo>
                  <a:cubicBezTo>
                    <a:pt x="2504" y="1673"/>
                    <a:pt x="2534" y="1581"/>
                    <a:pt x="2589" y="1503"/>
                  </a:cubicBezTo>
                  <a:lnTo>
                    <a:pt x="3149" y="720"/>
                  </a:lnTo>
                  <a:cubicBezTo>
                    <a:pt x="3363" y="418"/>
                    <a:pt x="3149" y="1"/>
                    <a:pt x="2779" y="1"/>
                  </a:cubicBezTo>
                  <a:lnTo>
                    <a:pt x="1951" y="1"/>
                  </a:lnTo>
                  <a:lnTo>
                    <a:pt x="1951" y="1069"/>
                  </a:lnTo>
                  <a:cubicBezTo>
                    <a:pt x="1951" y="1202"/>
                    <a:pt x="1846" y="1313"/>
                    <a:pt x="1717" y="1316"/>
                  </a:cubicBezTo>
                  <a:lnTo>
                    <a:pt x="1710" y="1316"/>
                  </a:lnTo>
                  <a:cubicBezTo>
                    <a:pt x="1574" y="1316"/>
                    <a:pt x="1466" y="1208"/>
                    <a:pt x="1466" y="1075"/>
                  </a:cubicBezTo>
                  <a:lnTo>
                    <a:pt x="146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604;p44">
              <a:extLst>
                <a:ext uri="{FF2B5EF4-FFF2-40B4-BE49-F238E27FC236}">
                  <a16:creationId xmlns:a16="http://schemas.microsoft.com/office/drawing/2014/main" id="{335DD0A8-E9D3-6777-B140-44E4006C6E07}"/>
                </a:ext>
              </a:extLst>
            </p:cNvPr>
            <p:cNvSpPr/>
            <p:nvPr/>
          </p:nvSpPr>
          <p:spPr>
            <a:xfrm>
              <a:off x="4063119" y="1800305"/>
              <a:ext cx="196314" cy="197576"/>
            </a:xfrm>
            <a:custGeom>
              <a:avLst/>
              <a:gdLst/>
              <a:ahLst/>
              <a:cxnLst/>
              <a:rect l="l" t="t" r="r" b="b"/>
              <a:pathLst>
                <a:path w="3113" h="3133" extrusionOk="0">
                  <a:moveTo>
                    <a:pt x="2651" y="14"/>
                  </a:moveTo>
                  <a:cubicBezTo>
                    <a:pt x="2783" y="14"/>
                    <a:pt x="2895" y="69"/>
                    <a:pt x="2973" y="153"/>
                  </a:cubicBezTo>
                  <a:cubicBezTo>
                    <a:pt x="3055" y="235"/>
                    <a:pt x="3099" y="346"/>
                    <a:pt x="3099" y="462"/>
                  </a:cubicBezTo>
                  <a:cubicBezTo>
                    <a:pt x="3099" y="550"/>
                    <a:pt x="3075" y="642"/>
                    <a:pt x="3017" y="723"/>
                  </a:cubicBezTo>
                  <a:lnTo>
                    <a:pt x="2454" y="1507"/>
                  </a:lnTo>
                  <a:cubicBezTo>
                    <a:pt x="2400" y="1585"/>
                    <a:pt x="2370" y="1680"/>
                    <a:pt x="2370" y="1775"/>
                  </a:cubicBezTo>
                  <a:lnTo>
                    <a:pt x="2370" y="2670"/>
                  </a:lnTo>
                  <a:cubicBezTo>
                    <a:pt x="2370" y="2797"/>
                    <a:pt x="2318" y="2908"/>
                    <a:pt x="2237" y="2990"/>
                  </a:cubicBezTo>
                  <a:cubicBezTo>
                    <a:pt x="2159" y="3071"/>
                    <a:pt x="2044" y="3118"/>
                    <a:pt x="1922" y="3118"/>
                  </a:cubicBezTo>
                  <a:lnTo>
                    <a:pt x="1233" y="3118"/>
                  </a:lnTo>
                  <a:cubicBezTo>
                    <a:pt x="1108" y="3118"/>
                    <a:pt x="995" y="3071"/>
                    <a:pt x="914" y="2990"/>
                  </a:cubicBezTo>
                  <a:cubicBezTo>
                    <a:pt x="832" y="2908"/>
                    <a:pt x="785" y="2797"/>
                    <a:pt x="785" y="2670"/>
                  </a:cubicBezTo>
                  <a:lnTo>
                    <a:pt x="785" y="1782"/>
                  </a:lnTo>
                  <a:cubicBezTo>
                    <a:pt x="785" y="1683"/>
                    <a:pt x="751" y="1585"/>
                    <a:pt x="690" y="1503"/>
                  </a:cubicBezTo>
                  <a:lnTo>
                    <a:pt x="106" y="733"/>
                  </a:lnTo>
                  <a:cubicBezTo>
                    <a:pt x="42" y="648"/>
                    <a:pt x="15" y="553"/>
                    <a:pt x="15" y="462"/>
                  </a:cubicBezTo>
                  <a:cubicBezTo>
                    <a:pt x="15" y="346"/>
                    <a:pt x="59" y="235"/>
                    <a:pt x="140" y="153"/>
                  </a:cubicBezTo>
                  <a:cubicBezTo>
                    <a:pt x="218" y="69"/>
                    <a:pt x="330" y="14"/>
                    <a:pt x="463" y="14"/>
                  </a:cubicBezTo>
                  <a:lnTo>
                    <a:pt x="1332" y="14"/>
                  </a:lnTo>
                  <a:lnTo>
                    <a:pt x="1332" y="1082"/>
                  </a:lnTo>
                  <a:cubicBezTo>
                    <a:pt x="1332" y="1218"/>
                    <a:pt x="1443" y="1331"/>
                    <a:pt x="1582" y="1331"/>
                  </a:cubicBezTo>
                  <a:lnTo>
                    <a:pt x="1589" y="1331"/>
                  </a:lnTo>
                  <a:cubicBezTo>
                    <a:pt x="1725" y="1327"/>
                    <a:pt x="1830" y="1212"/>
                    <a:pt x="1830" y="1076"/>
                  </a:cubicBezTo>
                  <a:lnTo>
                    <a:pt x="1830" y="14"/>
                  </a:lnTo>
                  <a:close/>
                  <a:moveTo>
                    <a:pt x="463" y="0"/>
                  </a:moveTo>
                  <a:cubicBezTo>
                    <a:pt x="327" y="0"/>
                    <a:pt x="212" y="55"/>
                    <a:pt x="130" y="143"/>
                  </a:cubicBezTo>
                  <a:cubicBezTo>
                    <a:pt x="49" y="227"/>
                    <a:pt x="1" y="343"/>
                    <a:pt x="1" y="462"/>
                  </a:cubicBezTo>
                  <a:cubicBezTo>
                    <a:pt x="1" y="557"/>
                    <a:pt x="29" y="655"/>
                    <a:pt x="93" y="740"/>
                  </a:cubicBezTo>
                  <a:lnTo>
                    <a:pt x="680" y="1514"/>
                  </a:lnTo>
                  <a:cubicBezTo>
                    <a:pt x="737" y="1591"/>
                    <a:pt x="771" y="1687"/>
                    <a:pt x="771" y="1782"/>
                  </a:cubicBezTo>
                  <a:lnTo>
                    <a:pt x="771" y="2670"/>
                  </a:lnTo>
                  <a:cubicBezTo>
                    <a:pt x="771" y="2925"/>
                    <a:pt x="978" y="3132"/>
                    <a:pt x="1233" y="3132"/>
                  </a:cubicBezTo>
                  <a:lnTo>
                    <a:pt x="1922" y="3132"/>
                  </a:lnTo>
                  <a:cubicBezTo>
                    <a:pt x="2176" y="3132"/>
                    <a:pt x="2383" y="2925"/>
                    <a:pt x="2383" y="2670"/>
                  </a:cubicBezTo>
                  <a:lnTo>
                    <a:pt x="2383" y="1775"/>
                  </a:lnTo>
                  <a:cubicBezTo>
                    <a:pt x="2383" y="1683"/>
                    <a:pt x="2414" y="1591"/>
                    <a:pt x="2468" y="1517"/>
                  </a:cubicBezTo>
                  <a:lnTo>
                    <a:pt x="3028" y="730"/>
                  </a:lnTo>
                  <a:cubicBezTo>
                    <a:pt x="3086" y="645"/>
                    <a:pt x="3112" y="553"/>
                    <a:pt x="3112" y="462"/>
                  </a:cubicBezTo>
                  <a:cubicBezTo>
                    <a:pt x="3112" y="343"/>
                    <a:pt x="3065" y="227"/>
                    <a:pt x="2984" y="143"/>
                  </a:cubicBezTo>
                  <a:cubicBezTo>
                    <a:pt x="2902" y="55"/>
                    <a:pt x="2787" y="0"/>
                    <a:pt x="2651" y="0"/>
                  </a:cubicBezTo>
                  <a:lnTo>
                    <a:pt x="1823" y="0"/>
                  </a:lnTo>
                  <a:cubicBezTo>
                    <a:pt x="1820" y="0"/>
                    <a:pt x="1820" y="0"/>
                    <a:pt x="1816" y="4"/>
                  </a:cubicBezTo>
                  <a:lnTo>
                    <a:pt x="1816" y="8"/>
                  </a:lnTo>
                  <a:lnTo>
                    <a:pt x="1816" y="1076"/>
                  </a:lnTo>
                  <a:cubicBezTo>
                    <a:pt x="1816" y="1205"/>
                    <a:pt x="1714" y="1314"/>
                    <a:pt x="1589" y="1317"/>
                  </a:cubicBezTo>
                  <a:lnTo>
                    <a:pt x="1582" y="1317"/>
                  </a:lnTo>
                  <a:cubicBezTo>
                    <a:pt x="1518" y="1317"/>
                    <a:pt x="1457" y="1290"/>
                    <a:pt x="1416" y="1249"/>
                  </a:cubicBezTo>
                  <a:cubicBezTo>
                    <a:pt x="1372" y="1205"/>
                    <a:pt x="1345" y="1148"/>
                    <a:pt x="1345" y="1082"/>
                  </a:cubicBezTo>
                  <a:lnTo>
                    <a:pt x="1345" y="8"/>
                  </a:lnTo>
                  <a:lnTo>
                    <a:pt x="1345" y="4"/>
                  </a:lnTo>
                  <a:cubicBezTo>
                    <a:pt x="1341" y="0"/>
                    <a:pt x="1341" y="0"/>
                    <a:pt x="1338" y="0"/>
                  </a:cubicBezTo>
                  <a:close/>
                </a:path>
              </a:pathLst>
            </a:custGeom>
            <a:solidFill>
              <a:srgbClr val="1919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605;p44">
              <a:extLst>
                <a:ext uri="{FF2B5EF4-FFF2-40B4-BE49-F238E27FC236}">
                  <a16:creationId xmlns:a16="http://schemas.microsoft.com/office/drawing/2014/main" id="{407370AE-9742-008D-799B-4A3E5C7FA069}"/>
                </a:ext>
              </a:extLst>
            </p:cNvPr>
            <p:cNvSpPr/>
            <p:nvPr/>
          </p:nvSpPr>
          <p:spPr>
            <a:xfrm>
              <a:off x="4112118" y="1974670"/>
              <a:ext cx="91882" cy="23396"/>
            </a:xfrm>
            <a:custGeom>
              <a:avLst/>
              <a:gdLst/>
              <a:ahLst/>
              <a:cxnLst/>
              <a:rect l="l" t="t" r="r" b="b"/>
              <a:pathLst>
                <a:path w="1457" h="371" extrusionOk="0">
                  <a:moveTo>
                    <a:pt x="1" y="1"/>
                  </a:moveTo>
                  <a:lnTo>
                    <a:pt x="1" y="1"/>
                  </a:lnTo>
                  <a:cubicBezTo>
                    <a:pt x="42" y="211"/>
                    <a:pt x="229" y="370"/>
                    <a:pt x="456" y="370"/>
                  </a:cubicBezTo>
                  <a:lnTo>
                    <a:pt x="1145" y="370"/>
                  </a:lnTo>
                  <a:cubicBezTo>
                    <a:pt x="1267" y="370"/>
                    <a:pt x="1375" y="323"/>
                    <a:pt x="1457" y="245"/>
                  </a:cubicBezTo>
                  <a:lnTo>
                    <a:pt x="1457" y="245"/>
                  </a:lnTo>
                  <a:cubicBezTo>
                    <a:pt x="1375" y="323"/>
                    <a:pt x="1267" y="367"/>
                    <a:pt x="1145" y="367"/>
                  </a:cubicBezTo>
                  <a:lnTo>
                    <a:pt x="456" y="367"/>
                  </a:lnTo>
                  <a:cubicBezTo>
                    <a:pt x="232" y="367"/>
                    <a:pt x="46" y="211"/>
                    <a:pt x="1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606;p44">
              <a:extLst>
                <a:ext uri="{FF2B5EF4-FFF2-40B4-BE49-F238E27FC236}">
                  <a16:creationId xmlns:a16="http://schemas.microsoft.com/office/drawing/2014/main" id="{A8825E03-E605-BC90-4246-30D3B90B64D6}"/>
                </a:ext>
              </a:extLst>
            </p:cNvPr>
            <p:cNvSpPr/>
            <p:nvPr/>
          </p:nvSpPr>
          <p:spPr>
            <a:xfrm>
              <a:off x="4112622" y="1825341"/>
              <a:ext cx="137225" cy="171657"/>
            </a:xfrm>
            <a:custGeom>
              <a:avLst/>
              <a:gdLst/>
              <a:ahLst/>
              <a:cxnLst/>
              <a:rect l="l" t="t" r="r" b="b"/>
              <a:pathLst>
                <a:path w="2176" h="2722" extrusionOk="0">
                  <a:moveTo>
                    <a:pt x="1710" y="1"/>
                  </a:moveTo>
                  <a:cubicBezTo>
                    <a:pt x="1520" y="146"/>
                    <a:pt x="1292" y="248"/>
                    <a:pt x="1045" y="286"/>
                  </a:cubicBezTo>
                  <a:lnTo>
                    <a:pt x="1045" y="492"/>
                  </a:lnTo>
                  <a:lnTo>
                    <a:pt x="1109" y="580"/>
                  </a:lnTo>
                  <a:cubicBezTo>
                    <a:pt x="1198" y="580"/>
                    <a:pt x="1341" y="486"/>
                    <a:pt x="1459" y="486"/>
                  </a:cubicBezTo>
                  <a:cubicBezTo>
                    <a:pt x="1507" y="486"/>
                    <a:pt x="1547" y="499"/>
                    <a:pt x="1585" y="540"/>
                  </a:cubicBezTo>
                  <a:cubicBezTo>
                    <a:pt x="1707" y="672"/>
                    <a:pt x="1245" y="1133"/>
                    <a:pt x="1245" y="1133"/>
                  </a:cubicBezTo>
                  <a:cubicBezTo>
                    <a:pt x="1205" y="1191"/>
                    <a:pt x="1170" y="1290"/>
                    <a:pt x="1170" y="1361"/>
                  </a:cubicBezTo>
                  <a:lnTo>
                    <a:pt x="1164" y="1877"/>
                  </a:lnTo>
                  <a:cubicBezTo>
                    <a:pt x="1164" y="2067"/>
                    <a:pt x="1007" y="2220"/>
                    <a:pt x="818" y="2220"/>
                  </a:cubicBezTo>
                  <a:lnTo>
                    <a:pt x="295" y="2220"/>
                  </a:lnTo>
                  <a:cubicBezTo>
                    <a:pt x="173" y="2220"/>
                    <a:pt x="68" y="2159"/>
                    <a:pt x="7" y="2067"/>
                  </a:cubicBezTo>
                  <a:lnTo>
                    <a:pt x="0" y="2148"/>
                  </a:lnTo>
                  <a:lnTo>
                    <a:pt x="0" y="2273"/>
                  </a:lnTo>
                  <a:cubicBezTo>
                    <a:pt x="0" y="2400"/>
                    <a:pt x="47" y="2511"/>
                    <a:pt x="129" y="2593"/>
                  </a:cubicBezTo>
                  <a:cubicBezTo>
                    <a:pt x="210" y="2674"/>
                    <a:pt x="323" y="2721"/>
                    <a:pt x="448" y="2721"/>
                  </a:cubicBezTo>
                  <a:lnTo>
                    <a:pt x="1137" y="2721"/>
                  </a:lnTo>
                  <a:cubicBezTo>
                    <a:pt x="1259" y="2721"/>
                    <a:pt x="1374" y="2674"/>
                    <a:pt x="1452" y="2593"/>
                  </a:cubicBezTo>
                  <a:cubicBezTo>
                    <a:pt x="1533" y="2511"/>
                    <a:pt x="1585" y="2400"/>
                    <a:pt x="1585" y="2273"/>
                  </a:cubicBezTo>
                  <a:lnTo>
                    <a:pt x="1585" y="1378"/>
                  </a:lnTo>
                  <a:cubicBezTo>
                    <a:pt x="1585" y="1283"/>
                    <a:pt x="1615" y="1188"/>
                    <a:pt x="1669" y="1110"/>
                  </a:cubicBezTo>
                  <a:lnTo>
                    <a:pt x="2175" y="405"/>
                  </a:lnTo>
                  <a:cubicBezTo>
                    <a:pt x="1981" y="316"/>
                    <a:pt x="1822" y="177"/>
                    <a:pt x="171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607;p44">
              <a:extLst>
                <a:ext uri="{FF2B5EF4-FFF2-40B4-BE49-F238E27FC236}">
                  <a16:creationId xmlns:a16="http://schemas.microsoft.com/office/drawing/2014/main" id="{B22F5427-6F36-4071-8100-F4F4711EEA95}"/>
                </a:ext>
              </a:extLst>
            </p:cNvPr>
            <p:cNvSpPr/>
            <p:nvPr/>
          </p:nvSpPr>
          <p:spPr>
            <a:xfrm>
              <a:off x="4111740" y="1843313"/>
              <a:ext cx="138297" cy="154567"/>
            </a:xfrm>
            <a:custGeom>
              <a:avLst/>
              <a:gdLst/>
              <a:ahLst/>
              <a:cxnLst/>
              <a:rect l="l" t="t" r="r" b="b"/>
              <a:pathLst>
                <a:path w="2193" h="2451" extrusionOk="0">
                  <a:moveTo>
                    <a:pt x="1052" y="1"/>
                  </a:moveTo>
                  <a:lnTo>
                    <a:pt x="1052" y="197"/>
                  </a:lnTo>
                  <a:lnTo>
                    <a:pt x="1059" y="207"/>
                  </a:lnTo>
                  <a:lnTo>
                    <a:pt x="1059" y="1"/>
                  </a:lnTo>
                  <a:close/>
                  <a:moveTo>
                    <a:pt x="2189" y="120"/>
                  </a:moveTo>
                  <a:lnTo>
                    <a:pt x="1683" y="825"/>
                  </a:lnTo>
                  <a:cubicBezTo>
                    <a:pt x="1629" y="903"/>
                    <a:pt x="1599" y="998"/>
                    <a:pt x="1599" y="1093"/>
                  </a:cubicBezTo>
                  <a:lnTo>
                    <a:pt x="1599" y="1988"/>
                  </a:lnTo>
                  <a:cubicBezTo>
                    <a:pt x="1599" y="2115"/>
                    <a:pt x="1547" y="2226"/>
                    <a:pt x="1466" y="2308"/>
                  </a:cubicBezTo>
                  <a:cubicBezTo>
                    <a:pt x="1388" y="2389"/>
                    <a:pt x="1273" y="2436"/>
                    <a:pt x="1151" y="2436"/>
                  </a:cubicBezTo>
                  <a:lnTo>
                    <a:pt x="462" y="2436"/>
                  </a:lnTo>
                  <a:cubicBezTo>
                    <a:pt x="337" y="2436"/>
                    <a:pt x="224" y="2389"/>
                    <a:pt x="143" y="2308"/>
                  </a:cubicBezTo>
                  <a:cubicBezTo>
                    <a:pt x="61" y="2226"/>
                    <a:pt x="14" y="2115"/>
                    <a:pt x="14" y="1988"/>
                  </a:cubicBezTo>
                  <a:lnTo>
                    <a:pt x="14" y="1863"/>
                  </a:lnTo>
                  <a:lnTo>
                    <a:pt x="0" y="1996"/>
                  </a:lnTo>
                  <a:cubicBezTo>
                    <a:pt x="0" y="2026"/>
                    <a:pt x="4" y="2054"/>
                    <a:pt x="7" y="2084"/>
                  </a:cubicBezTo>
                  <a:cubicBezTo>
                    <a:pt x="52" y="2294"/>
                    <a:pt x="238" y="2450"/>
                    <a:pt x="462" y="2450"/>
                  </a:cubicBezTo>
                  <a:lnTo>
                    <a:pt x="1151" y="2450"/>
                  </a:lnTo>
                  <a:cubicBezTo>
                    <a:pt x="1273" y="2450"/>
                    <a:pt x="1381" y="2406"/>
                    <a:pt x="1463" y="2328"/>
                  </a:cubicBezTo>
                  <a:cubicBezTo>
                    <a:pt x="1551" y="2246"/>
                    <a:pt x="1605" y="2128"/>
                    <a:pt x="1605" y="1999"/>
                  </a:cubicBezTo>
                  <a:lnTo>
                    <a:pt x="1605" y="1100"/>
                  </a:lnTo>
                  <a:cubicBezTo>
                    <a:pt x="1605" y="1005"/>
                    <a:pt x="1635" y="909"/>
                    <a:pt x="1690" y="835"/>
                  </a:cubicBezTo>
                  <a:lnTo>
                    <a:pt x="2192" y="120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608;p44">
              <a:extLst>
                <a:ext uri="{FF2B5EF4-FFF2-40B4-BE49-F238E27FC236}">
                  <a16:creationId xmlns:a16="http://schemas.microsoft.com/office/drawing/2014/main" id="{B04172AD-0CC4-5D07-85CA-4C7333236134}"/>
                </a:ext>
              </a:extLst>
            </p:cNvPr>
            <p:cNvSpPr/>
            <p:nvPr/>
          </p:nvSpPr>
          <p:spPr>
            <a:xfrm>
              <a:off x="4074092" y="1825341"/>
              <a:ext cx="73027" cy="45405"/>
            </a:xfrm>
            <a:custGeom>
              <a:avLst/>
              <a:gdLst/>
              <a:ahLst/>
              <a:cxnLst/>
              <a:rect l="l" t="t" r="r" b="b"/>
              <a:pathLst>
                <a:path w="1158" h="720" extrusionOk="0">
                  <a:moveTo>
                    <a:pt x="522" y="1"/>
                  </a:moveTo>
                  <a:cubicBezTo>
                    <a:pt x="400" y="194"/>
                    <a:pt x="217" y="347"/>
                    <a:pt x="0" y="428"/>
                  </a:cubicBezTo>
                  <a:lnTo>
                    <a:pt x="221" y="720"/>
                  </a:lnTo>
                  <a:cubicBezTo>
                    <a:pt x="339" y="519"/>
                    <a:pt x="543" y="466"/>
                    <a:pt x="730" y="466"/>
                  </a:cubicBezTo>
                  <a:cubicBezTo>
                    <a:pt x="954" y="466"/>
                    <a:pt x="1158" y="547"/>
                    <a:pt x="1158" y="547"/>
                  </a:cubicBezTo>
                  <a:lnTo>
                    <a:pt x="1158" y="356"/>
                  </a:lnTo>
                  <a:lnTo>
                    <a:pt x="896" y="207"/>
                  </a:lnTo>
                  <a:cubicBezTo>
                    <a:pt x="763" y="156"/>
                    <a:pt x="638" y="85"/>
                    <a:pt x="5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609;p44">
              <a:extLst>
                <a:ext uri="{FF2B5EF4-FFF2-40B4-BE49-F238E27FC236}">
                  <a16:creationId xmlns:a16="http://schemas.microsoft.com/office/drawing/2014/main" id="{13184661-0FC7-3010-875E-4BB9B8752463}"/>
                </a:ext>
              </a:extLst>
            </p:cNvPr>
            <p:cNvSpPr/>
            <p:nvPr/>
          </p:nvSpPr>
          <p:spPr>
            <a:xfrm>
              <a:off x="4073650" y="1852331"/>
              <a:ext cx="14441" cy="18856"/>
            </a:xfrm>
            <a:custGeom>
              <a:avLst/>
              <a:gdLst/>
              <a:ahLst/>
              <a:cxnLst/>
              <a:rect l="l" t="t" r="r" b="b"/>
              <a:pathLst>
                <a:path w="229" h="299" extrusionOk="0">
                  <a:moveTo>
                    <a:pt x="7" y="0"/>
                  </a:moveTo>
                  <a:cubicBezTo>
                    <a:pt x="7" y="0"/>
                    <a:pt x="4" y="3"/>
                    <a:pt x="0" y="3"/>
                  </a:cubicBezTo>
                  <a:lnTo>
                    <a:pt x="224" y="298"/>
                  </a:lnTo>
                  <a:cubicBezTo>
                    <a:pt x="224" y="295"/>
                    <a:pt x="228" y="292"/>
                    <a:pt x="228" y="292"/>
                  </a:cubicBezTo>
                  <a:lnTo>
                    <a:pt x="7" y="0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610;p44">
              <a:extLst>
                <a:ext uri="{FF2B5EF4-FFF2-40B4-BE49-F238E27FC236}">
                  <a16:creationId xmlns:a16="http://schemas.microsoft.com/office/drawing/2014/main" id="{9F558F23-32B1-A75B-CDA6-108FC1BBF8C6}"/>
                </a:ext>
              </a:extLst>
            </p:cNvPr>
            <p:cNvSpPr/>
            <p:nvPr/>
          </p:nvSpPr>
          <p:spPr>
            <a:xfrm>
              <a:off x="3983157" y="1658669"/>
              <a:ext cx="361223" cy="197765"/>
            </a:xfrm>
            <a:custGeom>
              <a:avLst/>
              <a:gdLst/>
              <a:ahLst/>
              <a:cxnLst/>
              <a:rect l="l" t="t" r="r" b="b"/>
              <a:pathLst>
                <a:path w="5728" h="3136" extrusionOk="0">
                  <a:moveTo>
                    <a:pt x="2864" y="0"/>
                  </a:moveTo>
                  <a:cubicBezTo>
                    <a:pt x="2188" y="0"/>
                    <a:pt x="1615" y="458"/>
                    <a:pt x="1446" y="1083"/>
                  </a:cubicBezTo>
                  <a:cubicBezTo>
                    <a:pt x="1327" y="1039"/>
                    <a:pt x="1198" y="1012"/>
                    <a:pt x="1062" y="1012"/>
                  </a:cubicBezTo>
                  <a:cubicBezTo>
                    <a:pt x="478" y="1012"/>
                    <a:pt x="0" y="1487"/>
                    <a:pt x="0" y="2074"/>
                  </a:cubicBezTo>
                  <a:cubicBezTo>
                    <a:pt x="0" y="2661"/>
                    <a:pt x="478" y="3135"/>
                    <a:pt x="1062" y="3135"/>
                  </a:cubicBezTo>
                  <a:cubicBezTo>
                    <a:pt x="1446" y="3135"/>
                    <a:pt x="1778" y="2935"/>
                    <a:pt x="1964" y="2633"/>
                  </a:cubicBezTo>
                  <a:cubicBezTo>
                    <a:pt x="2213" y="2827"/>
                    <a:pt x="2525" y="2942"/>
                    <a:pt x="2864" y="2942"/>
                  </a:cubicBezTo>
                  <a:cubicBezTo>
                    <a:pt x="3203" y="2942"/>
                    <a:pt x="3516" y="2827"/>
                    <a:pt x="3763" y="2633"/>
                  </a:cubicBezTo>
                  <a:cubicBezTo>
                    <a:pt x="3953" y="2935"/>
                    <a:pt x="4285" y="3135"/>
                    <a:pt x="4665" y="3135"/>
                  </a:cubicBezTo>
                  <a:cubicBezTo>
                    <a:pt x="5253" y="3135"/>
                    <a:pt x="5727" y="2661"/>
                    <a:pt x="5727" y="2074"/>
                  </a:cubicBezTo>
                  <a:cubicBezTo>
                    <a:pt x="5727" y="1487"/>
                    <a:pt x="5253" y="1012"/>
                    <a:pt x="4665" y="1012"/>
                  </a:cubicBezTo>
                  <a:cubicBezTo>
                    <a:pt x="4529" y="1012"/>
                    <a:pt x="4401" y="1039"/>
                    <a:pt x="4282" y="1083"/>
                  </a:cubicBezTo>
                  <a:cubicBezTo>
                    <a:pt x="4113" y="458"/>
                    <a:pt x="3543" y="0"/>
                    <a:pt x="286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611;p44">
              <a:extLst>
                <a:ext uri="{FF2B5EF4-FFF2-40B4-BE49-F238E27FC236}">
                  <a16:creationId xmlns:a16="http://schemas.microsoft.com/office/drawing/2014/main" id="{B6556B12-788D-B8C0-373C-F067312BBEE6}"/>
                </a:ext>
              </a:extLst>
            </p:cNvPr>
            <p:cNvSpPr/>
            <p:nvPr/>
          </p:nvSpPr>
          <p:spPr>
            <a:xfrm>
              <a:off x="3982716" y="1658227"/>
              <a:ext cx="362106" cy="198585"/>
            </a:xfrm>
            <a:custGeom>
              <a:avLst/>
              <a:gdLst/>
              <a:ahLst/>
              <a:cxnLst/>
              <a:rect l="l" t="t" r="r" b="b"/>
              <a:pathLst>
                <a:path w="5742" h="3149" extrusionOk="0">
                  <a:moveTo>
                    <a:pt x="2871" y="14"/>
                  </a:moveTo>
                  <a:cubicBezTo>
                    <a:pt x="3546" y="14"/>
                    <a:pt x="4113" y="472"/>
                    <a:pt x="4282" y="1093"/>
                  </a:cubicBezTo>
                  <a:lnTo>
                    <a:pt x="4286" y="1096"/>
                  </a:lnTo>
                  <a:lnTo>
                    <a:pt x="4292" y="1096"/>
                  </a:lnTo>
                  <a:cubicBezTo>
                    <a:pt x="4411" y="1052"/>
                    <a:pt x="4541" y="1025"/>
                    <a:pt x="4672" y="1025"/>
                  </a:cubicBezTo>
                  <a:cubicBezTo>
                    <a:pt x="4964" y="1025"/>
                    <a:pt x="5229" y="1144"/>
                    <a:pt x="5419" y="1334"/>
                  </a:cubicBezTo>
                  <a:cubicBezTo>
                    <a:pt x="5609" y="1524"/>
                    <a:pt x="5728" y="1788"/>
                    <a:pt x="5728" y="2081"/>
                  </a:cubicBezTo>
                  <a:cubicBezTo>
                    <a:pt x="5728" y="2372"/>
                    <a:pt x="5609" y="2634"/>
                    <a:pt x="5419" y="2827"/>
                  </a:cubicBezTo>
                  <a:cubicBezTo>
                    <a:pt x="5229" y="3017"/>
                    <a:pt x="4964" y="3136"/>
                    <a:pt x="4672" y="3136"/>
                  </a:cubicBezTo>
                  <a:cubicBezTo>
                    <a:pt x="4296" y="3136"/>
                    <a:pt x="3963" y="2936"/>
                    <a:pt x="3777" y="2637"/>
                  </a:cubicBezTo>
                  <a:cubicBezTo>
                    <a:pt x="3777" y="2634"/>
                    <a:pt x="3773" y="2634"/>
                    <a:pt x="3773" y="2634"/>
                  </a:cubicBezTo>
                  <a:lnTo>
                    <a:pt x="3767" y="2634"/>
                  </a:lnTo>
                  <a:cubicBezTo>
                    <a:pt x="3519" y="2827"/>
                    <a:pt x="3210" y="2942"/>
                    <a:pt x="2871" y="2942"/>
                  </a:cubicBezTo>
                  <a:cubicBezTo>
                    <a:pt x="2535" y="2942"/>
                    <a:pt x="2223" y="2827"/>
                    <a:pt x="1975" y="2634"/>
                  </a:cubicBezTo>
                  <a:lnTo>
                    <a:pt x="1971" y="2634"/>
                  </a:lnTo>
                  <a:cubicBezTo>
                    <a:pt x="1968" y="2634"/>
                    <a:pt x="1968" y="2634"/>
                    <a:pt x="1965" y="2637"/>
                  </a:cubicBezTo>
                  <a:cubicBezTo>
                    <a:pt x="1778" y="2936"/>
                    <a:pt x="1449" y="3136"/>
                    <a:pt x="1069" y="3136"/>
                  </a:cubicBezTo>
                  <a:cubicBezTo>
                    <a:pt x="778" y="3136"/>
                    <a:pt x="516" y="3017"/>
                    <a:pt x="322" y="2827"/>
                  </a:cubicBezTo>
                  <a:cubicBezTo>
                    <a:pt x="133" y="2634"/>
                    <a:pt x="14" y="2372"/>
                    <a:pt x="14" y="2081"/>
                  </a:cubicBezTo>
                  <a:cubicBezTo>
                    <a:pt x="14" y="1788"/>
                    <a:pt x="133" y="1524"/>
                    <a:pt x="322" y="1334"/>
                  </a:cubicBezTo>
                  <a:cubicBezTo>
                    <a:pt x="516" y="1144"/>
                    <a:pt x="778" y="1025"/>
                    <a:pt x="1069" y="1025"/>
                  </a:cubicBezTo>
                  <a:cubicBezTo>
                    <a:pt x="1205" y="1025"/>
                    <a:pt x="1334" y="1052"/>
                    <a:pt x="1453" y="1096"/>
                  </a:cubicBezTo>
                  <a:lnTo>
                    <a:pt x="1456" y="1096"/>
                  </a:lnTo>
                  <a:cubicBezTo>
                    <a:pt x="1459" y="1096"/>
                    <a:pt x="1459" y="1093"/>
                    <a:pt x="1459" y="1093"/>
                  </a:cubicBezTo>
                  <a:cubicBezTo>
                    <a:pt x="1629" y="472"/>
                    <a:pt x="2195" y="14"/>
                    <a:pt x="2871" y="14"/>
                  </a:cubicBezTo>
                  <a:close/>
                  <a:moveTo>
                    <a:pt x="2871" y="1"/>
                  </a:moveTo>
                  <a:cubicBezTo>
                    <a:pt x="2195" y="1"/>
                    <a:pt x="1624" y="457"/>
                    <a:pt x="1449" y="1080"/>
                  </a:cubicBezTo>
                  <a:lnTo>
                    <a:pt x="1449" y="1080"/>
                  </a:lnTo>
                  <a:cubicBezTo>
                    <a:pt x="1332" y="1038"/>
                    <a:pt x="1202" y="1011"/>
                    <a:pt x="1069" y="1011"/>
                  </a:cubicBezTo>
                  <a:cubicBezTo>
                    <a:pt x="479" y="1011"/>
                    <a:pt x="1" y="1490"/>
                    <a:pt x="1" y="2081"/>
                  </a:cubicBezTo>
                  <a:cubicBezTo>
                    <a:pt x="1" y="2671"/>
                    <a:pt x="479" y="3149"/>
                    <a:pt x="1069" y="3149"/>
                  </a:cubicBezTo>
                  <a:cubicBezTo>
                    <a:pt x="1450" y="3149"/>
                    <a:pt x="1784" y="2948"/>
                    <a:pt x="1975" y="2649"/>
                  </a:cubicBezTo>
                  <a:lnTo>
                    <a:pt x="1975" y="2649"/>
                  </a:lnTo>
                  <a:cubicBezTo>
                    <a:pt x="2222" y="2843"/>
                    <a:pt x="2535" y="2956"/>
                    <a:pt x="2871" y="2956"/>
                  </a:cubicBezTo>
                  <a:cubicBezTo>
                    <a:pt x="3210" y="2956"/>
                    <a:pt x="3520" y="2842"/>
                    <a:pt x="3770" y="2648"/>
                  </a:cubicBezTo>
                  <a:lnTo>
                    <a:pt x="3770" y="2648"/>
                  </a:lnTo>
                  <a:cubicBezTo>
                    <a:pt x="3957" y="2948"/>
                    <a:pt x="4291" y="3149"/>
                    <a:pt x="4672" y="3149"/>
                  </a:cubicBezTo>
                  <a:cubicBezTo>
                    <a:pt x="5263" y="3149"/>
                    <a:pt x="5742" y="2671"/>
                    <a:pt x="5742" y="2081"/>
                  </a:cubicBezTo>
                  <a:cubicBezTo>
                    <a:pt x="5742" y="1490"/>
                    <a:pt x="5263" y="1011"/>
                    <a:pt x="4672" y="1011"/>
                  </a:cubicBezTo>
                  <a:cubicBezTo>
                    <a:pt x="4539" y="1011"/>
                    <a:pt x="4413" y="1038"/>
                    <a:pt x="4294" y="1080"/>
                  </a:cubicBezTo>
                  <a:lnTo>
                    <a:pt x="4294" y="1080"/>
                  </a:lnTo>
                  <a:cubicBezTo>
                    <a:pt x="4120" y="457"/>
                    <a:pt x="3549" y="1"/>
                    <a:pt x="2871" y="1"/>
                  </a:cubicBezTo>
                  <a:close/>
                </a:path>
              </a:pathLst>
            </a:custGeom>
            <a:solidFill>
              <a:srgbClr val="1919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612;p44">
              <a:extLst>
                <a:ext uri="{FF2B5EF4-FFF2-40B4-BE49-F238E27FC236}">
                  <a16:creationId xmlns:a16="http://schemas.microsoft.com/office/drawing/2014/main" id="{3066049E-92B0-6EF8-5D4A-8368CA51689A}"/>
                </a:ext>
              </a:extLst>
            </p:cNvPr>
            <p:cNvSpPr/>
            <p:nvPr/>
          </p:nvSpPr>
          <p:spPr>
            <a:xfrm>
              <a:off x="3984229" y="1659047"/>
              <a:ext cx="359710" cy="196945"/>
            </a:xfrm>
            <a:custGeom>
              <a:avLst/>
              <a:gdLst/>
              <a:ahLst/>
              <a:cxnLst/>
              <a:rect l="l" t="t" r="r" b="b"/>
              <a:pathLst>
                <a:path w="5704" h="3123" extrusionOk="0">
                  <a:moveTo>
                    <a:pt x="2847" y="1"/>
                  </a:moveTo>
                  <a:cubicBezTo>
                    <a:pt x="2206" y="1"/>
                    <a:pt x="1659" y="415"/>
                    <a:pt x="1463" y="992"/>
                  </a:cubicBezTo>
                  <a:lnTo>
                    <a:pt x="1466" y="992"/>
                  </a:lnTo>
                  <a:cubicBezTo>
                    <a:pt x="1618" y="544"/>
                    <a:pt x="2144" y="82"/>
                    <a:pt x="2741" y="82"/>
                  </a:cubicBezTo>
                  <a:cubicBezTo>
                    <a:pt x="2779" y="82"/>
                    <a:pt x="2813" y="86"/>
                    <a:pt x="2847" y="90"/>
                  </a:cubicBezTo>
                  <a:cubicBezTo>
                    <a:pt x="3499" y="147"/>
                    <a:pt x="3845" y="887"/>
                    <a:pt x="4008" y="1362"/>
                  </a:cubicBezTo>
                  <a:cubicBezTo>
                    <a:pt x="4044" y="1348"/>
                    <a:pt x="4102" y="1341"/>
                    <a:pt x="4166" y="1341"/>
                  </a:cubicBezTo>
                  <a:cubicBezTo>
                    <a:pt x="4285" y="1341"/>
                    <a:pt x="4438" y="1368"/>
                    <a:pt x="4567" y="1429"/>
                  </a:cubicBezTo>
                  <a:cubicBezTo>
                    <a:pt x="4842" y="1559"/>
                    <a:pt x="4899" y="1861"/>
                    <a:pt x="4838" y="2047"/>
                  </a:cubicBezTo>
                  <a:cubicBezTo>
                    <a:pt x="4733" y="2362"/>
                    <a:pt x="4537" y="2498"/>
                    <a:pt x="4221" y="2498"/>
                  </a:cubicBezTo>
                  <a:lnTo>
                    <a:pt x="4160" y="2498"/>
                  </a:lnTo>
                  <a:cubicBezTo>
                    <a:pt x="3970" y="2488"/>
                    <a:pt x="3814" y="2318"/>
                    <a:pt x="3671" y="2173"/>
                  </a:cubicBezTo>
                  <a:cubicBezTo>
                    <a:pt x="3438" y="2322"/>
                    <a:pt x="3139" y="2410"/>
                    <a:pt x="2816" y="2410"/>
                  </a:cubicBezTo>
                  <a:cubicBezTo>
                    <a:pt x="2494" y="2410"/>
                    <a:pt x="2121" y="2379"/>
                    <a:pt x="1886" y="2234"/>
                  </a:cubicBezTo>
                  <a:cubicBezTo>
                    <a:pt x="1707" y="2464"/>
                    <a:pt x="1351" y="2777"/>
                    <a:pt x="987" y="2777"/>
                  </a:cubicBezTo>
                  <a:cubicBezTo>
                    <a:pt x="489" y="2777"/>
                    <a:pt x="82" y="2569"/>
                    <a:pt x="0" y="2207"/>
                  </a:cubicBezTo>
                  <a:lnTo>
                    <a:pt x="0" y="2207"/>
                  </a:lnTo>
                  <a:cubicBezTo>
                    <a:pt x="31" y="2441"/>
                    <a:pt x="140" y="2655"/>
                    <a:pt x="298" y="2814"/>
                  </a:cubicBezTo>
                  <a:cubicBezTo>
                    <a:pt x="492" y="3004"/>
                    <a:pt x="754" y="3123"/>
                    <a:pt x="1045" y="3123"/>
                  </a:cubicBezTo>
                  <a:cubicBezTo>
                    <a:pt x="1425" y="3123"/>
                    <a:pt x="1754" y="2923"/>
                    <a:pt x="1941" y="2624"/>
                  </a:cubicBezTo>
                  <a:cubicBezTo>
                    <a:pt x="1944" y="2621"/>
                    <a:pt x="1944" y="2621"/>
                    <a:pt x="1947" y="2621"/>
                  </a:cubicBezTo>
                  <a:lnTo>
                    <a:pt x="1951" y="2621"/>
                  </a:lnTo>
                  <a:cubicBezTo>
                    <a:pt x="2199" y="2814"/>
                    <a:pt x="2511" y="2929"/>
                    <a:pt x="2847" y="2929"/>
                  </a:cubicBezTo>
                  <a:cubicBezTo>
                    <a:pt x="3186" y="2929"/>
                    <a:pt x="3495" y="2814"/>
                    <a:pt x="3743" y="2621"/>
                  </a:cubicBezTo>
                  <a:lnTo>
                    <a:pt x="3749" y="2621"/>
                  </a:lnTo>
                  <a:cubicBezTo>
                    <a:pt x="3749" y="2621"/>
                    <a:pt x="3753" y="2621"/>
                    <a:pt x="3753" y="2624"/>
                  </a:cubicBezTo>
                  <a:cubicBezTo>
                    <a:pt x="3939" y="2923"/>
                    <a:pt x="4272" y="3123"/>
                    <a:pt x="4648" y="3123"/>
                  </a:cubicBezTo>
                  <a:cubicBezTo>
                    <a:pt x="4940" y="3123"/>
                    <a:pt x="5205" y="3004"/>
                    <a:pt x="5395" y="2814"/>
                  </a:cubicBezTo>
                  <a:cubicBezTo>
                    <a:pt x="5585" y="2621"/>
                    <a:pt x="5704" y="2359"/>
                    <a:pt x="5704" y="2068"/>
                  </a:cubicBezTo>
                  <a:cubicBezTo>
                    <a:pt x="5704" y="1775"/>
                    <a:pt x="5585" y="1511"/>
                    <a:pt x="5395" y="1321"/>
                  </a:cubicBezTo>
                  <a:cubicBezTo>
                    <a:pt x="5205" y="1131"/>
                    <a:pt x="4940" y="1012"/>
                    <a:pt x="4648" y="1012"/>
                  </a:cubicBezTo>
                  <a:cubicBezTo>
                    <a:pt x="4517" y="1012"/>
                    <a:pt x="4387" y="1039"/>
                    <a:pt x="4268" y="1083"/>
                  </a:cubicBezTo>
                  <a:lnTo>
                    <a:pt x="4262" y="1083"/>
                  </a:lnTo>
                  <a:lnTo>
                    <a:pt x="4258" y="1080"/>
                  </a:lnTo>
                  <a:cubicBezTo>
                    <a:pt x="4089" y="459"/>
                    <a:pt x="3522" y="1"/>
                    <a:pt x="284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13;p44">
              <a:extLst>
                <a:ext uri="{FF2B5EF4-FFF2-40B4-BE49-F238E27FC236}">
                  <a16:creationId xmlns:a16="http://schemas.microsoft.com/office/drawing/2014/main" id="{5B6D7A81-AD1C-91B4-AC1A-D13677C8D2B5}"/>
                </a:ext>
              </a:extLst>
            </p:cNvPr>
            <p:cNvSpPr/>
            <p:nvPr/>
          </p:nvSpPr>
          <p:spPr>
            <a:xfrm>
              <a:off x="3983346" y="1658669"/>
              <a:ext cx="361034" cy="197765"/>
            </a:xfrm>
            <a:custGeom>
              <a:avLst/>
              <a:gdLst/>
              <a:ahLst/>
              <a:cxnLst/>
              <a:rect l="l" t="t" r="r" b="b"/>
              <a:pathLst>
                <a:path w="5725" h="3136" extrusionOk="0">
                  <a:moveTo>
                    <a:pt x="2861" y="0"/>
                  </a:moveTo>
                  <a:cubicBezTo>
                    <a:pt x="2216" y="0"/>
                    <a:pt x="1667" y="417"/>
                    <a:pt x="1470" y="998"/>
                  </a:cubicBezTo>
                  <a:lnTo>
                    <a:pt x="1477" y="998"/>
                  </a:lnTo>
                  <a:cubicBezTo>
                    <a:pt x="1673" y="421"/>
                    <a:pt x="2220" y="7"/>
                    <a:pt x="2861" y="7"/>
                  </a:cubicBezTo>
                  <a:cubicBezTo>
                    <a:pt x="3536" y="7"/>
                    <a:pt x="4103" y="465"/>
                    <a:pt x="4272" y="1086"/>
                  </a:cubicBezTo>
                  <a:lnTo>
                    <a:pt x="4276" y="1089"/>
                  </a:lnTo>
                  <a:lnTo>
                    <a:pt x="4282" y="1089"/>
                  </a:lnTo>
                  <a:cubicBezTo>
                    <a:pt x="4401" y="1045"/>
                    <a:pt x="4531" y="1018"/>
                    <a:pt x="4662" y="1018"/>
                  </a:cubicBezTo>
                  <a:cubicBezTo>
                    <a:pt x="4954" y="1018"/>
                    <a:pt x="5219" y="1137"/>
                    <a:pt x="5409" y="1327"/>
                  </a:cubicBezTo>
                  <a:cubicBezTo>
                    <a:pt x="5599" y="1517"/>
                    <a:pt x="5718" y="1781"/>
                    <a:pt x="5718" y="2074"/>
                  </a:cubicBezTo>
                  <a:cubicBezTo>
                    <a:pt x="5718" y="2365"/>
                    <a:pt x="5599" y="2627"/>
                    <a:pt x="5409" y="2820"/>
                  </a:cubicBezTo>
                  <a:cubicBezTo>
                    <a:pt x="5219" y="3010"/>
                    <a:pt x="4954" y="3129"/>
                    <a:pt x="4662" y="3129"/>
                  </a:cubicBezTo>
                  <a:cubicBezTo>
                    <a:pt x="4286" y="3129"/>
                    <a:pt x="3953" y="2929"/>
                    <a:pt x="3767" y="2630"/>
                  </a:cubicBezTo>
                  <a:cubicBezTo>
                    <a:pt x="3767" y="2627"/>
                    <a:pt x="3763" y="2627"/>
                    <a:pt x="3763" y="2627"/>
                  </a:cubicBezTo>
                  <a:lnTo>
                    <a:pt x="3757" y="2627"/>
                  </a:lnTo>
                  <a:cubicBezTo>
                    <a:pt x="3509" y="2820"/>
                    <a:pt x="3200" y="2935"/>
                    <a:pt x="2861" y="2935"/>
                  </a:cubicBezTo>
                  <a:cubicBezTo>
                    <a:pt x="2525" y="2935"/>
                    <a:pt x="2213" y="2820"/>
                    <a:pt x="1965" y="2627"/>
                  </a:cubicBezTo>
                  <a:lnTo>
                    <a:pt x="1961" y="2627"/>
                  </a:lnTo>
                  <a:cubicBezTo>
                    <a:pt x="1958" y="2627"/>
                    <a:pt x="1958" y="2627"/>
                    <a:pt x="1955" y="2630"/>
                  </a:cubicBezTo>
                  <a:cubicBezTo>
                    <a:pt x="1768" y="2929"/>
                    <a:pt x="1439" y="3129"/>
                    <a:pt x="1059" y="3129"/>
                  </a:cubicBezTo>
                  <a:cubicBezTo>
                    <a:pt x="768" y="3129"/>
                    <a:pt x="506" y="3010"/>
                    <a:pt x="312" y="2820"/>
                  </a:cubicBezTo>
                  <a:cubicBezTo>
                    <a:pt x="154" y="2661"/>
                    <a:pt x="45" y="2447"/>
                    <a:pt x="14" y="2213"/>
                  </a:cubicBezTo>
                  <a:cubicBezTo>
                    <a:pt x="4" y="2168"/>
                    <a:pt x="1" y="2121"/>
                    <a:pt x="1" y="2074"/>
                  </a:cubicBezTo>
                  <a:lnTo>
                    <a:pt x="1" y="2074"/>
                  </a:lnTo>
                  <a:cubicBezTo>
                    <a:pt x="1" y="2661"/>
                    <a:pt x="476" y="3135"/>
                    <a:pt x="1059" y="3135"/>
                  </a:cubicBezTo>
                  <a:cubicBezTo>
                    <a:pt x="1443" y="3135"/>
                    <a:pt x="1775" y="2935"/>
                    <a:pt x="1961" y="2633"/>
                  </a:cubicBezTo>
                  <a:cubicBezTo>
                    <a:pt x="2210" y="2827"/>
                    <a:pt x="2522" y="2942"/>
                    <a:pt x="2861" y="2942"/>
                  </a:cubicBezTo>
                  <a:cubicBezTo>
                    <a:pt x="3200" y="2942"/>
                    <a:pt x="3513" y="2827"/>
                    <a:pt x="3763" y="2633"/>
                  </a:cubicBezTo>
                  <a:cubicBezTo>
                    <a:pt x="3950" y="2935"/>
                    <a:pt x="4282" y="3135"/>
                    <a:pt x="4662" y="3135"/>
                  </a:cubicBezTo>
                  <a:cubicBezTo>
                    <a:pt x="5250" y="3135"/>
                    <a:pt x="5724" y="2661"/>
                    <a:pt x="5724" y="2074"/>
                  </a:cubicBezTo>
                  <a:cubicBezTo>
                    <a:pt x="5724" y="1487"/>
                    <a:pt x="5250" y="1012"/>
                    <a:pt x="4662" y="1012"/>
                  </a:cubicBezTo>
                  <a:cubicBezTo>
                    <a:pt x="4526" y="1012"/>
                    <a:pt x="4398" y="1039"/>
                    <a:pt x="4279" y="1083"/>
                  </a:cubicBezTo>
                  <a:cubicBezTo>
                    <a:pt x="4110" y="458"/>
                    <a:pt x="3540" y="0"/>
                    <a:pt x="2861" y="0"/>
                  </a:cubicBez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614;p44">
              <a:extLst>
                <a:ext uri="{FF2B5EF4-FFF2-40B4-BE49-F238E27FC236}">
                  <a16:creationId xmlns:a16="http://schemas.microsoft.com/office/drawing/2014/main" id="{B5BB352B-1A68-D2F4-1736-003FF802833B}"/>
                </a:ext>
              </a:extLst>
            </p:cNvPr>
            <p:cNvSpPr/>
            <p:nvPr/>
          </p:nvSpPr>
          <p:spPr>
            <a:xfrm>
              <a:off x="3989148" y="1624237"/>
              <a:ext cx="54802" cy="60603"/>
            </a:xfrm>
            <a:custGeom>
              <a:avLst/>
              <a:gdLst/>
              <a:ahLst/>
              <a:cxnLst/>
              <a:rect l="l" t="t" r="r" b="b"/>
              <a:pathLst>
                <a:path w="869" h="961" extrusionOk="0">
                  <a:moveTo>
                    <a:pt x="435" y="0"/>
                  </a:moveTo>
                  <a:cubicBezTo>
                    <a:pt x="421" y="0"/>
                    <a:pt x="404" y="11"/>
                    <a:pt x="397" y="31"/>
                  </a:cubicBezTo>
                  <a:lnTo>
                    <a:pt x="299" y="302"/>
                  </a:lnTo>
                  <a:cubicBezTo>
                    <a:pt x="295" y="312"/>
                    <a:pt x="289" y="322"/>
                    <a:pt x="278" y="329"/>
                  </a:cubicBezTo>
                  <a:lnTo>
                    <a:pt x="34" y="438"/>
                  </a:lnTo>
                  <a:cubicBezTo>
                    <a:pt x="1" y="454"/>
                    <a:pt x="1" y="509"/>
                    <a:pt x="34" y="523"/>
                  </a:cubicBezTo>
                  <a:lnTo>
                    <a:pt x="278" y="631"/>
                  </a:lnTo>
                  <a:cubicBezTo>
                    <a:pt x="289" y="638"/>
                    <a:pt x="295" y="648"/>
                    <a:pt x="299" y="658"/>
                  </a:cubicBezTo>
                  <a:lnTo>
                    <a:pt x="397" y="933"/>
                  </a:lnTo>
                  <a:cubicBezTo>
                    <a:pt x="404" y="950"/>
                    <a:pt x="421" y="960"/>
                    <a:pt x="435" y="960"/>
                  </a:cubicBezTo>
                  <a:cubicBezTo>
                    <a:pt x="452" y="960"/>
                    <a:pt x="465" y="950"/>
                    <a:pt x="475" y="933"/>
                  </a:cubicBezTo>
                  <a:lnTo>
                    <a:pt x="571" y="658"/>
                  </a:lnTo>
                  <a:cubicBezTo>
                    <a:pt x="574" y="648"/>
                    <a:pt x="584" y="638"/>
                    <a:pt x="594" y="631"/>
                  </a:cubicBezTo>
                  <a:lnTo>
                    <a:pt x="835" y="523"/>
                  </a:lnTo>
                  <a:cubicBezTo>
                    <a:pt x="869" y="509"/>
                    <a:pt x="869" y="454"/>
                    <a:pt x="835" y="438"/>
                  </a:cubicBezTo>
                  <a:lnTo>
                    <a:pt x="594" y="329"/>
                  </a:lnTo>
                  <a:cubicBezTo>
                    <a:pt x="584" y="322"/>
                    <a:pt x="574" y="312"/>
                    <a:pt x="571" y="302"/>
                  </a:cubicBezTo>
                  <a:lnTo>
                    <a:pt x="475" y="31"/>
                  </a:lnTo>
                  <a:cubicBezTo>
                    <a:pt x="469" y="11"/>
                    <a:pt x="452" y="0"/>
                    <a:pt x="4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615;p44">
              <a:extLst>
                <a:ext uri="{FF2B5EF4-FFF2-40B4-BE49-F238E27FC236}">
                  <a16:creationId xmlns:a16="http://schemas.microsoft.com/office/drawing/2014/main" id="{3D26EE52-3E73-1412-C2E8-0DB8F4844766}"/>
                </a:ext>
              </a:extLst>
            </p:cNvPr>
            <p:cNvSpPr/>
            <p:nvPr/>
          </p:nvSpPr>
          <p:spPr>
            <a:xfrm>
              <a:off x="4300231" y="1653750"/>
              <a:ext cx="40928" cy="45153"/>
            </a:xfrm>
            <a:custGeom>
              <a:avLst/>
              <a:gdLst/>
              <a:ahLst/>
              <a:cxnLst/>
              <a:rect l="l" t="t" r="r" b="b"/>
              <a:pathLst>
                <a:path w="649" h="716" extrusionOk="0">
                  <a:moveTo>
                    <a:pt x="326" y="0"/>
                  </a:moveTo>
                  <a:cubicBezTo>
                    <a:pt x="312" y="0"/>
                    <a:pt x="303" y="7"/>
                    <a:pt x="295" y="24"/>
                  </a:cubicBezTo>
                  <a:lnTo>
                    <a:pt x="225" y="224"/>
                  </a:lnTo>
                  <a:cubicBezTo>
                    <a:pt x="221" y="235"/>
                    <a:pt x="214" y="241"/>
                    <a:pt x="207" y="245"/>
                  </a:cubicBezTo>
                  <a:lnTo>
                    <a:pt x="27" y="326"/>
                  </a:lnTo>
                  <a:cubicBezTo>
                    <a:pt x="1" y="340"/>
                    <a:pt x="1" y="377"/>
                    <a:pt x="27" y="390"/>
                  </a:cubicBezTo>
                  <a:lnTo>
                    <a:pt x="207" y="472"/>
                  </a:lnTo>
                  <a:cubicBezTo>
                    <a:pt x="214" y="475"/>
                    <a:pt x="221" y="482"/>
                    <a:pt x="225" y="489"/>
                  </a:cubicBezTo>
                  <a:lnTo>
                    <a:pt x="295" y="692"/>
                  </a:lnTo>
                  <a:cubicBezTo>
                    <a:pt x="303" y="706"/>
                    <a:pt x="312" y="716"/>
                    <a:pt x="326" y="716"/>
                  </a:cubicBezTo>
                  <a:cubicBezTo>
                    <a:pt x="336" y="716"/>
                    <a:pt x="347" y="706"/>
                    <a:pt x="353" y="692"/>
                  </a:cubicBezTo>
                  <a:lnTo>
                    <a:pt x="425" y="489"/>
                  </a:lnTo>
                  <a:cubicBezTo>
                    <a:pt x="428" y="482"/>
                    <a:pt x="435" y="475"/>
                    <a:pt x="442" y="472"/>
                  </a:cubicBezTo>
                  <a:lnTo>
                    <a:pt x="621" y="390"/>
                  </a:lnTo>
                  <a:cubicBezTo>
                    <a:pt x="649" y="377"/>
                    <a:pt x="649" y="340"/>
                    <a:pt x="621" y="326"/>
                  </a:cubicBezTo>
                  <a:lnTo>
                    <a:pt x="442" y="245"/>
                  </a:lnTo>
                  <a:cubicBezTo>
                    <a:pt x="435" y="241"/>
                    <a:pt x="428" y="235"/>
                    <a:pt x="425" y="224"/>
                  </a:cubicBezTo>
                  <a:lnTo>
                    <a:pt x="353" y="24"/>
                  </a:lnTo>
                  <a:cubicBezTo>
                    <a:pt x="347" y="7"/>
                    <a:pt x="336" y="0"/>
                    <a:pt x="3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616;p44">
              <a:extLst>
                <a:ext uri="{FF2B5EF4-FFF2-40B4-BE49-F238E27FC236}">
                  <a16:creationId xmlns:a16="http://schemas.microsoft.com/office/drawing/2014/main" id="{AA291985-24A8-0F01-2807-C1C63588E491}"/>
                </a:ext>
              </a:extLst>
            </p:cNvPr>
            <p:cNvSpPr/>
            <p:nvPr/>
          </p:nvSpPr>
          <p:spPr>
            <a:xfrm>
              <a:off x="4260060" y="1642840"/>
              <a:ext cx="22261" cy="21441"/>
            </a:xfrm>
            <a:custGeom>
              <a:avLst/>
              <a:gdLst/>
              <a:ahLst/>
              <a:cxnLst/>
              <a:rect l="l" t="t" r="r" b="b"/>
              <a:pathLst>
                <a:path w="353" h="340" extrusionOk="0">
                  <a:moveTo>
                    <a:pt x="176" y="1"/>
                  </a:moveTo>
                  <a:cubicBezTo>
                    <a:pt x="91" y="1"/>
                    <a:pt x="16" y="68"/>
                    <a:pt x="7" y="156"/>
                  </a:cubicBezTo>
                  <a:cubicBezTo>
                    <a:pt x="0" y="248"/>
                    <a:pt x="71" y="330"/>
                    <a:pt x="163" y="336"/>
                  </a:cubicBezTo>
                  <a:cubicBezTo>
                    <a:pt x="166" y="339"/>
                    <a:pt x="173" y="339"/>
                    <a:pt x="176" y="339"/>
                  </a:cubicBezTo>
                  <a:cubicBezTo>
                    <a:pt x="265" y="339"/>
                    <a:pt x="336" y="272"/>
                    <a:pt x="342" y="184"/>
                  </a:cubicBezTo>
                  <a:cubicBezTo>
                    <a:pt x="353" y="92"/>
                    <a:pt x="281" y="10"/>
                    <a:pt x="190" y="4"/>
                  </a:cubicBezTo>
                  <a:cubicBezTo>
                    <a:pt x="186" y="1"/>
                    <a:pt x="179" y="1"/>
                    <a:pt x="1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617;p44">
              <a:extLst>
                <a:ext uri="{FF2B5EF4-FFF2-40B4-BE49-F238E27FC236}">
                  <a16:creationId xmlns:a16="http://schemas.microsoft.com/office/drawing/2014/main" id="{6811CC76-2BA7-076F-6AA1-0F949A57BCB1}"/>
                </a:ext>
              </a:extLst>
            </p:cNvPr>
            <p:cNvSpPr/>
            <p:nvPr/>
          </p:nvSpPr>
          <p:spPr>
            <a:xfrm>
              <a:off x="3966446" y="1651354"/>
              <a:ext cx="384998" cy="353971"/>
            </a:xfrm>
            <a:custGeom>
              <a:avLst/>
              <a:gdLst/>
              <a:ahLst/>
              <a:cxnLst/>
              <a:rect l="l" t="t" r="r" b="b"/>
              <a:pathLst>
                <a:path w="6105" h="5613" extrusionOk="0">
                  <a:moveTo>
                    <a:pt x="3129" y="235"/>
                  </a:moveTo>
                  <a:cubicBezTo>
                    <a:pt x="3736" y="235"/>
                    <a:pt x="4272" y="646"/>
                    <a:pt x="4432" y="1230"/>
                  </a:cubicBezTo>
                  <a:lnTo>
                    <a:pt x="4469" y="1358"/>
                  </a:lnTo>
                  <a:lnTo>
                    <a:pt x="4591" y="1311"/>
                  </a:lnTo>
                  <a:cubicBezTo>
                    <a:pt x="4700" y="1266"/>
                    <a:pt x="4815" y="1246"/>
                    <a:pt x="4930" y="1246"/>
                  </a:cubicBezTo>
                  <a:cubicBezTo>
                    <a:pt x="5450" y="1246"/>
                    <a:pt x="5873" y="1670"/>
                    <a:pt x="5873" y="2190"/>
                  </a:cubicBezTo>
                  <a:cubicBezTo>
                    <a:pt x="5873" y="2708"/>
                    <a:pt x="5450" y="3133"/>
                    <a:pt x="4930" y="3133"/>
                  </a:cubicBezTo>
                  <a:cubicBezTo>
                    <a:pt x="4605" y="3133"/>
                    <a:pt x="4303" y="2966"/>
                    <a:pt x="4130" y="2688"/>
                  </a:cubicBezTo>
                  <a:lnTo>
                    <a:pt x="4062" y="2576"/>
                  </a:lnTo>
                  <a:lnTo>
                    <a:pt x="3957" y="2655"/>
                  </a:lnTo>
                  <a:cubicBezTo>
                    <a:pt x="3720" y="2841"/>
                    <a:pt x="3430" y="2940"/>
                    <a:pt x="3129" y="2940"/>
                  </a:cubicBezTo>
                  <a:cubicBezTo>
                    <a:pt x="2827" y="2940"/>
                    <a:pt x="2542" y="2841"/>
                    <a:pt x="2304" y="2655"/>
                  </a:cubicBezTo>
                  <a:lnTo>
                    <a:pt x="2199" y="2576"/>
                  </a:lnTo>
                  <a:lnTo>
                    <a:pt x="2128" y="2688"/>
                  </a:lnTo>
                  <a:cubicBezTo>
                    <a:pt x="1955" y="2966"/>
                    <a:pt x="1656" y="3133"/>
                    <a:pt x="1327" y="3133"/>
                  </a:cubicBezTo>
                  <a:cubicBezTo>
                    <a:pt x="808" y="3133"/>
                    <a:pt x="384" y="2708"/>
                    <a:pt x="384" y="2190"/>
                  </a:cubicBezTo>
                  <a:cubicBezTo>
                    <a:pt x="384" y="1670"/>
                    <a:pt x="808" y="1246"/>
                    <a:pt x="1327" y="1246"/>
                  </a:cubicBezTo>
                  <a:cubicBezTo>
                    <a:pt x="1446" y="1246"/>
                    <a:pt x="1562" y="1266"/>
                    <a:pt x="1670" y="1311"/>
                  </a:cubicBezTo>
                  <a:lnTo>
                    <a:pt x="1792" y="1358"/>
                  </a:lnTo>
                  <a:lnTo>
                    <a:pt x="1826" y="1230"/>
                  </a:lnTo>
                  <a:cubicBezTo>
                    <a:pt x="1985" y="646"/>
                    <a:pt x="2522" y="235"/>
                    <a:pt x="3129" y="235"/>
                  </a:cubicBezTo>
                  <a:close/>
                  <a:moveTo>
                    <a:pt x="2990" y="3167"/>
                  </a:moveTo>
                  <a:cubicBezTo>
                    <a:pt x="3037" y="3170"/>
                    <a:pt x="3084" y="3173"/>
                    <a:pt x="3132" y="3173"/>
                  </a:cubicBezTo>
                  <a:cubicBezTo>
                    <a:pt x="3170" y="3173"/>
                    <a:pt x="3203" y="3173"/>
                    <a:pt x="3241" y="3170"/>
                  </a:cubicBezTo>
                  <a:lnTo>
                    <a:pt x="3241" y="3444"/>
                  </a:lnTo>
                  <a:cubicBezTo>
                    <a:pt x="3241" y="3502"/>
                    <a:pt x="3200" y="3557"/>
                    <a:pt x="3145" y="3571"/>
                  </a:cubicBezTo>
                  <a:cubicBezTo>
                    <a:pt x="3136" y="3571"/>
                    <a:pt x="3125" y="3574"/>
                    <a:pt x="3115" y="3574"/>
                  </a:cubicBezTo>
                  <a:cubicBezTo>
                    <a:pt x="3044" y="3574"/>
                    <a:pt x="2990" y="3516"/>
                    <a:pt x="2990" y="3449"/>
                  </a:cubicBezTo>
                  <a:close/>
                  <a:moveTo>
                    <a:pt x="4001" y="2912"/>
                  </a:moveTo>
                  <a:cubicBezTo>
                    <a:pt x="4093" y="3031"/>
                    <a:pt x="4204" y="3129"/>
                    <a:pt x="4330" y="3204"/>
                  </a:cubicBezTo>
                  <a:lnTo>
                    <a:pt x="3899" y="3808"/>
                  </a:lnTo>
                  <a:cubicBezTo>
                    <a:pt x="3831" y="3906"/>
                    <a:pt x="3794" y="4019"/>
                    <a:pt x="3794" y="4141"/>
                  </a:cubicBezTo>
                  <a:lnTo>
                    <a:pt x="3794" y="5036"/>
                  </a:lnTo>
                  <a:cubicBezTo>
                    <a:pt x="3794" y="5223"/>
                    <a:pt x="3641" y="5372"/>
                    <a:pt x="3458" y="5372"/>
                  </a:cubicBezTo>
                  <a:lnTo>
                    <a:pt x="2773" y="5372"/>
                  </a:lnTo>
                  <a:cubicBezTo>
                    <a:pt x="2586" y="5372"/>
                    <a:pt x="2437" y="5223"/>
                    <a:pt x="2437" y="5036"/>
                  </a:cubicBezTo>
                  <a:lnTo>
                    <a:pt x="2437" y="4147"/>
                  </a:lnTo>
                  <a:cubicBezTo>
                    <a:pt x="2437" y="4022"/>
                    <a:pt x="2392" y="3900"/>
                    <a:pt x="2321" y="3801"/>
                  </a:cubicBezTo>
                  <a:lnTo>
                    <a:pt x="1894" y="3228"/>
                  </a:lnTo>
                  <a:cubicBezTo>
                    <a:pt x="2036" y="3153"/>
                    <a:pt x="2162" y="3045"/>
                    <a:pt x="2264" y="2912"/>
                  </a:cubicBezTo>
                  <a:cubicBezTo>
                    <a:pt x="2413" y="3014"/>
                    <a:pt x="2575" y="3085"/>
                    <a:pt x="2749" y="3129"/>
                  </a:cubicBezTo>
                  <a:lnTo>
                    <a:pt x="2749" y="3441"/>
                  </a:lnTo>
                  <a:cubicBezTo>
                    <a:pt x="2749" y="3621"/>
                    <a:pt x="2878" y="3778"/>
                    <a:pt x="3054" y="3804"/>
                  </a:cubicBezTo>
                  <a:cubicBezTo>
                    <a:pt x="3075" y="3808"/>
                    <a:pt x="3092" y="3808"/>
                    <a:pt x="3109" y="3808"/>
                  </a:cubicBezTo>
                  <a:cubicBezTo>
                    <a:pt x="3308" y="3808"/>
                    <a:pt x="3471" y="3645"/>
                    <a:pt x="3471" y="3444"/>
                  </a:cubicBezTo>
                  <a:lnTo>
                    <a:pt x="3471" y="3136"/>
                  </a:lnTo>
                  <a:cubicBezTo>
                    <a:pt x="3662" y="3095"/>
                    <a:pt x="3838" y="3021"/>
                    <a:pt x="4001" y="2912"/>
                  </a:cubicBezTo>
                  <a:close/>
                  <a:moveTo>
                    <a:pt x="3125" y="1"/>
                  </a:moveTo>
                  <a:cubicBezTo>
                    <a:pt x="2453" y="1"/>
                    <a:pt x="1856" y="428"/>
                    <a:pt x="1633" y="1053"/>
                  </a:cubicBezTo>
                  <a:cubicBezTo>
                    <a:pt x="1534" y="1026"/>
                    <a:pt x="1432" y="1012"/>
                    <a:pt x="1327" y="1012"/>
                  </a:cubicBezTo>
                  <a:cubicBezTo>
                    <a:pt x="585" y="1012"/>
                    <a:pt x="1" y="1701"/>
                    <a:pt x="181" y="2475"/>
                  </a:cubicBezTo>
                  <a:cubicBezTo>
                    <a:pt x="279" y="2888"/>
                    <a:pt x="598" y="3221"/>
                    <a:pt x="1008" y="3330"/>
                  </a:cubicBezTo>
                  <a:cubicBezTo>
                    <a:pt x="1117" y="3357"/>
                    <a:pt x="1222" y="3370"/>
                    <a:pt x="1327" y="3370"/>
                  </a:cubicBezTo>
                  <a:cubicBezTo>
                    <a:pt x="1440" y="3370"/>
                    <a:pt x="1551" y="3357"/>
                    <a:pt x="1656" y="3326"/>
                  </a:cubicBezTo>
                  <a:lnTo>
                    <a:pt x="2124" y="3947"/>
                  </a:lnTo>
                  <a:cubicBezTo>
                    <a:pt x="2168" y="4008"/>
                    <a:pt x="2193" y="4080"/>
                    <a:pt x="2193" y="4150"/>
                  </a:cubicBezTo>
                  <a:lnTo>
                    <a:pt x="2193" y="5040"/>
                  </a:lnTo>
                  <a:cubicBezTo>
                    <a:pt x="2193" y="5358"/>
                    <a:pt x="2450" y="5613"/>
                    <a:pt x="2766" y="5613"/>
                  </a:cubicBezTo>
                  <a:lnTo>
                    <a:pt x="3451" y="5613"/>
                  </a:lnTo>
                  <a:cubicBezTo>
                    <a:pt x="3770" y="5613"/>
                    <a:pt x="4028" y="5358"/>
                    <a:pt x="4028" y="5040"/>
                  </a:cubicBezTo>
                  <a:lnTo>
                    <a:pt x="4028" y="4144"/>
                  </a:lnTo>
                  <a:cubicBezTo>
                    <a:pt x="4028" y="4072"/>
                    <a:pt x="4049" y="4005"/>
                    <a:pt x="4089" y="3950"/>
                  </a:cubicBezTo>
                  <a:lnTo>
                    <a:pt x="4544" y="3309"/>
                  </a:lnTo>
                  <a:cubicBezTo>
                    <a:pt x="4666" y="3350"/>
                    <a:pt x="4794" y="3370"/>
                    <a:pt x="4927" y="3370"/>
                  </a:cubicBezTo>
                  <a:cubicBezTo>
                    <a:pt x="5575" y="3370"/>
                    <a:pt x="6105" y="2841"/>
                    <a:pt x="6105" y="2193"/>
                  </a:cubicBezTo>
                  <a:cubicBezTo>
                    <a:pt x="6105" y="1541"/>
                    <a:pt x="5575" y="1012"/>
                    <a:pt x="4927" y="1012"/>
                  </a:cubicBezTo>
                  <a:cubicBezTo>
                    <a:pt x="4822" y="1012"/>
                    <a:pt x="4720" y="1026"/>
                    <a:pt x="4622" y="1053"/>
                  </a:cubicBezTo>
                  <a:cubicBezTo>
                    <a:pt x="4398" y="428"/>
                    <a:pt x="3801" y="1"/>
                    <a:pt x="31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618;p44">
              <a:extLst>
                <a:ext uri="{FF2B5EF4-FFF2-40B4-BE49-F238E27FC236}">
                  <a16:creationId xmlns:a16="http://schemas.microsoft.com/office/drawing/2014/main" id="{A8D64322-9D50-2830-B137-A1BB2D3F6E0D}"/>
                </a:ext>
              </a:extLst>
            </p:cNvPr>
            <p:cNvSpPr/>
            <p:nvPr/>
          </p:nvSpPr>
          <p:spPr>
            <a:xfrm>
              <a:off x="4006679" y="1761775"/>
              <a:ext cx="23838" cy="56756"/>
            </a:xfrm>
            <a:custGeom>
              <a:avLst/>
              <a:gdLst/>
              <a:ahLst/>
              <a:cxnLst/>
              <a:rect l="l" t="t" r="r" b="b"/>
              <a:pathLst>
                <a:path w="378" h="900" extrusionOk="0">
                  <a:moveTo>
                    <a:pt x="241" y="1"/>
                  </a:moveTo>
                  <a:cubicBezTo>
                    <a:pt x="201" y="1"/>
                    <a:pt x="160" y="24"/>
                    <a:pt x="140" y="65"/>
                  </a:cubicBezTo>
                  <a:cubicBezTo>
                    <a:pt x="41" y="245"/>
                    <a:pt x="0" y="496"/>
                    <a:pt x="28" y="791"/>
                  </a:cubicBezTo>
                  <a:cubicBezTo>
                    <a:pt x="31" y="852"/>
                    <a:pt x="82" y="900"/>
                    <a:pt x="143" y="900"/>
                  </a:cubicBezTo>
                  <a:lnTo>
                    <a:pt x="153" y="900"/>
                  </a:lnTo>
                  <a:cubicBezTo>
                    <a:pt x="221" y="893"/>
                    <a:pt x="268" y="835"/>
                    <a:pt x="262" y="771"/>
                  </a:cubicBezTo>
                  <a:cubicBezTo>
                    <a:pt x="241" y="523"/>
                    <a:pt x="272" y="316"/>
                    <a:pt x="346" y="177"/>
                  </a:cubicBezTo>
                  <a:cubicBezTo>
                    <a:pt x="377" y="119"/>
                    <a:pt x="357" y="49"/>
                    <a:pt x="299" y="14"/>
                  </a:cubicBezTo>
                  <a:cubicBezTo>
                    <a:pt x="282" y="8"/>
                    <a:pt x="262" y="1"/>
                    <a:pt x="2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619;p44">
              <a:extLst>
                <a:ext uri="{FF2B5EF4-FFF2-40B4-BE49-F238E27FC236}">
                  <a16:creationId xmlns:a16="http://schemas.microsoft.com/office/drawing/2014/main" id="{9CA466A1-2B14-10EB-EF80-5CE6CEE4367B}"/>
                </a:ext>
              </a:extLst>
            </p:cNvPr>
            <p:cNvSpPr/>
            <p:nvPr/>
          </p:nvSpPr>
          <p:spPr>
            <a:xfrm>
              <a:off x="4029129" y="1741721"/>
              <a:ext cx="21063" cy="19045"/>
            </a:xfrm>
            <a:custGeom>
              <a:avLst/>
              <a:gdLst/>
              <a:ahLst/>
              <a:cxnLst/>
              <a:rect l="l" t="t" r="r" b="b"/>
              <a:pathLst>
                <a:path w="334" h="302" extrusionOk="0">
                  <a:moveTo>
                    <a:pt x="208" y="0"/>
                  </a:moveTo>
                  <a:lnTo>
                    <a:pt x="191" y="0"/>
                  </a:lnTo>
                  <a:cubicBezTo>
                    <a:pt x="156" y="7"/>
                    <a:pt x="130" y="24"/>
                    <a:pt x="92" y="57"/>
                  </a:cubicBezTo>
                  <a:cubicBezTo>
                    <a:pt x="51" y="95"/>
                    <a:pt x="42" y="112"/>
                    <a:pt x="34" y="122"/>
                  </a:cubicBezTo>
                  <a:cubicBezTo>
                    <a:pt x="1" y="176"/>
                    <a:pt x="21" y="251"/>
                    <a:pt x="75" y="281"/>
                  </a:cubicBezTo>
                  <a:cubicBezTo>
                    <a:pt x="95" y="295"/>
                    <a:pt x="116" y="301"/>
                    <a:pt x="136" y="301"/>
                  </a:cubicBezTo>
                  <a:cubicBezTo>
                    <a:pt x="174" y="301"/>
                    <a:pt x="211" y="281"/>
                    <a:pt x="235" y="251"/>
                  </a:cubicBezTo>
                  <a:cubicBezTo>
                    <a:pt x="242" y="244"/>
                    <a:pt x="255" y="227"/>
                    <a:pt x="266" y="220"/>
                  </a:cubicBezTo>
                  <a:cubicBezTo>
                    <a:pt x="310" y="196"/>
                    <a:pt x="333" y="149"/>
                    <a:pt x="327" y="98"/>
                  </a:cubicBezTo>
                  <a:cubicBezTo>
                    <a:pt x="316" y="41"/>
                    <a:pt x="266" y="0"/>
                    <a:pt x="2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620;p44">
              <a:extLst>
                <a:ext uri="{FF2B5EF4-FFF2-40B4-BE49-F238E27FC236}">
                  <a16:creationId xmlns:a16="http://schemas.microsoft.com/office/drawing/2014/main" id="{663CD09C-FFCE-0F79-3A64-E1694AE48386}"/>
                </a:ext>
              </a:extLst>
            </p:cNvPr>
            <p:cNvSpPr/>
            <p:nvPr/>
          </p:nvSpPr>
          <p:spPr>
            <a:xfrm>
              <a:off x="4097803" y="1691146"/>
              <a:ext cx="44585" cy="55495"/>
            </a:xfrm>
            <a:custGeom>
              <a:avLst/>
              <a:gdLst/>
              <a:ahLst/>
              <a:cxnLst/>
              <a:rect l="l" t="t" r="r" b="b"/>
              <a:pathLst>
                <a:path w="707" h="880" extrusionOk="0">
                  <a:moveTo>
                    <a:pt x="574" y="1"/>
                  </a:moveTo>
                  <a:cubicBezTo>
                    <a:pt x="547" y="1"/>
                    <a:pt x="523" y="11"/>
                    <a:pt x="500" y="29"/>
                  </a:cubicBezTo>
                  <a:cubicBezTo>
                    <a:pt x="269" y="212"/>
                    <a:pt x="96" y="459"/>
                    <a:pt x="18" y="727"/>
                  </a:cubicBezTo>
                  <a:cubicBezTo>
                    <a:pt x="1" y="792"/>
                    <a:pt x="38" y="856"/>
                    <a:pt x="99" y="873"/>
                  </a:cubicBezTo>
                  <a:cubicBezTo>
                    <a:pt x="110" y="876"/>
                    <a:pt x="123" y="879"/>
                    <a:pt x="133" y="879"/>
                  </a:cubicBezTo>
                  <a:cubicBezTo>
                    <a:pt x="184" y="879"/>
                    <a:pt x="232" y="846"/>
                    <a:pt x="245" y="792"/>
                  </a:cubicBezTo>
                  <a:cubicBezTo>
                    <a:pt x="309" y="571"/>
                    <a:pt x="452" y="364"/>
                    <a:pt x="649" y="212"/>
                  </a:cubicBezTo>
                  <a:cubicBezTo>
                    <a:pt x="700" y="174"/>
                    <a:pt x="707" y="99"/>
                    <a:pt x="666" y="45"/>
                  </a:cubicBezTo>
                  <a:cubicBezTo>
                    <a:pt x="646" y="18"/>
                    <a:pt x="608" y="1"/>
                    <a:pt x="5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621;p44">
              <a:extLst>
                <a:ext uri="{FF2B5EF4-FFF2-40B4-BE49-F238E27FC236}">
                  <a16:creationId xmlns:a16="http://schemas.microsoft.com/office/drawing/2014/main" id="{F6FA2B37-9515-20CA-7BF4-9DA72CB3F071}"/>
                </a:ext>
              </a:extLst>
            </p:cNvPr>
            <p:cNvSpPr/>
            <p:nvPr/>
          </p:nvSpPr>
          <p:spPr>
            <a:xfrm>
              <a:off x="4145541" y="1679416"/>
              <a:ext cx="21631" cy="16333"/>
            </a:xfrm>
            <a:custGeom>
              <a:avLst/>
              <a:gdLst/>
              <a:ahLst/>
              <a:cxnLst/>
              <a:rect l="l" t="t" r="r" b="b"/>
              <a:pathLst>
                <a:path w="343" h="259" extrusionOk="0">
                  <a:moveTo>
                    <a:pt x="218" y="0"/>
                  </a:moveTo>
                  <a:cubicBezTo>
                    <a:pt x="211" y="0"/>
                    <a:pt x="204" y="0"/>
                    <a:pt x="197" y="4"/>
                  </a:cubicBezTo>
                  <a:cubicBezTo>
                    <a:pt x="167" y="7"/>
                    <a:pt x="133" y="17"/>
                    <a:pt x="99" y="24"/>
                  </a:cubicBezTo>
                  <a:cubicBezTo>
                    <a:pt x="38" y="44"/>
                    <a:pt x="0" y="109"/>
                    <a:pt x="20" y="174"/>
                  </a:cubicBezTo>
                  <a:cubicBezTo>
                    <a:pt x="34" y="224"/>
                    <a:pt x="82" y="259"/>
                    <a:pt x="133" y="259"/>
                  </a:cubicBezTo>
                  <a:cubicBezTo>
                    <a:pt x="143" y="259"/>
                    <a:pt x="156" y="255"/>
                    <a:pt x="167" y="251"/>
                  </a:cubicBezTo>
                  <a:cubicBezTo>
                    <a:pt x="191" y="245"/>
                    <a:pt x="214" y="241"/>
                    <a:pt x="238" y="238"/>
                  </a:cubicBezTo>
                  <a:cubicBezTo>
                    <a:pt x="302" y="228"/>
                    <a:pt x="343" y="166"/>
                    <a:pt x="333" y="102"/>
                  </a:cubicBezTo>
                  <a:cubicBezTo>
                    <a:pt x="323" y="41"/>
                    <a:pt x="275" y="0"/>
                    <a:pt x="2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622;p44">
              <a:extLst>
                <a:ext uri="{FF2B5EF4-FFF2-40B4-BE49-F238E27FC236}">
                  <a16:creationId xmlns:a16="http://schemas.microsoft.com/office/drawing/2014/main" id="{0CF7813F-1EC1-38E2-3D3C-22CD58048080}"/>
                </a:ext>
              </a:extLst>
            </p:cNvPr>
            <p:cNvSpPr/>
            <p:nvPr/>
          </p:nvSpPr>
          <p:spPr>
            <a:xfrm>
              <a:off x="4249781" y="1779558"/>
              <a:ext cx="9018" cy="17405"/>
            </a:xfrm>
            <a:custGeom>
              <a:avLst/>
              <a:gdLst/>
              <a:ahLst/>
              <a:cxnLst/>
              <a:rect l="l" t="t" r="r" b="b"/>
              <a:pathLst>
                <a:path w="143" h="276" extrusionOk="0">
                  <a:moveTo>
                    <a:pt x="68" y="0"/>
                  </a:moveTo>
                  <a:lnTo>
                    <a:pt x="54" y="0"/>
                  </a:lnTo>
                  <a:cubicBezTo>
                    <a:pt x="21" y="11"/>
                    <a:pt x="0" y="38"/>
                    <a:pt x="0" y="72"/>
                  </a:cubicBezTo>
                  <a:lnTo>
                    <a:pt x="0" y="201"/>
                  </a:lnTo>
                  <a:cubicBezTo>
                    <a:pt x="0" y="235"/>
                    <a:pt x="21" y="265"/>
                    <a:pt x="54" y="271"/>
                  </a:cubicBezTo>
                  <a:cubicBezTo>
                    <a:pt x="57" y="276"/>
                    <a:pt x="64" y="276"/>
                    <a:pt x="68" y="276"/>
                  </a:cubicBezTo>
                  <a:cubicBezTo>
                    <a:pt x="108" y="276"/>
                    <a:pt x="143" y="241"/>
                    <a:pt x="143" y="204"/>
                  </a:cubicBezTo>
                  <a:lnTo>
                    <a:pt x="143" y="72"/>
                  </a:lnTo>
                  <a:cubicBezTo>
                    <a:pt x="143" y="31"/>
                    <a:pt x="108" y="0"/>
                    <a:pt x="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623;p44">
              <a:extLst>
                <a:ext uri="{FF2B5EF4-FFF2-40B4-BE49-F238E27FC236}">
                  <a16:creationId xmlns:a16="http://schemas.microsoft.com/office/drawing/2014/main" id="{679548C5-FB79-DBC8-BF75-18E3B9627A13}"/>
                </a:ext>
              </a:extLst>
            </p:cNvPr>
            <p:cNvSpPr/>
            <p:nvPr/>
          </p:nvSpPr>
          <p:spPr>
            <a:xfrm>
              <a:off x="4270529" y="1760955"/>
              <a:ext cx="9018" cy="17342"/>
            </a:xfrm>
            <a:custGeom>
              <a:avLst/>
              <a:gdLst/>
              <a:ahLst/>
              <a:cxnLst/>
              <a:rect l="l" t="t" r="r" b="b"/>
              <a:pathLst>
                <a:path w="143" h="275" extrusionOk="0">
                  <a:moveTo>
                    <a:pt x="71" y="0"/>
                  </a:moveTo>
                  <a:cubicBezTo>
                    <a:pt x="64" y="0"/>
                    <a:pt x="61" y="4"/>
                    <a:pt x="54" y="4"/>
                  </a:cubicBezTo>
                  <a:cubicBezTo>
                    <a:pt x="20" y="10"/>
                    <a:pt x="0" y="41"/>
                    <a:pt x="0" y="75"/>
                  </a:cubicBezTo>
                  <a:lnTo>
                    <a:pt x="0" y="204"/>
                  </a:lnTo>
                  <a:cubicBezTo>
                    <a:pt x="0" y="237"/>
                    <a:pt x="20" y="268"/>
                    <a:pt x="54" y="275"/>
                  </a:cubicBezTo>
                  <a:lnTo>
                    <a:pt x="71" y="275"/>
                  </a:lnTo>
                  <a:cubicBezTo>
                    <a:pt x="112" y="275"/>
                    <a:pt x="143" y="245"/>
                    <a:pt x="143" y="204"/>
                  </a:cubicBezTo>
                  <a:lnTo>
                    <a:pt x="143" y="71"/>
                  </a:lnTo>
                  <a:cubicBezTo>
                    <a:pt x="143" y="34"/>
                    <a:pt x="112" y="0"/>
                    <a:pt x="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624;p44">
              <a:extLst>
                <a:ext uri="{FF2B5EF4-FFF2-40B4-BE49-F238E27FC236}">
                  <a16:creationId xmlns:a16="http://schemas.microsoft.com/office/drawing/2014/main" id="{FD790F82-E29B-2648-9266-1BE48FFA7174}"/>
                </a:ext>
              </a:extLst>
            </p:cNvPr>
            <p:cNvSpPr/>
            <p:nvPr/>
          </p:nvSpPr>
          <p:spPr>
            <a:xfrm>
              <a:off x="4277718" y="1796458"/>
              <a:ext cx="9081" cy="17405"/>
            </a:xfrm>
            <a:custGeom>
              <a:avLst/>
              <a:gdLst/>
              <a:ahLst/>
              <a:cxnLst/>
              <a:rect l="l" t="t" r="r" b="b"/>
              <a:pathLst>
                <a:path w="144" h="276" extrusionOk="0">
                  <a:moveTo>
                    <a:pt x="73" y="0"/>
                  </a:moveTo>
                  <a:cubicBezTo>
                    <a:pt x="69" y="0"/>
                    <a:pt x="62" y="0"/>
                    <a:pt x="56" y="3"/>
                  </a:cubicBezTo>
                  <a:cubicBezTo>
                    <a:pt x="25" y="11"/>
                    <a:pt x="1" y="41"/>
                    <a:pt x="1" y="75"/>
                  </a:cubicBezTo>
                  <a:lnTo>
                    <a:pt x="1" y="204"/>
                  </a:lnTo>
                  <a:cubicBezTo>
                    <a:pt x="1" y="235"/>
                    <a:pt x="25" y="268"/>
                    <a:pt x="56" y="275"/>
                  </a:cubicBezTo>
                  <a:lnTo>
                    <a:pt x="73" y="275"/>
                  </a:lnTo>
                  <a:cubicBezTo>
                    <a:pt x="113" y="275"/>
                    <a:pt x="143" y="244"/>
                    <a:pt x="143" y="204"/>
                  </a:cubicBezTo>
                  <a:lnTo>
                    <a:pt x="143" y="72"/>
                  </a:lnTo>
                  <a:cubicBezTo>
                    <a:pt x="143" y="34"/>
                    <a:pt x="113" y="0"/>
                    <a:pt x="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625;p44">
              <a:extLst>
                <a:ext uri="{FF2B5EF4-FFF2-40B4-BE49-F238E27FC236}">
                  <a16:creationId xmlns:a16="http://schemas.microsoft.com/office/drawing/2014/main" id="{3ED681A0-9F89-7F00-ADB7-AC89D704796E}"/>
                </a:ext>
              </a:extLst>
            </p:cNvPr>
            <p:cNvSpPr/>
            <p:nvPr/>
          </p:nvSpPr>
          <p:spPr>
            <a:xfrm>
              <a:off x="4194981" y="1736298"/>
              <a:ext cx="9018" cy="17405"/>
            </a:xfrm>
            <a:custGeom>
              <a:avLst/>
              <a:gdLst/>
              <a:ahLst/>
              <a:cxnLst/>
              <a:rect l="l" t="t" r="r" b="b"/>
              <a:pathLst>
                <a:path w="143" h="276" extrusionOk="0">
                  <a:moveTo>
                    <a:pt x="71" y="1"/>
                  </a:moveTo>
                  <a:lnTo>
                    <a:pt x="55" y="1"/>
                  </a:lnTo>
                  <a:cubicBezTo>
                    <a:pt x="21" y="11"/>
                    <a:pt x="0" y="41"/>
                    <a:pt x="0" y="72"/>
                  </a:cubicBezTo>
                  <a:lnTo>
                    <a:pt x="0" y="201"/>
                  </a:lnTo>
                  <a:cubicBezTo>
                    <a:pt x="0" y="235"/>
                    <a:pt x="21" y="265"/>
                    <a:pt x="55" y="273"/>
                  </a:cubicBezTo>
                  <a:cubicBezTo>
                    <a:pt x="61" y="276"/>
                    <a:pt x="65" y="276"/>
                    <a:pt x="71" y="276"/>
                  </a:cubicBezTo>
                  <a:cubicBezTo>
                    <a:pt x="109" y="276"/>
                    <a:pt x="143" y="242"/>
                    <a:pt x="143" y="204"/>
                  </a:cubicBezTo>
                  <a:lnTo>
                    <a:pt x="143" y="72"/>
                  </a:lnTo>
                  <a:cubicBezTo>
                    <a:pt x="143" y="32"/>
                    <a:pt x="109" y="1"/>
                    <a:pt x="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626;p44">
              <a:extLst>
                <a:ext uri="{FF2B5EF4-FFF2-40B4-BE49-F238E27FC236}">
                  <a16:creationId xmlns:a16="http://schemas.microsoft.com/office/drawing/2014/main" id="{33933EF4-B4C0-2395-5BD2-DB5E006F6266}"/>
                </a:ext>
              </a:extLst>
            </p:cNvPr>
            <p:cNvSpPr/>
            <p:nvPr/>
          </p:nvSpPr>
          <p:spPr>
            <a:xfrm>
              <a:off x="4178080" y="1765243"/>
              <a:ext cx="9018" cy="17342"/>
            </a:xfrm>
            <a:custGeom>
              <a:avLst/>
              <a:gdLst/>
              <a:ahLst/>
              <a:cxnLst/>
              <a:rect l="l" t="t" r="r" b="b"/>
              <a:pathLst>
                <a:path w="143" h="275" extrusionOk="0">
                  <a:moveTo>
                    <a:pt x="71" y="0"/>
                  </a:moveTo>
                  <a:lnTo>
                    <a:pt x="54" y="0"/>
                  </a:lnTo>
                  <a:cubicBezTo>
                    <a:pt x="21" y="7"/>
                    <a:pt x="0" y="38"/>
                    <a:pt x="0" y="71"/>
                  </a:cubicBezTo>
                  <a:lnTo>
                    <a:pt x="0" y="200"/>
                  </a:lnTo>
                  <a:cubicBezTo>
                    <a:pt x="0" y="234"/>
                    <a:pt x="21" y="265"/>
                    <a:pt x="54" y="271"/>
                  </a:cubicBezTo>
                  <a:cubicBezTo>
                    <a:pt x="61" y="271"/>
                    <a:pt x="65" y="275"/>
                    <a:pt x="71" y="275"/>
                  </a:cubicBezTo>
                  <a:cubicBezTo>
                    <a:pt x="109" y="275"/>
                    <a:pt x="143" y="241"/>
                    <a:pt x="143" y="200"/>
                  </a:cubicBezTo>
                  <a:lnTo>
                    <a:pt x="143" y="71"/>
                  </a:lnTo>
                  <a:cubicBezTo>
                    <a:pt x="143" y="30"/>
                    <a:pt x="109" y="0"/>
                    <a:pt x="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" name="Google Shape;2368;p44">
            <a:extLst>
              <a:ext uri="{FF2B5EF4-FFF2-40B4-BE49-F238E27FC236}">
                <a16:creationId xmlns:a16="http://schemas.microsoft.com/office/drawing/2014/main" id="{28D61E03-9BAF-4369-EEDB-7ABACD86C80B}"/>
              </a:ext>
            </a:extLst>
          </p:cNvPr>
          <p:cNvGrpSpPr/>
          <p:nvPr/>
        </p:nvGrpSpPr>
        <p:grpSpPr>
          <a:xfrm>
            <a:off x="184285" y="658463"/>
            <a:ext cx="762406" cy="677100"/>
            <a:chOff x="1456847" y="4026050"/>
            <a:chExt cx="469944" cy="468871"/>
          </a:xfrm>
        </p:grpSpPr>
        <p:sp>
          <p:nvSpPr>
            <p:cNvPr id="31" name="Google Shape;2369;p44">
              <a:extLst>
                <a:ext uri="{FF2B5EF4-FFF2-40B4-BE49-F238E27FC236}">
                  <a16:creationId xmlns:a16="http://schemas.microsoft.com/office/drawing/2014/main" id="{15035E54-7549-75E2-B880-4C8594A8A53E}"/>
                </a:ext>
              </a:extLst>
            </p:cNvPr>
            <p:cNvSpPr/>
            <p:nvPr/>
          </p:nvSpPr>
          <p:spPr>
            <a:xfrm>
              <a:off x="1456847" y="4026050"/>
              <a:ext cx="469944" cy="468871"/>
            </a:xfrm>
            <a:custGeom>
              <a:avLst/>
              <a:gdLst/>
              <a:ahLst/>
              <a:cxnLst/>
              <a:rect l="l" t="t" r="r" b="b"/>
              <a:pathLst>
                <a:path w="7452" h="7435" extrusionOk="0">
                  <a:moveTo>
                    <a:pt x="3153" y="1"/>
                  </a:moveTo>
                  <a:cubicBezTo>
                    <a:pt x="2871" y="1"/>
                    <a:pt x="2613" y="171"/>
                    <a:pt x="2502" y="435"/>
                  </a:cubicBezTo>
                  <a:cubicBezTo>
                    <a:pt x="2281" y="561"/>
                    <a:pt x="2142" y="795"/>
                    <a:pt x="2138" y="1049"/>
                  </a:cubicBezTo>
                  <a:cubicBezTo>
                    <a:pt x="2138" y="1270"/>
                    <a:pt x="2237" y="1474"/>
                    <a:pt x="2403" y="1609"/>
                  </a:cubicBezTo>
                  <a:cubicBezTo>
                    <a:pt x="2243" y="1704"/>
                    <a:pt x="2118" y="1853"/>
                    <a:pt x="2057" y="2033"/>
                  </a:cubicBezTo>
                  <a:cubicBezTo>
                    <a:pt x="1996" y="1969"/>
                    <a:pt x="1925" y="1914"/>
                    <a:pt x="1840" y="1877"/>
                  </a:cubicBezTo>
                  <a:lnTo>
                    <a:pt x="1827" y="1870"/>
                  </a:lnTo>
                  <a:lnTo>
                    <a:pt x="1809" y="1826"/>
                  </a:lnTo>
                  <a:cubicBezTo>
                    <a:pt x="1708" y="1541"/>
                    <a:pt x="1437" y="1352"/>
                    <a:pt x="1134" y="1352"/>
                  </a:cubicBezTo>
                  <a:cubicBezTo>
                    <a:pt x="832" y="1352"/>
                    <a:pt x="561" y="1541"/>
                    <a:pt x="459" y="1830"/>
                  </a:cubicBezTo>
                  <a:lnTo>
                    <a:pt x="442" y="1870"/>
                  </a:lnTo>
                  <a:lnTo>
                    <a:pt x="428" y="1877"/>
                  </a:lnTo>
                  <a:cubicBezTo>
                    <a:pt x="170" y="1996"/>
                    <a:pt x="1" y="2254"/>
                    <a:pt x="1" y="2539"/>
                  </a:cubicBezTo>
                  <a:cubicBezTo>
                    <a:pt x="1" y="2824"/>
                    <a:pt x="170" y="3085"/>
                    <a:pt x="425" y="3200"/>
                  </a:cubicBezTo>
                  <a:lnTo>
                    <a:pt x="442" y="3207"/>
                  </a:lnTo>
                  <a:lnTo>
                    <a:pt x="459" y="3255"/>
                  </a:lnTo>
                  <a:cubicBezTo>
                    <a:pt x="561" y="3536"/>
                    <a:pt x="832" y="3729"/>
                    <a:pt x="1134" y="3729"/>
                  </a:cubicBezTo>
                  <a:cubicBezTo>
                    <a:pt x="1432" y="3729"/>
                    <a:pt x="1704" y="3540"/>
                    <a:pt x="1809" y="3248"/>
                  </a:cubicBezTo>
                  <a:lnTo>
                    <a:pt x="1827" y="3207"/>
                  </a:lnTo>
                  <a:lnTo>
                    <a:pt x="1836" y="3200"/>
                  </a:lnTo>
                  <a:cubicBezTo>
                    <a:pt x="2016" y="3123"/>
                    <a:pt x="2152" y="2973"/>
                    <a:pt x="2217" y="2793"/>
                  </a:cubicBezTo>
                  <a:cubicBezTo>
                    <a:pt x="2359" y="2949"/>
                    <a:pt x="2563" y="3051"/>
                    <a:pt x="2790" y="3051"/>
                  </a:cubicBezTo>
                  <a:cubicBezTo>
                    <a:pt x="2854" y="3051"/>
                    <a:pt x="2915" y="3041"/>
                    <a:pt x="2976" y="3027"/>
                  </a:cubicBezTo>
                  <a:lnTo>
                    <a:pt x="2976" y="3027"/>
                  </a:lnTo>
                  <a:cubicBezTo>
                    <a:pt x="2909" y="3153"/>
                    <a:pt x="2821" y="3275"/>
                    <a:pt x="2699" y="3400"/>
                  </a:cubicBezTo>
                  <a:cubicBezTo>
                    <a:pt x="2441" y="3655"/>
                    <a:pt x="1955" y="3679"/>
                    <a:pt x="1562" y="3699"/>
                  </a:cubicBezTo>
                  <a:cubicBezTo>
                    <a:pt x="1144" y="3720"/>
                    <a:pt x="568" y="3746"/>
                    <a:pt x="330" y="4296"/>
                  </a:cubicBezTo>
                  <a:cubicBezTo>
                    <a:pt x="195" y="4609"/>
                    <a:pt x="245" y="4938"/>
                    <a:pt x="476" y="5273"/>
                  </a:cubicBezTo>
                  <a:cubicBezTo>
                    <a:pt x="344" y="5779"/>
                    <a:pt x="696" y="6193"/>
                    <a:pt x="818" y="6335"/>
                  </a:cubicBezTo>
                  <a:cubicBezTo>
                    <a:pt x="1392" y="7007"/>
                    <a:pt x="2223" y="7398"/>
                    <a:pt x="3156" y="7431"/>
                  </a:cubicBezTo>
                  <a:cubicBezTo>
                    <a:pt x="3200" y="7434"/>
                    <a:pt x="3248" y="7434"/>
                    <a:pt x="3296" y="7434"/>
                  </a:cubicBezTo>
                  <a:cubicBezTo>
                    <a:pt x="4313" y="7434"/>
                    <a:pt x="5308" y="7024"/>
                    <a:pt x="6030" y="6302"/>
                  </a:cubicBezTo>
                  <a:cubicBezTo>
                    <a:pt x="6501" y="5830"/>
                    <a:pt x="6899" y="5118"/>
                    <a:pt x="7120" y="4351"/>
                  </a:cubicBezTo>
                  <a:cubicBezTo>
                    <a:pt x="7201" y="4066"/>
                    <a:pt x="7251" y="3787"/>
                    <a:pt x="7275" y="3522"/>
                  </a:cubicBezTo>
                  <a:cubicBezTo>
                    <a:pt x="7286" y="3492"/>
                    <a:pt x="7299" y="3461"/>
                    <a:pt x="7309" y="3428"/>
                  </a:cubicBezTo>
                  <a:cubicBezTo>
                    <a:pt x="7452" y="2983"/>
                    <a:pt x="7411" y="2508"/>
                    <a:pt x="7194" y="2094"/>
                  </a:cubicBezTo>
                  <a:cubicBezTo>
                    <a:pt x="7137" y="1979"/>
                    <a:pt x="7065" y="1874"/>
                    <a:pt x="6980" y="1775"/>
                  </a:cubicBezTo>
                  <a:cubicBezTo>
                    <a:pt x="7035" y="1518"/>
                    <a:pt x="6990" y="1253"/>
                    <a:pt x="6852" y="1029"/>
                  </a:cubicBezTo>
                  <a:cubicBezTo>
                    <a:pt x="6709" y="795"/>
                    <a:pt x="6481" y="628"/>
                    <a:pt x="6203" y="561"/>
                  </a:cubicBezTo>
                  <a:lnTo>
                    <a:pt x="6193" y="558"/>
                  </a:lnTo>
                  <a:cubicBezTo>
                    <a:pt x="6113" y="538"/>
                    <a:pt x="6031" y="529"/>
                    <a:pt x="5949" y="529"/>
                  </a:cubicBezTo>
                  <a:cubicBezTo>
                    <a:pt x="5858" y="529"/>
                    <a:pt x="5767" y="541"/>
                    <a:pt x="5681" y="564"/>
                  </a:cubicBezTo>
                  <a:cubicBezTo>
                    <a:pt x="5579" y="489"/>
                    <a:pt x="5460" y="431"/>
                    <a:pt x="5335" y="401"/>
                  </a:cubicBezTo>
                  <a:cubicBezTo>
                    <a:pt x="5256" y="384"/>
                    <a:pt x="5178" y="374"/>
                    <a:pt x="5097" y="374"/>
                  </a:cubicBezTo>
                  <a:cubicBezTo>
                    <a:pt x="4690" y="374"/>
                    <a:pt x="4331" y="619"/>
                    <a:pt x="4185" y="985"/>
                  </a:cubicBezTo>
                  <a:cubicBezTo>
                    <a:pt x="4177" y="988"/>
                    <a:pt x="4171" y="992"/>
                    <a:pt x="4160" y="995"/>
                  </a:cubicBezTo>
                  <a:cubicBezTo>
                    <a:pt x="4140" y="761"/>
                    <a:pt x="4008" y="550"/>
                    <a:pt x="3805" y="435"/>
                  </a:cubicBezTo>
                  <a:cubicBezTo>
                    <a:pt x="3696" y="174"/>
                    <a:pt x="3438" y="1"/>
                    <a:pt x="31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28575" dist="19050" dir="2220000" algn="bl" rotWithShape="0">
                <a:schemeClr val="dk1">
                  <a:alpha val="2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370;p44">
              <a:extLst>
                <a:ext uri="{FF2B5EF4-FFF2-40B4-BE49-F238E27FC236}">
                  <a16:creationId xmlns:a16="http://schemas.microsoft.com/office/drawing/2014/main" id="{9E0BA53B-E85C-B647-9527-591FBBED7C42}"/>
                </a:ext>
              </a:extLst>
            </p:cNvPr>
            <p:cNvSpPr/>
            <p:nvPr/>
          </p:nvSpPr>
          <p:spPr>
            <a:xfrm>
              <a:off x="1489828" y="4143420"/>
              <a:ext cx="409403" cy="301125"/>
            </a:xfrm>
            <a:custGeom>
              <a:avLst/>
              <a:gdLst/>
              <a:ahLst/>
              <a:cxnLst/>
              <a:rect l="l" t="t" r="r" b="b"/>
              <a:pathLst>
                <a:path w="6492" h="4775" extrusionOk="0">
                  <a:moveTo>
                    <a:pt x="4268" y="0"/>
                  </a:moveTo>
                  <a:cubicBezTo>
                    <a:pt x="4201" y="0"/>
                    <a:pt x="4133" y="8"/>
                    <a:pt x="4058" y="21"/>
                  </a:cubicBezTo>
                  <a:cubicBezTo>
                    <a:pt x="3247" y="180"/>
                    <a:pt x="3662" y="1178"/>
                    <a:pt x="2735" y="2104"/>
                  </a:cubicBezTo>
                  <a:cubicBezTo>
                    <a:pt x="1809" y="3030"/>
                    <a:pt x="1" y="2267"/>
                    <a:pt x="676" y="3058"/>
                  </a:cubicBezTo>
                  <a:cubicBezTo>
                    <a:pt x="822" y="3224"/>
                    <a:pt x="984" y="3359"/>
                    <a:pt x="1164" y="3465"/>
                  </a:cubicBezTo>
                  <a:cubicBezTo>
                    <a:pt x="754" y="3492"/>
                    <a:pt x="563" y="3560"/>
                    <a:pt x="906" y="3957"/>
                  </a:cubicBezTo>
                  <a:cubicBezTo>
                    <a:pt x="1385" y="4516"/>
                    <a:pt x="2070" y="4774"/>
                    <a:pt x="2773" y="4774"/>
                  </a:cubicBezTo>
                  <a:cubicBezTo>
                    <a:pt x="3553" y="4774"/>
                    <a:pt x="4360" y="4455"/>
                    <a:pt x="4937" y="3879"/>
                  </a:cubicBezTo>
                  <a:cubicBezTo>
                    <a:pt x="5978" y="2837"/>
                    <a:pt x="6491" y="326"/>
                    <a:pt x="5164" y="326"/>
                  </a:cubicBezTo>
                  <a:cubicBezTo>
                    <a:pt x="5090" y="326"/>
                    <a:pt x="5005" y="333"/>
                    <a:pt x="4917" y="354"/>
                  </a:cubicBezTo>
                  <a:cubicBezTo>
                    <a:pt x="4893" y="357"/>
                    <a:pt x="4866" y="363"/>
                    <a:pt x="4843" y="371"/>
                  </a:cubicBezTo>
                  <a:cubicBezTo>
                    <a:pt x="4744" y="143"/>
                    <a:pt x="4558" y="0"/>
                    <a:pt x="42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2371;p44">
              <a:extLst>
                <a:ext uri="{FF2B5EF4-FFF2-40B4-BE49-F238E27FC236}">
                  <a16:creationId xmlns:a16="http://schemas.microsoft.com/office/drawing/2014/main" id="{406CB896-0FD2-2E40-F3F6-65F84676EF47}"/>
                </a:ext>
              </a:extLst>
            </p:cNvPr>
            <p:cNvSpPr/>
            <p:nvPr/>
          </p:nvSpPr>
          <p:spPr>
            <a:xfrm>
              <a:off x="1536935" y="4378514"/>
              <a:ext cx="101405" cy="64072"/>
            </a:xfrm>
            <a:custGeom>
              <a:avLst/>
              <a:gdLst/>
              <a:ahLst/>
              <a:cxnLst/>
              <a:rect l="l" t="t" r="r" b="b"/>
              <a:pathLst>
                <a:path w="1608" h="1016" extrusionOk="0">
                  <a:moveTo>
                    <a:pt x="1" y="0"/>
                  </a:moveTo>
                  <a:cubicBezTo>
                    <a:pt x="29" y="61"/>
                    <a:pt x="79" y="135"/>
                    <a:pt x="156" y="229"/>
                  </a:cubicBezTo>
                  <a:cubicBezTo>
                    <a:pt x="543" y="677"/>
                    <a:pt x="1058" y="931"/>
                    <a:pt x="1608" y="1016"/>
                  </a:cubicBezTo>
                  <a:cubicBezTo>
                    <a:pt x="1058" y="931"/>
                    <a:pt x="543" y="677"/>
                    <a:pt x="159" y="229"/>
                  </a:cubicBezTo>
                  <a:cubicBezTo>
                    <a:pt x="79" y="135"/>
                    <a:pt x="29" y="61"/>
                    <a:pt x="1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2372;p44">
              <a:extLst>
                <a:ext uri="{FF2B5EF4-FFF2-40B4-BE49-F238E27FC236}">
                  <a16:creationId xmlns:a16="http://schemas.microsoft.com/office/drawing/2014/main" id="{9443EF79-7E97-C56D-0B77-862898147A65}"/>
                </a:ext>
              </a:extLst>
            </p:cNvPr>
            <p:cNvSpPr/>
            <p:nvPr/>
          </p:nvSpPr>
          <p:spPr>
            <a:xfrm>
              <a:off x="1521043" y="4173374"/>
              <a:ext cx="345205" cy="271170"/>
            </a:xfrm>
            <a:custGeom>
              <a:avLst/>
              <a:gdLst/>
              <a:ahLst/>
              <a:cxnLst/>
              <a:rect l="l" t="t" r="r" b="b"/>
              <a:pathLst>
                <a:path w="5474" h="4300" extrusionOk="0">
                  <a:moveTo>
                    <a:pt x="3221" y="1"/>
                  </a:moveTo>
                  <a:lnTo>
                    <a:pt x="3221" y="1"/>
                  </a:lnTo>
                  <a:cubicBezTo>
                    <a:pt x="3468" y="306"/>
                    <a:pt x="3068" y="1317"/>
                    <a:pt x="2552" y="1833"/>
                  </a:cubicBezTo>
                  <a:cubicBezTo>
                    <a:pt x="2142" y="2243"/>
                    <a:pt x="1592" y="2491"/>
                    <a:pt x="1124" y="2491"/>
                  </a:cubicBezTo>
                  <a:cubicBezTo>
                    <a:pt x="826" y="2491"/>
                    <a:pt x="561" y="2392"/>
                    <a:pt x="384" y="2176"/>
                  </a:cubicBezTo>
                  <a:cubicBezTo>
                    <a:pt x="381" y="2172"/>
                    <a:pt x="381" y="2172"/>
                    <a:pt x="381" y="2168"/>
                  </a:cubicBezTo>
                  <a:cubicBezTo>
                    <a:pt x="333" y="2172"/>
                    <a:pt x="289" y="2176"/>
                    <a:pt x="248" y="2182"/>
                  </a:cubicBezTo>
                  <a:cubicBezTo>
                    <a:pt x="177" y="2192"/>
                    <a:pt x="123" y="2209"/>
                    <a:pt x="85" y="2233"/>
                  </a:cubicBezTo>
                  <a:cubicBezTo>
                    <a:pt x="1" y="2284"/>
                    <a:pt x="15" y="2383"/>
                    <a:pt x="170" y="2569"/>
                  </a:cubicBezTo>
                  <a:cubicBezTo>
                    <a:pt x="174" y="2572"/>
                    <a:pt x="177" y="2576"/>
                    <a:pt x="181" y="2583"/>
                  </a:cubicBezTo>
                  <a:cubicBezTo>
                    <a:pt x="320" y="2742"/>
                    <a:pt x="476" y="2874"/>
                    <a:pt x="649" y="2976"/>
                  </a:cubicBezTo>
                  <a:cubicBezTo>
                    <a:pt x="669" y="2979"/>
                    <a:pt x="693" y="2983"/>
                    <a:pt x="717" y="2986"/>
                  </a:cubicBezTo>
                  <a:cubicBezTo>
                    <a:pt x="699" y="2986"/>
                    <a:pt x="683" y="2986"/>
                    <a:pt x="669" y="2990"/>
                  </a:cubicBezTo>
                  <a:cubicBezTo>
                    <a:pt x="496" y="3000"/>
                    <a:pt x="364" y="3020"/>
                    <a:pt x="292" y="3067"/>
                  </a:cubicBezTo>
                  <a:cubicBezTo>
                    <a:pt x="235" y="3105"/>
                    <a:pt x="215" y="3163"/>
                    <a:pt x="252" y="3251"/>
                  </a:cubicBezTo>
                  <a:cubicBezTo>
                    <a:pt x="279" y="3312"/>
                    <a:pt x="330" y="3387"/>
                    <a:pt x="411" y="3482"/>
                  </a:cubicBezTo>
                  <a:cubicBezTo>
                    <a:pt x="795" y="3930"/>
                    <a:pt x="1310" y="4184"/>
                    <a:pt x="1860" y="4269"/>
                  </a:cubicBezTo>
                  <a:cubicBezTo>
                    <a:pt x="1999" y="4289"/>
                    <a:pt x="2138" y="4299"/>
                    <a:pt x="2278" y="4299"/>
                  </a:cubicBezTo>
                  <a:cubicBezTo>
                    <a:pt x="3058" y="4299"/>
                    <a:pt x="3865" y="3980"/>
                    <a:pt x="4442" y="3404"/>
                  </a:cubicBezTo>
                  <a:cubicBezTo>
                    <a:pt x="5046" y="2799"/>
                    <a:pt x="5474" y="1700"/>
                    <a:pt x="5467" y="883"/>
                  </a:cubicBezTo>
                  <a:cubicBezTo>
                    <a:pt x="5389" y="781"/>
                    <a:pt x="5297" y="693"/>
                    <a:pt x="5185" y="642"/>
                  </a:cubicBezTo>
                  <a:cubicBezTo>
                    <a:pt x="5137" y="618"/>
                    <a:pt x="5087" y="608"/>
                    <a:pt x="5036" y="608"/>
                  </a:cubicBezTo>
                  <a:cubicBezTo>
                    <a:pt x="4968" y="608"/>
                    <a:pt x="4904" y="629"/>
                    <a:pt x="4846" y="665"/>
                  </a:cubicBezTo>
                  <a:cubicBezTo>
                    <a:pt x="4788" y="699"/>
                    <a:pt x="4744" y="751"/>
                    <a:pt x="4707" y="808"/>
                  </a:cubicBezTo>
                  <a:cubicBezTo>
                    <a:pt x="4771" y="1398"/>
                    <a:pt x="4401" y="2345"/>
                    <a:pt x="3892" y="2854"/>
                  </a:cubicBezTo>
                  <a:cubicBezTo>
                    <a:pt x="3431" y="3316"/>
                    <a:pt x="2796" y="3576"/>
                    <a:pt x="2206" y="3576"/>
                  </a:cubicBezTo>
                  <a:cubicBezTo>
                    <a:pt x="1731" y="3576"/>
                    <a:pt x="1287" y="3407"/>
                    <a:pt x="978" y="3044"/>
                  </a:cubicBezTo>
                  <a:cubicBezTo>
                    <a:pt x="968" y="3031"/>
                    <a:pt x="958" y="3020"/>
                    <a:pt x="948" y="3006"/>
                  </a:cubicBezTo>
                  <a:cubicBezTo>
                    <a:pt x="989" y="3006"/>
                    <a:pt x="1025" y="3010"/>
                    <a:pt x="1066" y="3010"/>
                  </a:cubicBezTo>
                  <a:cubicBezTo>
                    <a:pt x="1300" y="3010"/>
                    <a:pt x="1534" y="2976"/>
                    <a:pt x="1765" y="2915"/>
                  </a:cubicBezTo>
                  <a:cubicBezTo>
                    <a:pt x="2138" y="2813"/>
                    <a:pt x="2491" y="2627"/>
                    <a:pt x="2783" y="2369"/>
                  </a:cubicBezTo>
                  <a:cubicBezTo>
                    <a:pt x="3054" y="2128"/>
                    <a:pt x="3244" y="1833"/>
                    <a:pt x="3421" y="1520"/>
                  </a:cubicBezTo>
                  <a:cubicBezTo>
                    <a:pt x="3509" y="1368"/>
                    <a:pt x="3590" y="1215"/>
                    <a:pt x="3651" y="1052"/>
                  </a:cubicBezTo>
                  <a:cubicBezTo>
                    <a:pt x="3709" y="900"/>
                    <a:pt x="3764" y="730"/>
                    <a:pt x="3747" y="567"/>
                  </a:cubicBezTo>
                  <a:cubicBezTo>
                    <a:pt x="3726" y="397"/>
                    <a:pt x="3594" y="255"/>
                    <a:pt x="3468" y="150"/>
                  </a:cubicBezTo>
                  <a:cubicBezTo>
                    <a:pt x="3394" y="85"/>
                    <a:pt x="3309" y="34"/>
                    <a:pt x="32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2373;p44">
              <a:extLst>
                <a:ext uri="{FF2B5EF4-FFF2-40B4-BE49-F238E27FC236}">
                  <a16:creationId xmlns:a16="http://schemas.microsoft.com/office/drawing/2014/main" id="{14DB29FE-CBE9-3F97-0299-FF78D09D9E86}"/>
                </a:ext>
              </a:extLst>
            </p:cNvPr>
            <p:cNvSpPr/>
            <p:nvPr/>
          </p:nvSpPr>
          <p:spPr>
            <a:xfrm>
              <a:off x="1706318" y="4099782"/>
              <a:ext cx="171468" cy="132936"/>
            </a:xfrm>
            <a:custGeom>
              <a:avLst/>
              <a:gdLst/>
              <a:ahLst/>
              <a:cxnLst/>
              <a:rect l="l" t="t" r="r" b="b"/>
              <a:pathLst>
                <a:path w="2719" h="2108" extrusionOk="0">
                  <a:moveTo>
                    <a:pt x="1141" y="0"/>
                  </a:moveTo>
                  <a:cubicBezTo>
                    <a:pt x="1053" y="0"/>
                    <a:pt x="971" y="61"/>
                    <a:pt x="951" y="150"/>
                  </a:cubicBezTo>
                  <a:lnTo>
                    <a:pt x="880" y="445"/>
                  </a:lnTo>
                  <a:cubicBezTo>
                    <a:pt x="873" y="468"/>
                    <a:pt x="873" y="489"/>
                    <a:pt x="876" y="509"/>
                  </a:cubicBezTo>
                  <a:cubicBezTo>
                    <a:pt x="849" y="509"/>
                    <a:pt x="822" y="506"/>
                    <a:pt x="795" y="506"/>
                  </a:cubicBezTo>
                  <a:cubicBezTo>
                    <a:pt x="462" y="506"/>
                    <a:pt x="151" y="720"/>
                    <a:pt x="46" y="1055"/>
                  </a:cubicBezTo>
                  <a:cubicBezTo>
                    <a:pt x="1" y="1191"/>
                    <a:pt x="276" y="1083"/>
                    <a:pt x="473" y="1198"/>
                  </a:cubicBezTo>
                  <a:cubicBezTo>
                    <a:pt x="581" y="1259"/>
                    <a:pt x="564" y="1564"/>
                    <a:pt x="697" y="1605"/>
                  </a:cubicBezTo>
                  <a:cubicBezTo>
                    <a:pt x="707" y="1608"/>
                    <a:pt x="717" y="1608"/>
                    <a:pt x="727" y="1608"/>
                  </a:cubicBezTo>
                  <a:cubicBezTo>
                    <a:pt x="771" y="1608"/>
                    <a:pt x="822" y="1578"/>
                    <a:pt x="870" y="1537"/>
                  </a:cubicBezTo>
                  <a:cubicBezTo>
                    <a:pt x="971" y="1551"/>
                    <a:pt x="1158" y="1534"/>
                    <a:pt x="1308" y="1619"/>
                  </a:cubicBezTo>
                  <a:cubicBezTo>
                    <a:pt x="1433" y="1694"/>
                    <a:pt x="1413" y="2053"/>
                    <a:pt x="1572" y="2101"/>
                  </a:cubicBezTo>
                  <a:cubicBezTo>
                    <a:pt x="1582" y="2107"/>
                    <a:pt x="1593" y="2107"/>
                    <a:pt x="1606" y="2107"/>
                  </a:cubicBezTo>
                  <a:cubicBezTo>
                    <a:pt x="1748" y="2107"/>
                    <a:pt x="1905" y="1857"/>
                    <a:pt x="2041" y="1857"/>
                  </a:cubicBezTo>
                  <a:lnTo>
                    <a:pt x="2047" y="1857"/>
                  </a:lnTo>
                  <a:cubicBezTo>
                    <a:pt x="2265" y="1877"/>
                    <a:pt x="2437" y="2063"/>
                    <a:pt x="2525" y="2063"/>
                  </a:cubicBezTo>
                  <a:cubicBezTo>
                    <a:pt x="2550" y="2063"/>
                    <a:pt x="2566" y="2050"/>
                    <a:pt x="2580" y="2015"/>
                  </a:cubicBezTo>
                  <a:cubicBezTo>
                    <a:pt x="2719" y="1572"/>
                    <a:pt x="2509" y="1099"/>
                    <a:pt x="2105" y="896"/>
                  </a:cubicBezTo>
                  <a:cubicBezTo>
                    <a:pt x="2118" y="875"/>
                    <a:pt x="2132" y="849"/>
                    <a:pt x="2138" y="822"/>
                  </a:cubicBezTo>
                  <a:lnTo>
                    <a:pt x="2227" y="455"/>
                  </a:lnTo>
                  <a:cubicBezTo>
                    <a:pt x="2257" y="336"/>
                    <a:pt x="2183" y="214"/>
                    <a:pt x="2064" y="187"/>
                  </a:cubicBezTo>
                  <a:lnTo>
                    <a:pt x="2047" y="180"/>
                  </a:lnTo>
                  <a:cubicBezTo>
                    <a:pt x="2030" y="177"/>
                    <a:pt x="2013" y="177"/>
                    <a:pt x="1996" y="177"/>
                  </a:cubicBezTo>
                  <a:cubicBezTo>
                    <a:pt x="1894" y="177"/>
                    <a:pt x="1803" y="244"/>
                    <a:pt x="1779" y="346"/>
                  </a:cubicBezTo>
                  <a:lnTo>
                    <a:pt x="1690" y="713"/>
                  </a:lnTo>
                  <a:cubicBezTo>
                    <a:pt x="1681" y="743"/>
                    <a:pt x="1681" y="770"/>
                    <a:pt x="1687" y="798"/>
                  </a:cubicBezTo>
                  <a:cubicBezTo>
                    <a:pt x="1599" y="798"/>
                    <a:pt x="1515" y="811"/>
                    <a:pt x="1433" y="835"/>
                  </a:cubicBezTo>
                  <a:cubicBezTo>
                    <a:pt x="1375" y="750"/>
                    <a:pt x="1300" y="679"/>
                    <a:pt x="1212" y="625"/>
                  </a:cubicBezTo>
                  <a:cubicBezTo>
                    <a:pt x="1233" y="601"/>
                    <a:pt x="1250" y="570"/>
                    <a:pt x="1260" y="537"/>
                  </a:cubicBezTo>
                  <a:lnTo>
                    <a:pt x="1331" y="241"/>
                  </a:lnTo>
                  <a:cubicBezTo>
                    <a:pt x="1355" y="136"/>
                    <a:pt x="1291" y="31"/>
                    <a:pt x="1186" y="7"/>
                  </a:cubicBezTo>
                  <a:cubicBezTo>
                    <a:pt x="1172" y="4"/>
                    <a:pt x="1155" y="0"/>
                    <a:pt x="114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2374;p44">
              <a:extLst>
                <a:ext uri="{FF2B5EF4-FFF2-40B4-BE49-F238E27FC236}">
                  <a16:creationId xmlns:a16="http://schemas.microsoft.com/office/drawing/2014/main" id="{8F658B05-AF6E-0470-9DC4-F3A14DF3CEB5}"/>
                </a:ext>
              </a:extLst>
            </p:cNvPr>
            <p:cNvSpPr/>
            <p:nvPr/>
          </p:nvSpPr>
          <p:spPr>
            <a:xfrm>
              <a:off x="1498846" y="4153951"/>
              <a:ext cx="58901" cy="65081"/>
            </a:xfrm>
            <a:custGeom>
              <a:avLst/>
              <a:gdLst/>
              <a:ahLst/>
              <a:cxnLst/>
              <a:rect l="l" t="t" r="r" b="b"/>
              <a:pathLst>
                <a:path w="934" h="1032" extrusionOk="0">
                  <a:moveTo>
                    <a:pt x="468" y="0"/>
                  </a:moveTo>
                  <a:cubicBezTo>
                    <a:pt x="451" y="0"/>
                    <a:pt x="434" y="10"/>
                    <a:pt x="428" y="30"/>
                  </a:cubicBezTo>
                  <a:lnTo>
                    <a:pt x="323" y="322"/>
                  </a:lnTo>
                  <a:cubicBezTo>
                    <a:pt x="319" y="336"/>
                    <a:pt x="309" y="346"/>
                    <a:pt x="298" y="353"/>
                  </a:cubicBezTo>
                  <a:lnTo>
                    <a:pt x="38" y="468"/>
                  </a:lnTo>
                  <a:cubicBezTo>
                    <a:pt x="0" y="485"/>
                    <a:pt x="0" y="542"/>
                    <a:pt x="38" y="560"/>
                  </a:cubicBezTo>
                  <a:lnTo>
                    <a:pt x="298" y="678"/>
                  </a:lnTo>
                  <a:cubicBezTo>
                    <a:pt x="309" y="682"/>
                    <a:pt x="319" y="692"/>
                    <a:pt x="323" y="705"/>
                  </a:cubicBezTo>
                  <a:lnTo>
                    <a:pt x="428" y="998"/>
                  </a:lnTo>
                  <a:cubicBezTo>
                    <a:pt x="434" y="1021"/>
                    <a:pt x="451" y="1031"/>
                    <a:pt x="468" y="1031"/>
                  </a:cubicBezTo>
                  <a:cubicBezTo>
                    <a:pt x="486" y="1031"/>
                    <a:pt x="502" y="1021"/>
                    <a:pt x="509" y="998"/>
                  </a:cubicBezTo>
                  <a:lnTo>
                    <a:pt x="611" y="705"/>
                  </a:lnTo>
                  <a:cubicBezTo>
                    <a:pt x="617" y="692"/>
                    <a:pt x="628" y="682"/>
                    <a:pt x="638" y="678"/>
                  </a:cubicBezTo>
                  <a:lnTo>
                    <a:pt x="899" y="560"/>
                  </a:lnTo>
                  <a:cubicBezTo>
                    <a:pt x="933" y="542"/>
                    <a:pt x="933" y="485"/>
                    <a:pt x="899" y="468"/>
                  </a:cubicBezTo>
                  <a:lnTo>
                    <a:pt x="638" y="353"/>
                  </a:lnTo>
                  <a:cubicBezTo>
                    <a:pt x="628" y="346"/>
                    <a:pt x="617" y="336"/>
                    <a:pt x="611" y="322"/>
                  </a:cubicBezTo>
                  <a:lnTo>
                    <a:pt x="509" y="30"/>
                  </a:lnTo>
                  <a:cubicBezTo>
                    <a:pt x="502" y="10"/>
                    <a:pt x="486" y="0"/>
                    <a:pt x="4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2375;p44">
              <a:extLst>
                <a:ext uri="{FF2B5EF4-FFF2-40B4-BE49-F238E27FC236}">
                  <a16:creationId xmlns:a16="http://schemas.microsoft.com/office/drawing/2014/main" id="{085EF485-D93D-95FC-0FC5-746CBA11F211}"/>
                </a:ext>
              </a:extLst>
            </p:cNvPr>
            <p:cNvSpPr/>
            <p:nvPr/>
          </p:nvSpPr>
          <p:spPr>
            <a:xfrm>
              <a:off x="1633797" y="4068755"/>
              <a:ext cx="43766" cy="48180"/>
            </a:xfrm>
            <a:custGeom>
              <a:avLst/>
              <a:gdLst/>
              <a:ahLst/>
              <a:cxnLst/>
              <a:rect l="l" t="t" r="r" b="b"/>
              <a:pathLst>
                <a:path w="694" h="764" extrusionOk="0">
                  <a:moveTo>
                    <a:pt x="347" y="0"/>
                  </a:moveTo>
                  <a:cubicBezTo>
                    <a:pt x="333" y="0"/>
                    <a:pt x="323" y="8"/>
                    <a:pt x="316" y="24"/>
                  </a:cubicBezTo>
                  <a:lnTo>
                    <a:pt x="239" y="241"/>
                  </a:lnTo>
                  <a:cubicBezTo>
                    <a:pt x="235" y="252"/>
                    <a:pt x="228" y="258"/>
                    <a:pt x="222" y="262"/>
                  </a:cubicBezTo>
                  <a:lnTo>
                    <a:pt x="28" y="350"/>
                  </a:lnTo>
                  <a:cubicBezTo>
                    <a:pt x="1" y="360"/>
                    <a:pt x="1" y="404"/>
                    <a:pt x="28" y="418"/>
                  </a:cubicBezTo>
                  <a:lnTo>
                    <a:pt x="222" y="503"/>
                  </a:lnTo>
                  <a:cubicBezTo>
                    <a:pt x="228" y="506"/>
                    <a:pt x="235" y="516"/>
                    <a:pt x="239" y="523"/>
                  </a:cubicBezTo>
                  <a:lnTo>
                    <a:pt x="316" y="740"/>
                  </a:lnTo>
                  <a:cubicBezTo>
                    <a:pt x="323" y="757"/>
                    <a:pt x="333" y="764"/>
                    <a:pt x="347" y="764"/>
                  </a:cubicBezTo>
                  <a:cubicBezTo>
                    <a:pt x="361" y="764"/>
                    <a:pt x="371" y="757"/>
                    <a:pt x="377" y="740"/>
                  </a:cubicBezTo>
                  <a:lnTo>
                    <a:pt x="455" y="523"/>
                  </a:lnTo>
                  <a:cubicBezTo>
                    <a:pt x="459" y="516"/>
                    <a:pt x="466" y="506"/>
                    <a:pt x="472" y="503"/>
                  </a:cubicBezTo>
                  <a:lnTo>
                    <a:pt x="666" y="418"/>
                  </a:lnTo>
                  <a:cubicBezTo>
                    <a:pt x="693" y="404"/>
                    <a:pt x="693" y="360"/>
                    <a:pt x="666" y="350"/>
                  </a:cubicBezTo>
                  <a:lnTo>
                    <a:pt x="472" y="262"/>
                  </a:lnTo>
                  <a:cubicBezTo>
                    <a:pt x="466" y="258"/>
                    <a:pt x="459" y="252"/>
                    <a:pt x="455" y="241"/>
                  </a:cubicBezTo>
                  <a:lnTo>
                    <a:pt x="377" y="24"/>
                  </a:lnTo>
                  <a:cubicBezTo>
                    <a:pt x="371" y="8"/>
                    <a:pt x="361" y="0"/>
                    <a:pt x="3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2376;p44">
              <a:extLst>
                <a:ext uri="{FF2B5EF4-FFF2-40B4-BE49-F238E27FC236}">
                  <a16:creationId xmlns:a16="http://schemas.microsoft.com/office/drawing/2014/main" id="{45D55C64-14ED-91CB-46DE-923839690A52}"/>
                </a:ext>
              </a:extLst>
            </p:cNvPr>
            <p:cNvSpPr/>
            <p:nvPr/>
          </p:nvSpPr>
          <p:spPr>
            <a:xfrm>
              <a:off x="1626545" y="4163726"/>
              <a:ext cx="12486" cy="12297"/>
            </a:xfrm>
            <a:custGeom>
              <a:avLst/>
              <a:gdLst/>
              <a:ahLst/>
              <a:cxnLst/>
              <a:rect l="l" t="t" r="r" b="b"/>
              <a:pathLst>
                <a:path w="198" h="195" extrusionOk="0">
                  <a:moveTo>
                    <a:pt x="99" y="1"/>
                  </a:moveTo>
                  <a:cubicBezTo>
                    <a:pt x="44" y="1"/>
                    <a:pt x="0" y="45"/>
                    <a:pt x="0" y="99"/>
                  </a:cubicBezTo>
                  <a:cubicBezTo>
                    <a:pt x="0" y="154"/>
                    <a:pt x="44" y="194"/>
                    <a:pt x="99" y="194"/>
                  </a:cubicBezTo>
                  <a:cubicBezTo>
                    <a:pt x="153" y="194"/>
                    <a:pt x="197" y="154"/>
                    <a:pt x="197" y="99"/>
                  </a:cubicBezTo>
                  <a:cubicBezTo>
                    <a:pt x="197" y="45"/>
                    <a:pt x="153" y="1"/>
                    <a:pt x="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2377;p44">
              <a:extLst>
                <a:ext uri="{FF2B5EF4-FFF2-40B4-BE49-F238E27FC236}">
                  <a16:creationId xmlns:a16="http://schemas.microsoft.com/office/drawing/2014/main" id="{11C1A66F-B08C-80E4-2F85-A6EEBBBB8AE5}"/>
                </a:ext>
              </a:extLst>
            </p:cNvPr>
            <p:cNvSpPr/>
            <p:nvPr/>
          </p:nvSpPr>
          <p:spPr>
            <a:xfrm>
              <a:off x="1512971" y="4092277"/>
              <a:ext cx="369800" cy="360404"/>
            </a:xfrm>
            <a:custGeom>
              <a:avLst/>
              <a:gdLst/>
              <a:ahLst/>
              <a:cxnLst/>
              <a:rect l="l" t="t" r="r" b="b"/>
              <a:pathLst>
                <a:path w="5864" h="5715" extrusionOk="0">
                  <a:moveTo>
                    <a:pt x="4207" y="238"/>
                  </a:moveTo>
                  <a:cubicBezTo>
                    <a:pt x="4214" y="238"/>
                    <a:pt x="4217" y="238"/>
                    <a:pt x="4224" y="241"/>
                  </a:cubicBezTo>
                  <a:cubicBezTo>
                    <a:pt x="4265" y="252"/>
                    <a:pt x="4292" y="292"/>
                    <a:pt x="4282" y="333"/>
                  </a:cubicBezTo>
                  <a:lnTo>
                    <a:pt x="4221" y="581"/>
                  </a:lnTo>
                  <a:cubicBezTo>
                    <a:pt x="4194" y="567"/>
                    <a:pt x="4166" y="557"/>
                    <a:pt x="4136" y="551"/>
                  </a:cubicBezTo>
                  <a:cubicBezTo>
                    <a:pt x="4116" y="543"/>
                    <a:pt x="4095" y="537"/>
                    <a:pt x="4075" y="534"/>
                  </a:cubicBezTo>
                  <a:lnTo>
                    <a:pt x="4133" y="296"/>
                  </a:lnTo>
                  <a:cubicBezTo>
                    <a:pt x="4142" y="262"/>
                    <a:pt x="4173" y="238"/>
                    <a:pt x="4207" y="238"/>
                  </a:cubicBezTo>
                  <a:close/>
                  <a:moveTo>
                    <a:pt x="5062" y="435"/>
                  </a:moveTo>
                  <a:lnTo>
                    <a:pt x="5079" y="435"/>
                  </a:lnTo>
                  <a:lnTo>
                    <a:pt x="5096" y="438"/>
                  </a:lnTo>
                  <a:cubicBezTo>
                    <a:pt x="5120" y="445"/>
                    <a:pt x="5137" y="459"/>
                    <a:pt x="5151" y="476"/>
                  </a:cubicBezTo>
                  <a:cubicBezTo>
                    <a:pt x="5160" y="496"/>
                    <a:pt x="5164" y="520"/>
                    <a:pt x="5160" y="540"/>
                  </a:cubicBezTo>
                  <a:lnTo>
                    <a:pt x="5090" y="832"/>
                  </a:lnTo>
                  <a:cubicBezTo>
                    <a:pt x="5086" y="832"/>
                    <a:pt x="5082" y="832"/>
                    <a:pt x="5079" y="828"/>
                  </a:cubicBezTo>
                  <a:cubicBezTo>
                    <a:pt x="5021" y="811"/>
                    <a:pt x="4967" y="798"/>
                    <a:pt x="4910" y="791"/>
                  </a:cubicBezTo>
                  <a:lnTo>
                    <a:pt x="4980" y="496"/>
                  </a:lnTo>
                  <a:cubicBezTo>
                    <a:pt x="4988" y="459"/>
                    <a:pt x="5021" y="435"/>
                    <a:pt x="5062" y="435"/>
                  </a:cubicBezTo>
                  <a:close/>
                  <a:moveTo>
                    <a:pt x="3861" y="744"/>
                  </a:moveTo>
                  <a:cubicBezTo>
                    <a:pt x="3929" y="744"/>
                    <a:pt x="3997" y="754"/>
                    <a:pt x="4064" y="775"/>
                  </a:cubicBezTo>
                  <a:cubicBezTo>
                    <a:pt x="4142" y="801"/>
                    <a:pt x="4217" y="839"/>
                    <a:pt x="4278" y="889"/>
                  </a:cubicBezTo>
                  <a:cubicBezTo>
                    <a:pt x="4272" y="893"/>
                    <a:pt x="4265" y="897"/>
                    <a:pt x="4258" y="900"/>
                  </a:cubicBezTo>
                  <a:cubicBezTo>
                    <a:pt x="4024" y="1022"/>
                    <a:pt x="3844" y="1226"/>
                    <a:pt x="3749" y="1470"/>
                  </a:cubicBezTo>
                  <a:cubicBezTo>
                    <a:pt x="3722" y="1371"/>
                    <a:pt x="3691" y="1266"/>
                    <a:pt x="3600" y="1215"/>
                  </a:cubicBezTo>
                  <a:cubicBezTo>
                    <a:pt x="3481" y="1144"/>
                    <a:pt x="3352" y="1141"/>
                    <a:pt x="3257" y="1134"/>
                  </a:cubicBezTo>
                  <a:lnTo>
                    <a:pt x="3254" y="1134"/>
                  </a:lnTo>
                  <a:cubicBezTo>
                    <a:pt x="3362" y="893"/>
                    <a:pt x="3603" y="744"/>
                    <a:pt x="3861" y="744"/>
                  </a:cubicBezTo>
                  <a:close/>
                  <a:moveTo>
                    <a:pt x="4753" y="1055"/>
                  </a:moveTo>
                  <a:cubicBezTo>
                    <a:pt x="4835" y="1055"/>
                    <a:pt x="4916" y="1069"/>
                    <a:pt x="4994" y="1093"/>
                  </a:cubicBezTo>
                  <a:cubicBezTo>
                    <a:pt x="5198" y="1157"/>
                    <a:pt x="5361" y="1297"/>
                    <a:pt x="5459" y="1487"/>
                  </a:cubicBezTo>
                  <a:cubicBezTo>
                    <a:pt x="5544" y="1646"/>
                    <a:pt x="5568" y="1829"/>
                    <a:pt x="5534" y="2006"/>
                  </a:cubicBezTo>
                  <a:cubicBezTo>
                    <a:pt x="5527" y="2003"/>
                    <a:pt x="5524" y="1999"/>
                    <a:pt x="5517" y="1996"/>
                  </a:cubicBezTo>
                  <a:cubicBezTo>
                    <a:pt x="5418" y="1935"/>
                    <a:pt x="5286" y="1853"/>
                    <a:pt x="5127" y="1840"/>
                  </a:cubicBezTo>
                  <a:cubicBezTo>
                    <a:pt x="5120" y="1836"/>
                    <a:pt x="5113" y="1836"/>
                    <a:pt x="5103" y="1836"/>
                  </a:cubicBezTo>
                  <a:cubicBezTo>
                    <a:pt x="4988" y="1836"/>
                    <a:pt x="4892" y="1921"/>
                    <a:pt x="4808" y="1992"/>
                  </a:cubicBezTo>
                  <a:cubicBezTo>
                    <a:pt x="4770" y="2023"/>
                    <a:pt x="4709" y="2073"/>
                    <a:pt x="4679" y="2087"/>
                  </a:cubicBezTo>
                  <a:cubicBezTo>
                    <a:pt x="4659" y="2057"/>
                    <a:pt x="4634" y="1976"/>
                    <a:pt x="4621" y="1928"/>
                  </a:cubicBezTo>
                  <a:cubicBezTo>
                    <a:pt x="4587" y="1805"/>
                    <a:pt x="4550" y="1680"/>
                    <a:pt x="4441" y="1619"/>
                  </a:cubicBezTo>
                  <a:cubicBezTo>
                    <a:pt x="4302" y="1538"/>
                    <a:pt x="4150" y="1531"/>
                    <a:pt x="4037" y="1524"/>
                  </a:cubicBezTo>
                  <a:lnTo>
                    <a:pt x="4028" y="1524"/>
                  </a:lnTo>
                  <a:cubicBezTo>
                    <a:pt x="4102" y="1361"/>
                    <a:pt x="4227" y="1229"/>
                    <a:pt x="4387" y="1144"/>
                  </a:cubicBezTo>
                  <a:cubicBezTo>
                    <a:pt x="4502" y="1086"/>
                    <a:pt x="4628" y="1055"/>
                    <a:pt x="4753" y="1055"/>
                  </a:cubicBezTo>
                  <a:close/>
                  <a:moveTo>
                    <a:pt x="3264" y="1375"/>
                  </a:moveTo>
                  <a:cubicBezTo>
                    <a:pt x="3339" y="1378"/>
                    <a:pt x="3417" y="1385"/>
                    <a:pt x="3478" y="1419"/>
                  </a:cubicBezTo>
                  <a:cubicBezTo>
                    <a:pt x="3491" y="1436"/>
                    <a:pt x="3511" y="1500"/>
                    <a:pt x="3522" y="1541"/>
                  </a:cubicBezTo>
                  <a:cubicBezTo>
                    <a:pt x="3555" y="1653"/>
                    <a:pt x="3596" y="1796"/>
                    <a:pt x="3729" y="1836"/>
                  </a:cubicBezTo>
                  <a:cubicBezTo>
                    <a:pt x="3735" y="1840"/>
                    <a:pt x="3743" y="1840"/>
                    <a:pt x="3749" y="1843"/>
                  </a:cubicBezTo>
                  <a:cubicBezTo>
                    <a:pt x="3726" y="1918"/>
                    <a:pt x="3702" y="1996"/>
                    <a:pt x="3678" y="2073"/>
                  </a:cubicBezTo>
                  <a:cubicBezTo>
                    <a:pt x="3546" y="2529"/>
                    <a:pt x="3397" y="3041"/>
                    <a:pt x="2891" y="3543"/>
                  </a:cubicBezTo>
                  <a:cubicBezTo>
                    <a:pt x="2365" y="4068"/>
                    <a:pt x="1581" y="4106"/>
                    <a:pt x="1011" y="4134"/>
                  </a:cubicBezTo>
                  <a:cubicBezTo>
                    <a:pt x="940" y="4137"/>
                    <a:pt x="875" y="4140"/>
                    <a:pt x="814" y="4147"/>
                  </a:cubicBezTo>
                  <a:cubicBezTo>
                    <a:pt x="658" y="4048"/>
                    <a:pt x="519" y="3930"/>
                    <a:pt x="400" y="3791"/>
                  </a:cubicBezTo>
                  <a:cubicBezTo>
                    <a:pt x="309" y="3686"/>
                    <a:pt x="288" y="3634"/>
                    <a:pt x="282" y="3614"/>
                  </a:cubicBezTo>
                  <a:cubicBezTo>
                    <a:pt x="339" y="3580"/>
                    <a:pt x="560" y="3570"/>
                    <a:pt x="719" y="3564"/>
                  </a:cubicBezTo>
                  <a:cubicBezTo>
                    <a:pt x="1208" y="3539"/>
                    <a:pt x="1947" y="3502"/>
                    <a:pt x="2453" y="3000"/>
                  </a:cubicBezTo>
                  <a:cubicBezTo>
                    <a:pt x="2918" y="2532"/>
                    <a:pt x="3060" y="2050"/>
                    <a:pt x="3173" y="1663"/>
                  </a:cubicBezTo>
                  <a:cubicBezTo>
                    <a:pt x="3206" y="1551"/>
                    <a:pt x="3234" y="1456"/>
                    <a:pt x="3264" y="1375"/>
                  </a:cubicBezTo>
                  <a:close/>
                  <a:moveTo>
                    <a:pt x="4034" y="1802"/>
                  </a:moveTo>
                  <a:cubicBezTo>
                    <a:pt x="4122" y="1805"/>
                    <a:pt x="4221" y="1813"/>
                    <a:pt x="4299" y="1857"/>
                  </a:cubicBezTo>
                  <a:cubicBezTo>
                    <a:pt x="4319" y="1877"/>
                    <a:pt x="4340" y="1959"/>
                    <a:pt x="4353" y="2006"/>
                  </a:cubicBezTo>
                  <a:cubicBezTo>
                    <a:pt x="4390" y="2138"/>
                    <a:pt x="4441" y="2305"/>
                    <a:pt x="4594" y="2355"/>
                  </a:cubicBezTo>
                  <a:cubicBezTo>
                    <a:pt x="4621" y="2362"/>
                    <a:pt x="4648" y="2366"/>
                    <a:pt x="4672" y="2366"/>
                  </a:cubicBezTo>
                  <a:cubicBezTo>
                    <a:pt x="4794" y="2366"/>
                    <a:pt x="4899" y="2277"/>
                    <a:pt x="4988" y="2203"/>
                  </a:cubicBezTo>
                  <a:cubicBezTo>
                    <a:pt x="5021" y="2172"/>
                    <a:pt x="5079" y="2125"/>
                    <a:pt x="5107" y="2114"/>
                  </a:cubicBezTo>
                  <a:cubicBezTo>
                    <a:pt x="5201" y="2125"/>
                    <a:pt x="5290" y="2182"/>
                    <a:pt x="5371" y="2230"/>
                  </a:cubicBezTo>
                  <a:cubicBezTo>
                    <a:pt x="5401" y="2250"/>
                    <a:pt x="5432" y="2270"/>
                    <a:pt x="5462" y="2284"/>
                  </a:cubicBezTo>
                  <a:cubicBezTo>
                    <a:pt x="5432" y="3044"/>
                    <a:pt x="5041" y="4035"/>
                    <a:pt x="4479" y="4598"/>
                  </a:cubicBezTo>
                  <a:cubicBezTo>
                    <a:pt x="3939" y="5141"/>
                    <a:pt x="3169" y="5457"/>
                    <a:pt x="2406" y="5457"/>
                  </a:cubicBezTo>
                  <a:cubicBezTo>
                    <a:pt x="2371" y="5457"/>
                    <a:pt x="2338" y="5457"/>
                    <a:pt x="2301" y="5453"/>
                  </a:cubicBezTo>
                  <a:cubicBezTo>
                    <a:pt x="1632" y="5429"/>
                    <a:pt x="1038" y="5155"/>
                    <a:pt x="634" y="4683"/>
                  </a:cubicBezTo>
                  <a:cubicBezTo>
                    <a:pt x="516" y="4541"/>
                    <a:pt x="495" y="4480"/>
                    <a:pt x="492" y="4459"/>
                  </a:cubicBezTo>
                  <a:cubicBezTo>
                    <a:pt x="502" y="4452"/>
                    <a:pt x="539" y="4435"/>
                    <a:pt x="638" y="4422"/>
                  </a:cubicBezTo>
                  <a:cubicBezTo>
                    <a:pt x="740" y="4405"/>
                    <a:pt x="872" y="4398"/>
                    <a:pt x="1025" y="4391"/>
                  </a:cubicBezTo>
                  <a:cubicBezTo>
                    <a:pt x="1601" y="4364"/>
                    <a:pt x="2476" y="4320"/>
                    <a:pt x="3071" y="3726"/>
                  </a:cubicBezTo>
                  <a:cubicBezTo>
                    <a:pt x="3624" y="3173"/>
                    <a:pt x="3790" y="2607"/>
                    <a:pt x="3926" y="2148"/>
                  </a:cubicBezTo>
                  <a:cubicBezTo>
                    <a:pt x="3963" y="2016"/>
                    <a:pt x="3997" y="1904"/>
                    <a:pt x="4034" y="1802"/>
                  </a:cubicBezTo>
                  <a:close/>
                  <a:moveTo>
                    <a:pt x="4207" y="1"/>
                  </a:moveTo>
                  <a:cubicBezTo>
                    <a:pt x="4064" y="1"/>
                    <a:pt x="3936" y="99"/>
                    <a:pt x="3901" y="241"/>
                  </a:cubicBezTo>
                  <a:lnTo>
                    <a:pt x="3837" y="506"/>
                  </a:lnTo>
                  <a:cubicBezTo>
                    <a:pt x="3461" y="516"/>
                    <a:pt x="3118" y="761"/>
                    <a:pt x="2996" y="1137"/>
                  </a:cubicBezTo>
                  <a:cubicBezTo>
                    <a:pt x="2976" y="1209"/>
                    <a:pt x="2996" y="1259"/>
                    <a:pt x="3016" y="1290"/>
                  </a:cubicBezTo>
                  <a:cubicBezTo>
                    <a:pt x="3020" y="1300"/>
                    <a:pt x="3026" y="1307"/>
                    <a:pt x="3033" y="1314"/>
                  </a:cubicBezTo>
                  <a:cubicBezTo>
                    <a:pt x="3002" y="1402"/>
                    <a:pt x="2976" y="1500"/>
                    <a:pt x="2945" y="1595"/>
                  </a:cubicBezTo>
                  <a:cubicBezTo>
                    <a:pt x="2833" y="1976"/>
                    <a:pt x="2708" y="2406"/>
                    <a:pt x="2283" y="2831"/>
                  </a:cubicBezTo>
                  <a:cubicBezTo>
                    <a:pt x="1845" y="3271"/>
                    <a:pt x="1187" y="3302"/>
                    <a:pt x="705" y="3326"/>
                  </a:cubicBezTo>
                  <a:cubicBezTo>
                    <a:pt x="359" y="3343"/>
                    <a:pt x="132" y="3353"/>
                    <a:pt x="61" y="3519"/>
                  </a:cubicBezTo>
                  <a:cubicBezTo>
                    <a:pt x="0" y="3658"/>
                    <a:pt x="105" y="3814"/>
                    <a:pt x="221" y="3946"/>
                  </a:cubicBezTo>
                  <a:cubicBezTo>
                    <a:pt x="295" y="4035"/>
                    <a:pt x="380" y="4120"/>
                    <a:pt x="472" y="4195"/>
                  </a:cubicBezTo>
                  <a:cubicBezTo>
                    <a:pt x="363" y="4221"/>
                    <a:pt x="288" y="4272"/>
                    <a:pt x="254" y="4357"/>
                  </a:cubicBezTo>
                  <a:cubicBezTo>
                    <a:pt x="183" y="4516"/>
                    <a:pt x="309" y="4696"/>
                    <a:pt x="441" y="4849"/>
                  </a:cubicBezTo>
                  <a:cubicBezTo>
                    <a:pt x="893" y="5379"/>
                    <a:pt x="1547" y="5684"/>
                    <a:pt x="2290" y="5711"/>
                  </a:cubicBezTo>
                  <a:cubicBezTo>
                    <a:pt x="2327" y="5714"/>
                    <a:pt x="2368" y="5714"/>
                    <a:pt x="2406" y="5714"/>
                  </a:cubicBezTo>
                  <a:cubicBezTo>
                    <a:pt x="3237" y="5714"/>
                    <a:pt x="4072" y="5368"/>
                    <a:pt x="4662" y="4781"/>
                  </a:cubicBezTo>
                  <a:cubicBezTo>
                    <a:pt x="5052" y="4388"/>
                    <a:pt x="5395" y="3767"/>
                    <a:pt x="5581" y="3119"/>
                  </a:cubicBezTo>
                  <a:cubicBezTo>
                    <a:pt x="5666" y="2817"/>
                    <a:pt x="5713" y="2532"/>
                    <a:pt x="5721" y="2270"/>
                  </a:cubicBezTo>
                  <a:cubicBezTo>
                    <a:pt x="5741" y="2250"/>
                    <a:pt x="5765" y="2220"/>
                    <a:pt x="5778" y="2175"/>
                  </a:cubicBezTo>
                  <a:cubicBezTo>
                    <a:pt x="5863" y="1904"/>
                    <a:pt x="5839" y="1612"/>
                    <a:pt x="5707" y="1358"/>
                  </a:cubicBezTo>
                  <a:cubicBezTo>
                    <a:pt x="5622" y="1191"/>
                    <a:pt x="5497" y="1055"/>
                    <a:pt x="5344" y="954"/>
                  </a:cubicBezTo>
                  <a:lnTo>
                    <a:pt x="5428" y="604"/>
                  </a:lnTo>
                  <a:cubicBezTo>
                    <a:pt x="5453" y="513"/>
                    <a:pt x="5436" y="415"/>
                    <a:pt x="5384" y="333"/>
                  </a:cubicBezTo>
                  <a:cubicBezTo>
                    <a:pt x="5337" y="252"/>
                    <a:pt x="5256" y="194"/>
                    <a:pt x="5164" y="170"/>
                  </a:cubicBezTo>
                  <a:lnTo>
                    <a:pt x="5147" y="167"/>
                  </a:lnTo>
                  <a:cubicBezTo>
                    <a:pt x="5116" y="160"/>
                    <a:pt x="5090" y="156"/>
                    <a:pt x="5059" y="156"/>
                  </a:cubicBezTo>
                  <a:cubicBezTo>
                    <a:pt x="4896" y="156"/>
                    <a:pt x="4750" y="266"/>
                    <a:pt x="4709" y="432"/>
                  </a:cubicBezTo>
                  <a:lnTo>
                    <a:pt x="4625" y="788"/>
                  </a:lnTo>
                  <a:cubicBezTo>
                    <a:pt x="4594" y="791"/>
                    <a:pt x="4563" y="795"/>
                    <a:pt x="4529" y="801"/>
                  </a:cubicBezTo>
                  <a:cubicBezTo>
                    <a:pt x="4499" y="767"/>
                    <a:pt x="4468" y="737"/>
                    <a:pt x="4431" y="709"/>
                  </a:cubicBezTo>
                  <a:cubicBezTo>
                    <a:pt x="4435" y="700"/>
                    <a:pt x="4438" y="693"/>
                    <a:pt x="4441" y="683"/>
                  </a:cubicBezTo>
                  <a:lnTo>
                    <a:pt x="4512" y="388"/>
                  </a:lnTo>
                  <a:cubicBezTo>
                    <a:pt x="4553" y="221"/>
                    <a:pt x="4448" y="51"/>
                    <a:pt x="4282" y="11"/>
                  </a:cubicBezTo>
                  <a:cubicBezTo>
                    <a:pt x="4258" y="4"/>
                    <a:pt x="4231" y="1"/>
                    <a:pt x="4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2378;p44">
              <a:extLst>
                <a:ext uri="{FF2B5EF4-FFF2-40B4-BE49-F238E27FC236}">
                  <a16:creationId xmlns:a16="http://schemas.microsoft.com/office/drawing/2014/main" id="{2151A4DC-AA37-5F27-CE51-88C7DCC5B805}"/>
                </a:ext>
              </a:extLst>
            </p:cNvPr>
            <p:cNvSpPr/>
            <p:nvPr/>
          </p:nvSpPr>
          <p:spPr>
            <a:xfrm>
              <a:off x="1761119" y="4350577"/>
              <a:ext cx="41811" cy="37081"/>
            </a:xfrm>
            <a:custGeom>
              <a:avLst/>
              <a:gdLst/>
              <a:ahLst/>
              <a:cxnLst/>
              <a:rect l="l" t="t" r="r" b="b"/>
              <a:pathLst>
                <a:path w="663" h="588" extrusionOk="0">
                  <a:moveTo>
                    <a:pt x="581" y="0"/>
                  </a:moveTo>
                  <a:cubicBezTo>
                    <a:pt x="561" y="0"/>
                    <a:pt x="541" y="7"/>
                    <a:pt x="527" y="27"/>
                  </a:cubicBezTo>
                  <a:cubicBezTo>
                    <a:pt x="398" y="187"/>
                    <a:pt x="259" y="312"/>
                    <a:pt x="41" y="454"/>
                  </a:cubicBezTo>
                  <a:cubicBezTo>
                    <a:pt x="7" y="478"/>
                    <a:pt x="1" y="522"/>
                    <a:pt x="21" y="556"/>
                  </a:cubicBezTo>
                  <a:cubicBezTo>
                    <a:pt x="35" y="577"/>
                    <a:pt x="58" y="587"/>
                    <a:pt x="82" y="587"/>
                  </a:cubicBezTo>
                  <a:cubicBezTo>
                    <a:pt x="93" y="587"/>
                    <a:pt x="109" y="583"/>
                    <a:pt x="120" y="573"/>
                  </a:cubicBezTo>
                  <a:cubicBezTo>
                    <a:pt x="347" y="424"/>
                    <a:pt x="503" y="288"/>
                    <a:pt x="638" y="115"/>
                  </a:cubicBezTo>
                  <a:cubicBezTo>
                    <a:pt x="663" y="82"/>
                    <a:pt x="655" y="38"/>
                    <a:pt x="625" y="13"/>
                  </a:cubicBezTo>
                  <a:cubicBezTo>
                    <a:pt x="611" y="3"/>
                    <a:pt x="598" y="0"/>
                    <a:pt x="5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2379;p44">
              <a:extLst>
                <a:ext uri="{FF2B5EF4-FFF2-40B4-BE49-F238E27FC236}">
                  <a16:creationId xmlns:a16="http://schemas.microsoft.com/office/drawing/2014/main" id="{11F2EEB9-FB94-6314-C0F3-0B6ED0137130}"/>
                </a:ext>
              </a:extLst>
            </p:cNvPr>
            <p:cNvSpPr/>
            <p:nvPr/>
          </p:nvSpPr>
          <p:spPr>
            <a:xfrm>
              <a:off x="1622699" y="4391189"/>
              <a:ext cx="128207" cy="31342"/>
            </a:xfrm>
            <a:custGeom>
              <a:avLst/>
              <a:gdLst/>
              <a:ahLst/>
              <a:cxnLst/>
              <a:rect l="l" t="t" r="r" b="b"/>
              <a:pathLst>
                <a:path w="2033" h="497" extrusionOk="0">
                  <a:moveTo>
                    <a:pt x="1951" y="0"/>
                  </a:moveTo>
                  <a:cubicBezTo>
                    <a:pt x="1938" y="0"/>
                    <a:pt x="1924" y="4"/>
                    <a:pt x="1911" y="11"/>
                  </a:cubicBezTo>
                  <a:cubicBezTo>
                    <a:pt x="1555" y="238"/>
                    <a:pt x="1168" y="354"/>
                    <a:pt x="736" y="354"/>
                  </a:cubicBezTo>
                  <a:cubicBezTo>
                    <a:pt x="533" y="354"/>
                    <a:pt x="319" y="326"/>
                    <a:pt x="96" y="275"/>
                  </a:cubicBezTo>
                  <a:lnTo>
                    <a:pt x="78" y="275"/>
                  </a:lnTo>
                  <a:cubicBezTo>
                    <a:pt x="44" y="275"/>
                    <a:pt x="17" y="299"/>
                    <a:pt x="11" y="330"/>
                  </a:cubicBezTo>
                  <a:cubicBezTo>
                    <a:pt x="0" y="371"/>
                    <a:pt x="24" y="407"/>
                    <a:pt x="65" y="415"/>
                  </a:cubicBezTo>
                  <a:cubicBezTo>
                    <a:pt x="299" y="468"/>
                    <a:pt x="523" y="496"/>
                    <a:pt x="736" y="496"/>
                  </a:cubicBezTo>
                  <a:cubicBezTo>
                    <a:pt x="1195" y="496"/>
                    <a:pt x="1609" y="374"/>
                    <a:pt x="1989" y="133"/>
                  </a:cubicBezTo>
                  <a:cubicBezTo>
                    <a:pt x="2023" y="113"/>
                    <a:pt x="2033" y="69"/>
                    <a:pt x="2009" y="34"/>
                  </a:cubicBezTo>
                  <a:cubicBezTo>
                    <a:pt x="1995" y="14"/>
                    <a:pt x="1975" y="0"/>
                    <a:pt x="19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2380;p44">
              <a:extLst>
                <a:ext uri="{FF2B5EF4-FFF2-40B4-BE49-F238E27FC236}">
                  <a16:creationId xmlns:a16="http://schemas.microsoft.com/office/drawing/2014/main" id="{07AE8A10-21B3-97DE-F5C5-3700600835EC}"/>
                </a:ext>
              </a:extLst>
            </p:cNvPr>
            <p:cNvSpPr/>
            <p:nvPr/>
          </p:nvSpPr>
          <p:spPr>
            <a:xfrm>
              <a:off x="1757713" y="4255985"/>
              <a:ext cx="21631" cy="29135"/>
            </a:xfrm>
            <a:custGeom>
              <a:avLst/>
              <a:gdLst/>
              <a:ahLst/>
              <a:cxnLst/>
              <a:rect l="l" t="t" r="r" b="b"/>
              <a:pathLst>
                <a:path w="343" h="462" extrusionOk="0">
                  <a:moveTo>
                    <a:pt x="208" y="0"/>
                  </a:moveTo>
                  <a:cubicBezTo>
                    <a:pt x="150" y="0"/>
                    <a:pt x="99" y="41"/>
                    <a:pt x="89" y="99"/>
                  </a:cubicBezTo>
                  <a:cubicBezTo>
                    <a:pt x="78" y="139"/>
                    <a:pt x="65" y="180"/>
                    <a:pt x="48" y="224"/>
                  </a:cubicBezTo>
                  <a:cubicBezTo>
                    <a:pt x="38" y="248"/>
                    <a:pt x="28" y="271"/>
                    <a:pt x="20" y="299"/>
                  </a:cubicBezTo>
                  <a:cubicBezTo>
                    <a:pt x="0" y="363"/>
                    <a:pt x="34" y="434"/>
                    <a:pt x="99" y="455"/>
                  </a:cubicBezTo>
                  <a:cubicBezTo>
                    <a:pt x="112" y="462"/>
                    <a:pt x="126" y="462"/>
                    <a:pt x="139" y="462"/>
                  </a:cubicBezTo>
                  <a:cubicBezTo>
                    <a:pt x="191" y="462"/>
                    <a:pt x="238" y="431"/>
                    <a:pt x="255" y="377"/>
                  </a:cubicBezTo>
                  <a:cubicBezTo>
                    <a:pt x="261" y="357"/>
                    <a:pt x="272" y="332"/>
                    <a:pt x="279" y="309"/>
                  </a:cubicBezTo>
                  <a:cubicBezTo>
                    <a:pt x="299" y="262"/>
                    <a:pt x="316" y="210"/>
                    <a:pt x="330" y="153"/>
                  </a:cubicBezTo>
                  <a:cubicBezTo>
                    <a:pt x="343" y="85"/>
                    <a:pt x="302" y="20"/>
                    <a:pt x="235" y="3"/>
                  </a:cubicBezTo>
                  <a:cubicBezTo>
                    <a:pt x="224" y="3"/>
                    <a:pt x="218" y="0"/>
                    <a:pt x="2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2381;p44">
              <a:extLst>
                <a:ext uri="{FF2B5EF4-FFF2-40B4-BE49-F238E27FC236}">
                  <a16:creationId xmlns:a16="http://schemas.microsoft.com/office/drawing/2014/main" id="{0C35BBDF-0C18-D447-DDEA-E012AD239BED}"/>
                </a:ext>
              </a:extLst>
            </p:cNvPr>
            <p:cNvSpPr/>
            <p:nvPr/>
          </p:nvSpPr>
          <p:spPr>
            <a:xfrm>
              <a:off x="1705057" y="4299182"/>
              <a:ext cx="57387" cy="56567"/>
            </a:xfrm>
            <a:custGeom>
              <a:avLst/>
              <a:gdLst/>
              <a:ahLst/>
              <a:cxnLst/>
              <a:rect l="l" t="t" r="r" b="b"/>
              <a:pathLst>
                <a:path w="910" h="897" extrusionOk="0">
                  <a:moveTo>
                    <a:pt x="771" y="1"/>
                  </a:moveTo>
                  <a:cubicBezTo>
                    <a:pt x="727" y="1"/>
                    <a:pt x="686" y="21"/>
                    <a:pt x="662" y="59"/>
                  </a:cubicBezTo>
                  <a:cubicBezTo>
                    <a:pt x="632" y="112"/>
                    <a:pt x="595" y="167"/>
                    <a:pt x="557" y="217"/>
                  </a:cubicBezTo>
                  <a:cubicBezTo>
                    <a:pt x="442" y="377"/>
                    <a:pt x="282" y="527"/>
                    <a:pt x="72" y="669"/>
                  </a:cubicBezTo>
                  <a:cubicBezTo>
                    <a:pt x="14" y="706"/>
                    <a:pt x="0" y="784"/>
                    <a:pt x="38" y="842"/>
                  </a:cubicBezTo>
                  <a:cubicBezTo>
                    <a:pt x="61" y="876"/>
                    <a:pt x="102" y="897"/>
                    <a:pt x="140" y="897"/>
                  </a:cubicBezTo>
                  <a:cubicBezTo>
                    <a:pt x="163" y="897"/>
                    <a:pt x="188" y="886"/>
                    <a:pt x="211" y="873"/>
                  </a:cubicBezTo>
                  <a:cubicBezTo>
                    <a:pt x="445" y="713"/>
                    <a:pt x="625" y="547"/>
                    <a:pt x="758" y="364"/>
                  </a:cubicBezTo>
                  <a:cubicBezTo>
                    <a:pt x="802" y="306"/>
                    <a:pt x="839" y="248"/>
                    <a:pt x="876" y="187"/>
                  </a:cubicBezTo>
                  <a:cubicBezTo>
                    <a:pt x="910" y="129"/>
                    <a:pt x="893" y="51"/>
                    <a:pt x="835" y="18"/>
                  </a:cubicBezTo>
                  <a:cubicBezTo>
                    <a:pt x="815" y="4"/>
                    <a:pt x="791" y="1"/>
                    <a:pt x="77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56140-D234-4859-B963-9632A5CDF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A26348-0835-513C-9621-F6A6BB188632}"/>
              </a:ext>
            </a:extLst>
          </p:cNvPr>
          <p:cNvSpPr txBox="1"/>
          <p:nvPr/>
        </p:nvSpPr>
        <p:spPr>
          <a:xfrm>
            <a:off x="773538" y="1297196"/>
            <a:ext cx="7983614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https://nutritionsource.hsph.harvard.edu/what-should-you-eat/vegetables-and-fruits/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https://www.python.org/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https://www.vegetables.co.nz/vegetable-a-z/vegetables-a-z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/>
          </a:p>
          <a:p>
            <a:pPr algn="just"/>
            <a:endParaRPr lang="en-US" dirty="0"/>
          </a:p>
        </p:txBody>
      </p:sp>
      <p:grpSp>
        <p:nvGrpSpPr>
          <p:cNvPr id="3" name="Google Shape;1627;p44">
            <a:extLst>
              <a:ext uri="{FF2B5EF4-FFF2-40B4-BE49-F238E27FC236}">
                <a16:creationId xmlns:a16="http://schemas.microsoft.com/office/drawing/2014/main" id="{53722851-3EBB-3301-EC31-37DD6B538211}"/>
              </a:ext>
            </a:extLst>
          </p:cNvPr>
          <p:cNvGrpSpPr/>
          <p:nvPr/>
        </p:nvGrpSpPr>
        <p:grpSpPr>
          <a:xfrm>
            <a:off x="637864" y="914225"/>
            <a:ext cx="455794" cy="438411"/>
            <a:chOff x="4758562" y="1581533"/>
            <a:chExt cx="466286" cy="448502"/>
          </a:xfrm>
        </p:grpSpPr>
        <p:sp>
          <p:nvSpPr>
            <p:cNvPr id="5" name="Google Shape;1628;p44">
              <a:extLst>
                <a:ext uri="{FF2B5EF4-FFF2-40B4-BE49-F238E27FC236}">
                  <a16:creationId xmlns:a16="http://schemas.microsoft.com/office/drawing/2014/main" id="{8C42D641-EFA4-9F24-2546-A27B07317566}"/>
                </a:ext>
              </a:extLst>
            </p:cNvPr>
            <p:cNvSpPr/>
            <p:nvPr/>
          </p:nvSpPr>
          <p:spPr>
            <a:xfrm>
              <a:off x="4758562" y="1581533"/>
              <a:ext cx="466286" cy="448502"/>
            </a:xfrm>
            <a:custGeom>
              <a:avLst/>
              <a:gdLst/>
              <a:ahLst/>
              <a:cxnLst/>
              <a:rect l="l" t="t" r="r" b="b"/>
              <a:pathLst>
                <a:path w="7394" h="7112" extrusionOk="0">
                  <a:moveTo>
                    <a:pt x="1740" y="0"/>
                  </a:moveTo>
                  <a:cubicBezTo>
                    <a:pt x="1276" y="0"/>
                    <a:pt x="899" y="377"/>
                    <a:pt x="899" y="842"/>
                  </a:cubicBezTo>
                  <a:lnTo>
                    <a:pt x="899" y="903"/>
                  </a:lnTo>
                  <a:cubicBezTo>
                    <a:pt x="686" y="968"/>
                    <a:pt x="509" y="1131"/>
                    <a:pt x="431" y="1347"/>
                  </a:cubicBezTo>
                  <a:lnTo>
                    <a:pt x="425" y="1368"/>
                  </a:lnTo>
                  <a:cubicBezTo>
                    <a:pt x="170" y="1483"/>
                    <a:pt x="4" y="1741"/>
                    <a:pt x="4" y="2022"/>
                  </a:cubicBezTo>
                  <a:cubicBezTo>
                    <a:pt x="0" y="2304"/>
                    <a:pt x="166" y="2565"/>
                    <a:pt x="421" y="2681"/>
                  </a:cubicBezTo>
                  <a:lnTo>
                    <a:pt x="431" y="2708"/>
                  </a:lnTo>
                  <a:cubicBezTo>
                    <a:pt x="516" y="2938"/>
                    <a:pt x="710" y="3105"/>
                    <a:pt x="943" y="3162"/>
                  </a:cubicBezTo>
                  <a:cubicBezTo>
                    <a:pt x="577" y="3696"/>
                    <a:pt x="373" y="4153"/>
                    <a:pt x="258" y="4496"/>
                  </a:cubicBezTo>
                  <a:cubicBezTo>
                    <a:pt x="119" y="4907"/>
                    <a:pt x="61" y="5293"/>
                    <a:pt x="85" y="5639"/>
                  </a:cubicBezTo>
                  <a:lnTo>
                    <a:pt x="88" y="5643"/>
                  </a:lnTo>
                  <a:cubicBezTo>
                    <a:pt x="88" y="5680"/>
                    <a:pt x="91" y="5718"/>
                    <a:pt x="99" y="5755"/>
                  </a:cubicBezTo>
                  <a:cubicBezTo>
                    <a:pt x="96" y="5782"/>
                    <a:pt x="88" y="5806"/>
                    <a:pt x="88" y="5833"/>
                  </a:cubicBezTo>
                  <a:cubicBezTo>
                    <a:pt x="58" y="6139"/>
                    <a:pt x="166" y="6430"/>
                    <a:pt x="394" y="6657"/>
                  </a:cubicBezTo>
                  <a:cubicBezTo>
                    <a:pt x="692" y="6956"/>
                    <a:pt x="1170" y="7112"/>
                    <a:pt x="1785" y="7112"/>
                  </a:cubicBezTo>
                  <a:cubicBezTo>
                    <a:pt x="2097" y="7112"/>
                    <a:pt x="2433" y="7071"/>
                    <a:pt x="2779" y="6994"/>
                  </a:cubicBezTo>
                  <a:cubicBezTo>
                    <a:pt x="3336" y="6867"/>
                    <a:pt x="4367" y="6535"/>
                    <a:pt x="5310" y="5687"/>
                  </a:cubicBezTo>
                  <a:cubicBezTo>
                    <a:pt x="5453" y="5874"/>
                    <a:pt x="5674" y="5996"/>
                    <a:pt x="5924" y="5996"/>
                  </a:cubicBezTo>
                  <a:cubicBezTo>
                    <a:pt x="6308" y="5996"/>
                    <a:pt x="6626" y="5711"/>
                    <a:pt x="6681" y="5341"/>
                  </a:cubicBezTo>
                  <a:cubicBezTo>
                    <a:pt x="6840" y="5270"/>
                    <a:pt x="6972" y="5144"/>
                    <a:pt x="7044" y="4978"/>
                  </a:cubicBezTo>
                  <a:cubicBezTo>
                    <a:pt x="7257" y="4852"/>
                    <a:pt x="7393" y="4618"/>
                    <a:pt x="7393" y="4368"/>
                  </a:cubicBezTo>
                  <a:cubicBezTo>
                    <a:pt x="7393" y="4116"/>
                    <a:pt x="7257" y="3882"/>
                    <a:pt x="7044" y="3757"/>
                  </a:cubicBezTo>
                  <a:cubicBezTo>
                    <a:pt x="6993" y="3638"/>
                    <a:pt x="6908" y="3539"/>
                    <a:pt x="6806" y="3468"/>
                  </a:cubicBezTo>
                  <a:cubicBezTo>
                    <a:pt x="6908" y="3190"/>
                    <a:pt x="6972" y="2943"/>
                    <a:pt x="7013" y="2755"/>
                  </a:cubicBezTo>
                  <a:cubicBezTo>
                    <a:pt x="7119" y="2260"/>
                    <a:pt x="7298" y="1045"/>
                    <a:pt x="6654" y="401"/>
                  </a:cubicBezTo>
                  <a:cubicBezTo>
                    <a:pt x="6454" y="197"/>
                    <a:pt x="6195" y="86"/>
                    <a:pt x="5928" y="86"/>
                  </a:cubicBezTo>
                  <a:cubicBezTo>
                    <a:pt x="5892" y="86"/>
                    <a:pt x="5855" y="88"/>
                    <a:pt x="5819" y="92"/>
                  </a:cubicBezTo>
                  <a:cubicBezTo>
                    <a:pt x="5805" y="92"/>
                    <a:pt x="5792" y="96"/>
                    <a:pt x="5775" y="96"/>
                  </a:cubicBezTo>
                  <a:cubicBezTo>
                    <a:pt x="5666" y="79"/>
                    <a:pt x="5553" y="70"/>
                    <a:pt x="5436" y="70"/>
                  </a:cubicBezTo>
                  <a:cubicBezTo>
                    <a:pt x="5157" y="70"/>
                    <a:pt x="4859" y="119"/>
                    <a:pt x="4550" y="215"/>
                  </a:cubicBezTo>
                  <a:cubicBezTo>
                    <a:pt x="4007" y="384"/>
                    <a:pt x="3162" y="788"/>
                    <a:pt x="2152" y="1754"/>
                  </a:cubicBezTo>
                  <a:cubicBezTo>
                    <a:pt x="2135" y="1704"/>
                    <a:pt x="2107" y="1656"/>
                    <a:pt x="2077" y="1615"/>
                  </a:cubicBezTo>
                  <a:cubicBezTo>
                    <a:pt x="2376" y="1483"/>
                    <a:pt x="2582" y="1188"/>
                    <a:pt x="2582" y="842"/>
                  </a:cubicBezTo>
                  <a:cubicBezTo>
                    <a:pt x="2582" y="377"/>
                    <a:pt x="2205" y="0"/>
                    <a:pt x="17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28575" dist="19050" dir="2220000" algn="bl" rotWithShape="0">
                <a:schemeClr val="dk1">
                  <a:alpha val="2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629;p44">
              <a:extLst>
                <a:ext uri="{FF2B5EF4-FFF2-40B4-BE49-F238E27FC236}">
                  <a16:creationId xmlns:a16="http://schemas.microsoft.com/office/drawing/2014/main" id="{5D677587-9B2D-228B-E565-288AFAA851AC}"/>
                </a:ext>
              </a:extLst>
            </p:cNvPr>
            <p:cNvSpPr/>
            <p:nvPr/>
          </p:nvSpPr>
          <p:spPr>
            <a:xfrm>
              <a:off x="4804786" y="1636156"/>
              <a:ext cx="367845" cy="344133"/>
            </a:xfrm>
            <a:custGeom>
              <a:avLst/>
              <a:gdLst/>
              <a:ahLst/>
              <a:cxnLst/>
              <a:rect l="l" t="t" r="r" b="b"/>
              <a:pathLst>
                <a:path w="5833" h="5457" extrusionOk="0">
                  <a:moveTo>
                    <a:pt x="4696" y="1"/>
                  </a:moveTo>
                  <a:cubicBezTo>
                    <a:pt x="4017" y="1"/>
                    <a:pt x="2989" y="439"/>
                    <a:pt x="1818" y="1609"/>
                  </a:cubicBezTo>
                  <a:cubicBezTo>
                    <a:pt x="411" y="3018"/>
                    <a:pt x="0" y="4283"/>
                    <a:pt x="180" y="4941"/>
                  </a:cubicBezTo>
                  <a:cubicBezTo>
                    <a:pt x="122" y="5043"/>
                    <a:pt x="129" y="5141"/>
                    <a:pt x="221" y="5233"/>
                  </a:cubicBezTo>
                  <a:cubicBezTo>
                    <a:pt x="363" y="5379"/>
                    <a:pt x="665" y="5457"/>
                    <a:pt x="1048" y="5457"/>
                  </a:cubicBezTo>
                  <a:cubicBezTo>
                    <a:pt x="1924" y="5457"/>
                    <a:pt x="3247" y="5046"/>
                    <a:pt x="4231" y="4062"/>
                  </a:cubicBezTo>
                  <a:cubicBezTo>
                    <a:pt x="5649" y="2644"/>
                    <a:pt x="5832" y="567"/>
                    <a:pt x="5357" y="96"/>
                  </a:cubicBezTo>
                  <a:cubicBezTo>
                    <a:pt x="5303" y="41"/>
                    <a:pt x="5249" y="15"/>
                    <a:pt x="5191" y="15"/>
                  </a:cubicBezTo>
                  <a:cubicBezTo>
                    <a:pt x="5151" y="15"/>
                    <a:pt x="5110" y="28"/>
                    <a:pt x="5066" y="52"/>
                  </a:cubicBezTo>
                  <a:cubicBezTo>
                    <a:pt x="4961" y="21"/>
                    <a:pt x="4835" y="1"/>
                    <a:pt x="469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630;p44">
              <a:extLst>
                <a:ext uri="{FF2B5EF4-FFF2-40B4-BE49-F238E27FC236}">
                  <a16:creationId xmlns:a16="http://schemas.microsoft.com/office/drawing/2014/main" id="{D728A4F3-5775-8971-C173-5758F0AE643E}"/>
                </a:ext>
              </a:extLst>
            </p:cNvPr>
            <p:cNvSpPr/>
            <p:nvPr/>
          </p:nvSpPr>
          <p:spPr>
            <a:xfrm>
              <a:off x="4842876" y="1835430"/>
              <a:ext cx="95477" cy="82612"/>
            </a:xfrm>
            <a:custGeom>
              <a:avLst/>
              <a:gdLst/>
              <a:ahLst/>
              <a:cxnLst/>
              <a:rect l="l" t="t" r="r" b="b"/>
              <a:pathLst>
                <a:path w="1514" h="1310" extrusionOk="0">
                  <a:moveTo>
                    <a:pt x="879" y="0"/>
                  </a:moveTo>
                  <a:cubicBezTo>
                    <a:pt x="394" y="0"/>
                    <a:pt x="0" y="394"/>
                    <a:pt x="0" y="879"/>
                  </a:cubicBezTo>
                  <a:cubicBezTo>
                    <a:pt x="0" y="1034"/>
                    <a:pt x="44" y="1181"/>
                    <a:pt x="115" y="1310"/>
                  </a:cubicBezTo>
                  <a:cubicBezTo>
                    <a:pt x="563" y="940"/>
                    <a:pt x="1039" y="607"/>
                    <a:pt x="1513" y="275"/>
                  </a:cubicBezTo>
                  <a:cubicBezTo>
                    <a:pt x="1354" y="105"/>
                    <a:pt x="1127" y="0"/>
                    <a:pt x="87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631;p44">
              <a:extLst>
                <a:ext uri="{FF2B5EF4-FFF2-40B4-BE49-F238E27FC236}">
                  <a16:creationId xmlns:a16="http://schemas.microsoft.com/office/drawing/2014/main" id="{A72FE9A8-746C-B6CD-4C47-D7B726EDC3BF}"/>
                </a:ext>
              </a:extLst>
            </p:cNvPr>
            <p:cNvSpPr/>
            <p:nvPr/>
          </p:nvSpPr>
          <p:spPr>
            <a:xfrm>
              <a:off x="4920504" y="1741721"/>
              <a:ext cx="103171" cy="103549"/>
            </a:xfrm>
            <a:custGeom>
              <a:avLst/>
              <a:gdLst/>
              <a:ahLst/>
              <a:cxnLst/>
              <a:rect l="l" t="t" r="r" b="b"/>
              <a:pathLst>
                <a:path w="1636" h="1642" extrusionOk="0">
                  <a:moveTo>
                    <a:pt x="879" y="0"/>
                  </a:moveTo>
                  <a:cubicBezTo>
                    <a:pt x="394" y="0"/>
                    <a:pt x="1" y="390"/>
                    <a:pt x="1" y="876"/>
                  </a:cubicBezTo>
                  <a:cubicBezTo>
                    <a:pt x="1" y="1204"/>
                    <a:pt x="184" y="1489"/>
                    <a:pt x="452" y="1642"/>
                  </a:cubicBezTo>
                  <a:cubicBezTo>
                    <a:pt x="520" y="1591"/>
                    <a:pt x="591" y="1543"/>
                    <a:pt x="659" y="1493"/>
                  </a:cubicBezTo>
                  <a:cubicBezTo>
                    <a:pt x="974" y="1133"/>
                    <a:pt x="1303" y="780"/>
                    <a:pt x="1636" y="434"/>
                  </a:cubicBezTo>
                  <a:cubicBezTo>
                    <a:pt x="1483" y="173"/>
                    <a:pt x="1202" y="0"/>
                    <a:pt x="87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632;p44">
              <a:extLst>
                <a:ext uri="{FF2B5EF4-FFF2-40B4-BE49-F238E27FC236}">
                  <a16:creationId xmlns:a16="http://schemas.microsoft.com/office/drawing/2014/main" id="{7A34E139-2C10-3D79-E132-F0D4D1597C0B}"/>
                </a:ext>
              </a:extLst>
            </p:cNvPr>
            <p:cNvSpPr/>
            <p:nvPr/>
          </p:nvSpPr>
          <p:spPr>
            <a:xfrm>
              <a:off x="5009989" y="1661633"/>
              <a:ext cx="88414" cy="99135"/>
            </a:xfrm>
            <a:custGeom>
              <a:avLst/>
              <a:gdLst/>
              <a:ahLst/>
              <a:cxnLst/>
              <a:rect l="l" t="t" r="r" b="b"/>
              <a:pathLst>
                <a:path w="1402" h="1572" extrusionOk="0">
                  <a:moveTo>
                    <a:pt x="875" y="1"/>
                  </a:moveTo>
                  <a:cubicBezTo>
                    <a:pt x="390" y="1"/>
                    <a:pt x="0" y="395"/>
                    <a:pt x="0" y="876"/>
                  </a:cubicBezTo>
                  <a:cubicBezTo>
                    <a:pt x="0" y="1161"/>
                    <a:pt x="132" y="1413"/>
                    <a:pt x="343" y="1571"/>
                  </a:cubicBezTo>
                  <a:cubicBezTo>
                    <a:pt x="441" y="1470"/>
                    <a:pt x="539" y="1368"/>
                    <a:pt x="641" y="1270"/>
                  </a:cubicBezTo>
                  <a:cubicBezTo>
                    <a:pt x="888" y="900"/>
                    <a:pt x="1137" y="533"/>
                    <a:pt x="1401" y="177"/>
                  </a:cubicBezTo>
                  <a:cubicBezTo>
                    <a:pt x="1255" y="69"/>
                    <a:pt x="1072" y="1"/>
                    <a:pt x="8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633;p44">
              <a:extLst>
                <a:ext uri="{FF2B5EF4-FFF2-40B4-BE49-F238E27FC236}">
                  <a16:creationId xmlns:a16="http://schemas.microsoft.com/office/drawing/2014/main" id="{EFE5F63F-EEA8-CE6C-8F49-363A6D14A371}"/>
                </a:ext>
              </a:extLst>
            </p:cNvPr>
            <p:cNvSpPr/>
            <p:nvPr/>
          </p:nvSpPr>
          <p:spPr>
            <a:xfrm>
              <a:off x="4813741" y="1637039"/>
              <a:ext cx="343692" cy="323764"/>
            </a:xfrm>
            <a:custGeom>
              <a:avLst/>
              <a:gdLst/>
              <a:ahLst/>
              <a:cxnLst/>
              <a:rect l="l" t="t" r="r" b="b"/>
              <a:pathLst>
                <a:path w="5450" h="5134" extrusionOk="0">
                  <a:moveTo>
                    <a:pt x="1" y="5070"/>
                  </a:moveTo>
                  <a:cubicBezTo>
                    <a:pt x="4" y="5090"/>
                    <a:pt x="7" y="5114"/>
                    <a:pt x="18" y="5134"/>
                  </a:cubicBezTo>
                  <a:cubicBezTo>
                    <a:pt x="7" y="5114"/>
                    <a:pt x="4" y="5090"/>
                    <a:pt x="1" y="5070"/>
                  </a:cubicBezTo>
                  <a:close/>
                  <a:moveTo>
                    <a:pt x="5212" y="75"/>
                  </a:moveTo>
                  <a:cubicBezTo>
                    <a:pt x="5212" y="79"/>
                    <a:pt x="5215" y="79"/>
                    <a:pt x="5215" y="82"/>
                  </a:cubicBezTo>
                  <a:cubicBezTo>
                    <a:pt x="5364" y="231"/>
                    <a:pt x="5450" y="544"/>
                    <a:pt x="5450" y="944"/>
                  </a:cubicBezTo>
                  <a:cubicBezTo>
                    <a:pt x="5450" y="544"/>
                    <a:pt x="5364" y="231"/>
                    <a:pt x="5215" y="82"/>
                  </a:cubicBezTo>
                  <a:cubicBezTo>
                    <a:pt x="5215" y="79"/>
                    <a:pt x="5212" y="79"/>
                    <a:pt x="5212" y="75"/>
                  </a:cubicBezTo>
                  <a:close/>
                  <a:moveTo>
                    <a:pt x="5049" y="1"/>
                  </a:moveTo>
                  <a:cubicBezTo>
                    <a:pt x="5009" y="1"/>
                    <a:pt x="4968" y="14"/>
                    <a:pt x="4924" y="38"/>
                  </a:cubicBezTo>
                  <a:lnTo>
                    <a:pt x="4924" y="38"/>
                  </a:lnTo>
                  <a:cubicBezTo>
                    <a:pt x="4968" y="14"/>
                    <a:pt x="5009" y="1"/>
                    <a:pt x="5049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634;p44">
              <a:extLst>
                <a:ext uri="{FF2B5EF4-FFF2-40B4-BE49-F238E27FC236}">
                  <a16:creationId xmlns:a16="http://schemas.microsoft.com/office/drawing/2014/main" id="{9A78FDA9-72C6-0BCA-9305-E1C8830B0C9E}"/>
                </a:ext>
              </a:extLst>
            </p:cNvPr>
            <p:cNvSpPr/>
            <p:nvPr/>
          </p:nvSpPr>
          <p:spPr>
            <a:xfrm>
              <a:off x="4812858" y="1637039"/>
              <a:ext cx="344575" cy="343250"/>
            </a:xfrm>
            <a:custGeom>
              <a:avLst/>
              <a:gdLst/>
              <a:ahLst/>
              <a:cxnLst/>
              <a:rect l="l" t="t" r="r" b="b"/>
              <a:pathLst>
                <a:path w="5464" h="5443" extrusionOk="0">
                  <a:moveTo>
                    <a:pt x="5063" y="1"/>
                  </a:moveTo>
                  <a:cubicBezTo>
                    <a:pt x="5023" y="1"/>
                    <a:pt x="4982" y="14"/>
                    <a:pt x="4938" y="38"/>
                  </a:cubicBezTo>
                  <a:cubicBezTo>
                    <a:pt x="4808" y="113"/>
                    <a:pt x="4663" y="296"/>
                    <a:pt x="4493" y="544"/>
                  </a:cubicBezTo>
                  <a:cubicBezTo>
                    <a:pt x="4503" y="550"/>
                    <a:pt x="4517" y="561"/>
                    <a:pt x="4527" y="567"/>
                  </a:cubicBezTo>
                  <a:cubicBezTo>
                    <a:pt x="4493" y="615"/>
                    <a:pt x="4456" y="663"/>
                    <a:pt x="4422" y="710"/>
                  </a:cubicBezTo>
                  <a:cubicBezTo>
                    <a:pt x="4439" y="716"/>
                    <a:pt x="4453" y="730"/>
                    <a:pt x="4466" y="744"/>
                  </a:cubicBezTo>
                  <a:cubicBezTo>
                    <a:pt x="4808" y="1086"/>
                    <a:pt x="4677" y="2586"/>
                    <a:pt x="3652" y="3610"/>
                  </a:cubicBezTo>
                  <a:cubicBezTo>
                    <a:pt x="2943" y="4323"/>
                    <a:pt x="1986" y="4619"/>
                    <a:pt x="1355" y="4619"/>
                  </a:cubicBezTo>
                  <a:cubicBezTo>
                    <a:pt x="1076" y="4619"/>
                    <a:pt x="859" y="4561"/>
                    <a:pt x="754" y="4456"/>
                  </a:cubicBezTo>
                  <a:cubicBezTo>
                    <a:pt x="727" y="4429"/>
                    <a:pt x="710" y="4401"/>
                    <a:pt x="704" y="4374"/>
                  </a:cubicBezTo>
                  <a:cubicBezTo>
                    <a:pt x="676" y="4391"/>
                    <a:pt x="649" y="4408"/>
                    <a:pt x="625" y="4429"/>
                  </a:cubicBezTo>
                  <a:cubicBezTo>
                    <a:pt x="612" y="4435"/>
                    <a:pt x="602" y="4445"/>
                    <a:pt x="591" y="4456"/>
                  </a:cubicBezTo>
                  <a:cubicBezTo>
                    <a:pt x="591" y="4452"/>
                    <a:pt x="588" y="4452"/>
                    <a:pt x="588" y="4452"/>
                  </a:cubicBezTo>
                  <a:cubicBezTo>
                    <a:pt x="232" y="4700"/>
                    <a:pt x="1" y="4893"/>
                    <a:pt x="15" y="5070"/>
                  </a:cubicBezTo>
                  <a:cubicBezTo>
                    <a:pt x="18" y="5090"/>
                    <a:pt x="21" y="5114"/>
                    <a:pt x="32" y="5134"/>
                  </a:cubicBezTo>
                  <a:cubicBezTo>
                    <a:pt x="45" y="5165"/>
                    <a:pt x="65" y="5192"/>
                    <a:pt x="93" y="5219"/>
                  </a:cubicBezTo>
                  <a:cubicBezTo>
                    <a:pt x="239" y="5365"/>
                    <a:pt x="537" y="5443"/>
                    <a:pt x="920" y="5443"/>
                  </a:cubicBezTo>
                  <a:cubicBezTo>
                    <a:pt x="1796" y="5443"/>
                    <a:pt x="3119" y="5032"/>
                    <a:pt x="4103" y="4048"/>
                  </a:cubicBezTo>
                  <a:cubicBezTo>
                    <a:pt x="5073" y="3081"/>
                    <a:pt x="5464" y="1806"/>
                    <a:pt x="5464" y="944"/>
                  </a:cubicBezTo>
                  <a:cubicBezTo>
                    <a:pt x="5464" y="544"/>
                    <a:pt x="5378" y="231"/>
                    <a:pt x="5229" y="82"/>
                  </a:cubicBezTo>
                  <a:cubicBezTo>
                    <a:pt x="5229" y="79"/>
                    <a:pt x="5226" y="79"/>
                    <a:pt x="5226" y="75"/>
                  </a:cubicBezTo>
                  <a:cubicBezTo>
                    <a:pt x="5172" y="24"/>
                    <a:pt x="5118" y="1"/>
                    <a:pt x="50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635;p44">
              <a:extLst>
                <a:ext uri="{FF2B5EF4-FFF2-40B4-BE49-F238E27FC236}">
                  <a16:creationId xmlns:a16="http://schemas.microsoft.com/office/drawing/2014/main" id="{5012F792-775D-191D-4DB6-E0381260F18A}"/>
                </a:ext>
              </a:extLst>
            </p:cNvPr>
            <p:cNvSpPr/>
            <p:nvPr/>
          </p:nvSpPr>
          <p:spPr>
            <a:xfrm>
              <a:off x="4849875" y="1916275"/>
              <a:ext cx="2459" cy="1766"/>
            </a:xfrm>
            <a:custGeom>
              <a:avLst/>
              <a:gdLst/>
              <a:ahLst/>
              <a:cxnLst/>
              <a:rect l="l" t="t" r="r" b="b"/>
              <a:pathLst>
                <a:path w="39" h="28" extrusionOk="0">
                  <a:moveTo>
                    <a:pt x="38" y="1"/>
                  </a:moveTo>
                  <a:cubicBezTo>
                    <a:pt x="25" y="7"/>
                    <a:pt x="15" y="14"/>
                    <a:pt x="1" y="24"/>
                  </a:cubicBezTo>
                  <a:cubicBezTo>
                    <a:pt x="1" y="24"/>
                    <a:pt x="4" y="24"/>
                    <a:pt x="4" y="28"/>
                  </a:cubicBezTo>
                  <a:cubicBezTo>
                    <a:pt x="15" y="17"/>
                    <a:pt x="25" y="7"/>
                    <a:pt x="38" y="1"/>
                  </a:cubicBezTo>
                  <a:close/>
                </a:path>
              </a:pathLst>
            </a:custGeom>
            <a:solidFill>
              <a:srgbClr val="E8DD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636;p44">
              <a:extLst>
                <a:ext uri="{FF2B5EF4-FFF2-40B4-BE49-F238E27FC236}">
                  <a16:creationId xmlns:a16="http://schemas.microsoft.com/office/drawing/2014/main" id="{CF64735D-5065-5145-64EF-25F5D40DF985}"/>
                </a:ext>
              </a:extLst>
            </p:cNvPr>
            <p:cNvSpPr/>
            <p:nvPr/>
          </p:nvSpPr>
          <p:spPr>
            <a:xfrm>
              <a:off x="5089762" y="1671281"/>
              <a:ext cx="8640" cy="10531"/>
            </a:xfrm>
            <a:custGeom>
              <a:avLst/>
              <a:gdLst/>
              <a:ahLst/>
              <a:cxnLst/>
              <a:rect l="l" t="t" r="r" b="b"/>
              <a:pathLst>
                <a:path w="137" h="167" extrusionOk="0">
                  <a:moveTo>
                    <a:pt x="102" y="1"/>
                  </a:moveTo>
                  <a:cubicBezTo>
                    <a:pt x="68" y="48"/>
                    <a:pt x="35" y="99"/>
                    <a:pt x="1" y="150"/>
                  </a:cubicBezTo>
                  <a:cubicBezTo>
                    <a:pt x="10" y="156"/>
                    <a:pt x="21" y="160"/>
                    <a:pt x="31" y="167"/>
                  </a:cubicBezTo>
                  <a:cubicBezTo>
                    <a:pt x="65" y="120"/>
                    <a:pt x="102" y="72"/>
                    <a:pt x="136" y="24"/>
                  </a:cubicBezTo>
                  <a:cubicBezTo>
                    <a:pt x="126" y="18"/>
                    <a:pt x="112" y="7"/>
                    <a:pt x="102" y="1"/>
                  </a:cubicBezTo>
                  <a:close/>
                </a:path>
              </a:pathLst>
            </a:custGeom>
            <a:solidFill>
              <a:srgbClr val="E8DD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637;p44">
              <a:extLst>
                <a:ext uri="{FF2B5EF4-FFF2-40B4-BE49-F238E27FC236}">
                  <a16:creationId xmlns:a16="http://schemas.microsoft.com/office/drawing/2014/main" id="{2CF24078-96B4-A37B-2C92-7F97A47E6834}"/>
                </a:ext>
              </a:extLst>
            </p:cNvPr>
            <p:cNvSpPr/>
            <p:nvPr/>
          </p:nvSpPr>
          <p:spPr>
            <a:xfrm>
              <a:off x="5126337" y="1905744"/>
              <a:ext cx="11604" cy="11667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638;p44">
              <a:extLst>
                <a:ext uri="{FF2B5EF4-FFF2-40B4-BE49-F238E27FC236}">
                  <a16:creationId xmlns:a16="http://schemas.microsoft.com/office/drawing/2014/main" id="{10B4B72E-44AC-DFDE-5401-006A0A032819}"/>
                </a:ext>
              </a:extLst>
            </p:cNvPr>
            <p:cNvSpPr/>
            <p:nvPr/>
          </p:nvSpPr>
          <p:spPr>
            <a:xfrm>
              <a:off x="4800687" y="1679227"/>
              <a:ext cx="55306" cy="60792"/>
            </a:xfrm>
            <a:custGeom>
              <a:avLst/>
              <a:gdLst/>
              <a:ahLst/>
              <a:cxnLst/>
              <a:rect l="l" t="t" r="r" b="b"/>
              <a:pathLst>
                <a:path w="877" h="964" extrusionOk="0">
                  <a:moveTo>
                    <a:pt x="438" y="0"/>
                  </a:moveTo>
                  <a:cubicBezTo>
                    <a:pt x="421" y="0"/>
                    <a:pt x="405" y="7"/>
                    <a:pt x="397" y="27"/>
                  </a:cubicBezTo>
                  <a:lnTo>
                    <a:pt x="303" y="302"/>
                  </a:lnTo>
                  <a:cubicBezTo>
                    <a:pt x="296" y="312"/>
                    <a:pt x="289" y="323"/>
                    <a:pt x="278" y="326"/>
                  </a:cubicBezTo>
                  <a:lnTo>
                    <a:pt x="34" y="437"/>
                  </a:lnTo>
                  <a:cubicBezTo>
                    <a:pt x="1" y="451"/>
                    <a:pt x="1" y="509"/>
                    <a:pt x="34" y="523"/>
                  </a:cubicBezTo>
                  <a:lnTo>
                    <a:pt x="278" y="634"/>
                  </a:lnTo>
                  <a:cubicBezTo>
                    <a:pt x="289" y="638"/>
                    <a:pt x="296" y="648"/>
                    <a:pt x="303" y="658"/>
                  </a:cubicBezTo>
                  <a:lnTo>
                    <a:pt x="397" y="933"/>
                  </a:lnTo>
                  <a:cubicBezTo>
                    <a:pt x="405" y="954"/>
                    <a:pt x="421" y="963"/>
                    <a:pt x="438" y="963"/>
                  </a:cubicBezTo>
                  <a:cubicBezTo>
                    <a:pt x="452" y="963"/>
                    <a:pt x="469" y="954"/>
                    <a:pt x="476" y="933"/>
                  </a:cubicBezTo>
                  <a:lnTo>
                    <a:pt x="574" y="658"/>
                  </a:lnTo>
                  <a:cubicBezTo>
                    <a:pt x="577" y="648"/>
                    <a:pt x="584" y="638"/>
                    <a:pt x="594" y="634"/>
                  </a:cubicBezTo>
                  <a:lnTo>
                    <a:pt x="839" y="523"/>
                  </a:lnTo>
                  <a:cubicBezTo>
                    <a:pt x="876" y="509"/>
                    <a:pt x="876" y="451"/>
                    <a:pt x="839" y="437"/>
                  </a:cubicBezTo>
                  <a:lnTo>
                    <a:pt x="594" y="326"/>
                  </a:lnTo>
                  <a:cubicBezTo>
                    <a:pt x="584" y="323"/>
                    <a:pt x="577" y="312"/>
                    <a:pt x="574" y="302"/>
                  </a:cubicBezTo>
                  <a:lnTo>
                    <a:pt x="476" y="27"/>
                  </a:lnTo>
                  <a:cubicBezTo>
                    <a:pt x="469" y="7"/>
                    <a:pt x="452" y="0"/>
                    <a:pt x="4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39;p44">
              <a:extLst>
                <a:ext uri="{FF2B5EF4-FFF2-40B4-BE49-F238E27FC236}">
                  <a16:creationId xmlns:a16="http://schemas.microsoft.com/office/drawing/2014/main" id="{D8879B61-2039-7302-3BD6-81B9F5F07EFF}"/>
                </a:ext>
              </a:extLst>
            </p:cNvPr>
            <p:cNvSpPr/>
            <p:nvPr/>
          </p:nvSpPr>
          <p:spPr>
            <a:xfrm>
              <a:off x="5141724" y="1834548"/>
              <a:ext cx="40928" cy="45216"/>
            </a:xfrm>
            <a:custGeom>
              <a:avLst/>
              <a:gdLst/>
              <a:ahLst/>
              <a:cxnLst/>
              <a:rect l="l" t="t" r="r" b="b"/>
              <a:pathLst>
                <a:path w="649" h="717" extrusionOk="0">
                  <a:moveTo>
                    <a:pt x="323" y="0"/>
                  </a:moveTo>
                  <a:cubicBezTo>
                    <a:pt x="313" y="0"/>
                    <a:pt x="303" y="10"/>
                    <a:pt x="296" y="24"/>
                  </a:cubicBezTo>
                  <a:lnTo>
                    <a:pt x="225" y="228"/>
                  </a:lnTo>
                  <a:cubicBezTo>
                    <a:pt x="221" y="234"/>
                    <a:pt x="215" y="241"/>
                    <a:pt x="208" y="245"/>
                  </a:cubicBezTo>
                  <a:lnTo>
                    <a:pt x="25" y="326"/>
                  </a:lnTo>
                  <a:cubicBezTo>
                    <a:pt x="1" y="340"/>
                    <a:pt x="1" y="381"/>
                    <a:pt x="25" y="390"/>
                  </a:cubicBezTo>
                  <a:lnTo>
                    <a:pt x="208" y="472"/>
                  </a:lnTo>
                  <a:cubicBezTo>
                    <a:pt x="215" y="475"/>
                    <a:pt x="221" y="482"/>
                    <a:pt x="225" y="492"/>
                  </a:cubicBezTo>
                  <a:lnTo>
                    <a:pt x="296" y="696"/>
                  </a:lnTo>
                  <a:cubicBezTo>
                    <a:pt x="303" y="710"/>
                    <a:pt x="313" y="716"/>
                    <a:pt x="323" y="716"/>
                  </a:cubicBezTo>
                  <a:cubicBezTo>
                    <a:pt x="337" y="716"/>
                    <a:pt x="347" y="710"/>
                    <a:pt x="354" y="696"/>
                  </a:cubicBezTo>
                  <a:lnTo>
                    <a:pt x="425" y="492"/>
                  </a:lnTo>
                  <a:cubicBezTo>
                    <a:pt x="428" y="482"/>
                    <a:pt x="435" y="475"/>
                    <a:pt x="442" y="472"/>
                  </a:cubicBezTo>
                  <a:lnTo>
                    <a:pt x="622" y="390"/>
                  </a:lnTo>
                  <a:cubicBezTo>
                    <a:pt x="649" y="381"/>
                    <a:pt x="649" y="340"/>
                    <a:pt x="622" y="326"/>
                  </a:cubicBezTo>
                  <a:lnTo>
                    <a:pt x="442" y="245"/>
                  </a:lnTo>
                  <a:cubicBezTo>
                    <a:pt x="435" y="241"/>
                    <a:pt x="428" y="234"/>
                    <a:pt x="425" y="228"/>
                  </a:cubicBezTo>
                  <a:lnTo>
                    <a:pt x="354" y="24"/>
                  </a:lnTo>
                  <a:cubicBezTo>
                    <a:pt x="347" y="10"/>
                    <a:pt x="337" y="0"/>
                    <a:pt x="3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640;p44">
              <a:extLst>
                <a:ext uri="{FF2B5EF4-FFF2-40B4-BE49-F238E27FC236}">
                  <a16:creationId xmlns:a16="http://schemas.microsoft.com/office/drawing/2014/main" id="{CA118E05-8439-E7C6-C827-FC6FE392EB4C}"/>
                </a:ext>
              </a:extLst>
            </p:cNvPr>
            <p:cNvSpPr/>
            <p:nvPr/>
          </p:nvSpPr>
          <p:spPr>
            <a:xfrm>
              <a:off x="4857632" y="1624237"/>
              <a:ext cx="21441" cy="21252"/>
            </a:xfrm>
            <a:custGeom>
              <a:avLst/>
              <a:gdLst/>
              <a:ahLst/>
              <a:cxnLst/>
              <a:rect l="l" t="t" r="r" b="b"/>
              <a:pathLst>
                <a:path w="340" h="337" extrusionOk="0">
                  <a:moveTo>
                    <a:pt x="169" y="0"/>
                  </a:moveTo>
                  <a:cubicBezTo>
                    <a:pt x="78" y="0"/>
                    <a:pt x="0" y="75"/>
                    <a:pt x="0" y="169"/>
                  </a:cubicBezTo>
                  <a:cubicBezTo>
                    <a:pt x="0" y="261"/>
                    <a:pt x="78" y="336"/>
                    <a:pt x="169" y="336"/>
                  </a:cubicBezTo>
                  <a:cubicBezTo>
                    <a:pt x="265" y="336"/>
                    <a:pt x="340" y="261"/>
                    <a:pt x="340" y="169"/>
                  </a:cubicBezTo>
                  <a:cubicBezTo>
                    <a:pt x="340" y="75"/>
                    <a:pt x="265" y="0"/>
                    <a:pt x="1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641;p44">
              <a:extLst>
                <a:ext uri="{FF2B5EF4-FFF2-40B4-BE49-F238E27FC236}">
                  <a16:creationId xmlns:a16="http://schemas.microsoft.com/office/drawing/2014/main" id="{FF0B1779-0E33-8B14-AE65-A5EB02CF640C}"/>
                </a:ext>
              </a:extLst>
            </p:cNvPr>
            <p:cNvSpPr/>
            <p:nvPr/>
          </p:nvSpPr>
          <p:spPr>
            <a:xfrm>
              <a:off x="4805165" y="1628715"/>
              <a:ext cx="364692" cy="359079"/>
            </a:xfrm>
            <a:custGeom>
              <a:avLst/>
              <a:gdLst/>
              <a:ahLst/>
              <a:cxnLst/>
              <a:rect l="l" t="t" r="r" b="b"/>
              <a:pathLst>
                <a:path w="5783" h="5694" extrusionOk="0">
                  <a:moveTo>
                    <a:pt x="4123" y="642"/>
                  </a:moveTo>
                  <a:cubicBezTo>
                    <a:pt x="4238" y="642"/>
                    <a:pt x="4347" y="668"/>
                    <a:pt x="4446" y="713"/>
                  </a:cubicBezTo>
                  <a:cubicBezTo>
                    <a:pt x="4388" y="798"/>
                    <a:pt x="4330" y="889"/>
                    <a:pt x="4266" y="984"/>
                  </a:cubicBezTo>
                  <a:cubicBezTo>
                    <a:pt x="4075" y="1276"/>
                    <a:pt x="3859" y="1609"/>
                    <a:pt x="3601" y="1948"/>
                  </a:cubicBezTo>
                  <a:cubicBezTo>
                    <a:pt x="3455" y="1808"/>
                    <a:pt x="3363" y="1615"/>
                    <a:pt x="3363" y="1398"/>
                  </a:cubicBezTo>
                  <a:cubicBezTo>
                    <a:pt x="3363" y="981"/>
                    <a:pt x="3706" y="642"/>
                    <a:pt x="4123" y="642"/>
                  </a:cubicBezTo>
                  <a:close/>
                  <a:moveTo>
                    <a:pt x="2708" y="1910"/>
                  </a:moveTo>
                  <a:cubicBezTo>
                    <a:pt x="2976" y="1910"/>
                    <a:pt x="3214" y="2053"/>
                    <a:pt x="3350" y="2267"/>
                  </a:cubicBezTo>
                  <a:cubicBezTo>
                    <a:pt x="3197" y="2450"/>
                    <a:pt x="3034" y="2633"/>
                    <a:pt x="2854" y="2810"/>
                  </a:cubicBezTo>
                  <a:cubicBezTo>
                    <a:pt x="2675" y="2989"/>
                    <a:pt x="2492" y="3156"/>
                    <a:pt x="2304" y="3308"/>
                  </a:cubicBezTo>
                  <a:cubicBezTo>
                    <a:pt x="2091" y="3176"/>
                    <a:pt x="1948" y="2939"/>
                    <a:pt x="1948" y="2668"/>
                  </a:cubicBezTo>
                  <a:cubicBezTo>
                    <a:pt x="1948" y="2250"/>
                    <a:pt x="2288" y="1910"/>
                    <a:pt x="2708" y="1910"/>
                  </a:cubicBezTo>
                  <a:close/>
                  <a:moveTo>
                    <a:pt x="1477" y="3396"/>
                  </a:moveTo>
                  <a:cubicBezTo>
                    <a:pt x="1660" y="3396"/>
                    <a:pt x="1833" y="3465"/>
                    <a:pt x="1966" y="3576"/>
                  </a:cubicBezTo>
                  <a:cubicBezTo>
                    <a:pt x="1633" y="3828"/>
                    <a:pt x="1307" y="4044"/>
                    <a:pt x="1019" y="4235"/>
                  </a:cubicBezTo>
                  <a:cubicBezTo>
                    <a:pt x="927" y="4292"/>
                    <a:pt x="843" y="4350"/>
                    <a:pt x="761" y="4404"/>
                  </a:cubicBezTo>
                  <a:cubicBezTo>
                    <a:pt x="734" y="4326"/>
                    <a:pt x="716" y="4242"/>
                    <a:pt x="716" y="4157"/>
                  </a:cubicBezTo>
                  <a:cubicBezTo>
                    <a:pt x="716" y="3736"/>
                    <a:pt x="1059" y="3396"/>
                    <a:pt x="1477" y="3396"/>
                  </a:cubicBezTo>
                  <a:close/>
                  <a:moveTo>
                    <a:pt x="4693" y="238"/>
                  </a:moveTo>
                  <a:cubicBezTo>
                    <a:pt x="4731" y="238"/>
                    <a:pt x="4764" y="238"/>
                    <a:pt x="4795" y="241"/>
                  </a:cubicBezTo>
                  <a:cubicBezTo>
                    <a:pt x="4727" y="316"/>
                    <a:pt x="4656" y="411"/>
                    <a:pt x="4581" y="516"/>
                  </a:cubicBezTo>
                  <a:cubicBezTo>
                    <a:pt x="4442" y="444"/>
                    <a:pt x="4286" y="404"/>
                    <a:pt x="4123" y="404"/>
                  </a:cubicBezTo>
                  <a:cubicBezTo>
                    <a:pt x="3574" y="404"/>
                    <a:pt x="3129" y="852"/>
                    <a:pt x="3129" y="1398"/>
                  </a:cubicBezTo>
                  <a:cubicBezTo>
                    <a:pt x="3129" y="1548"/>
                    <a:pt x="3159" y="1686"/>
                    <a:pt x="3217" y="1812"/>
                  </a:cubicBezTo>
                  <a:cubicBezTo>
                    <a:pt x="3068" y="1724"/>
                    <a:pt x="2895" y="1673"/>
                    <a:pt x="2708" y="1673"/>
                  </a:cubicBezTo>
                  <a:cubicBezTo>
                    <a:pt x="2159" y="1673"/>
                    <a:pt x="1711" y="2118"/>
                    <a:pt x="1711" y="2668"/>
                  </a:cubicBezTo>
                  <a:cubicBezTo>
                    <a:pt x="1711" y="2887"/>
                    <a:pt x="1786" y="3095"/>
                    <a:pt x="1908" y="3261"/>
                  </a:cubicBezTo>
                  <a:cubicBezTo>
                    <a:pt x="1779" y="3197"/>
                    <a:pt x="1629" y="3159"/>
                    <a:pt x="1477" y="3159"/>
                  </a:cubicBezTo>
                  <a:cubicBezTo>
                    <a:pt x="927" y="3159"/>
                    <a:pt x="479" y="3607"/>
                    <a:pt x="479" y="4157"/>
                  </a:cubicBezTo>
                  <a:cubicBezTo>
                    <a:pt x="479" y="4292"/>
                    <a:pt x="510" y="4425"/>
                    <a:pt x="561" y="4544"/>
                  </a:cubicBezTo>
                  <a:cubicBezTo>
                    <a:pt x="442" y="4628"/>
                    <a:pt x="340" y="4707"/>
                    <a:pt x="256" y="4785"/>
                  </a:cubicBezTo>
                  <a:cubicBezTo>
                    <a:pt x="248" y="4571"/>
                    <a:pt x="289" y="4316"/>
                    <a:pt x="384" y="4041"/>
                  </a:cubicBezTo>
                  <a:cubicBezTo>
                    <a:pt x="547" y="3549"/>
                    <a:pt x="944" y="2762"/>
                    <a:pt x="1897" y="1812"/>
                  </a:cubicBezTo>
                  <a:cubicBezTo>
                    <a:pt x="2844" y="862"/>
                    <a:pt x="3607" y="489"/>
                    <a:pt x="4083" y="343"/>
                  </a:cubicBezTo>
                  <a:cubicBezTo>
                    <a:pt x="4303" y="272"/>
                    <a:pt x="4510" y="238"/>
                    <a:pt x="4693" y="238"/>
                  </a:cubicBezTo>
                  <a:close/>
                  <a:moveTo>
                    <a:pt x="5185" y="251"/>
                  </a:moveTo>
                  <a:cubicBezTo>
                    <a:pt x="5202" y="251"/>
                    <a:pt x="5229" y="258"/>
                    <a:pt x="5267" y="299"/>
                  </a:cubicBezTo>
                  <a:cubicBezTo>
                    <a:pt x="5443" y="472"/>
                    <a:pt x="5555" y="1025"/>
                    <a:pt x="5382" y="1819"/>
                  </a:cubicBezTo>
                  <a:cubicBezTo>
                    <a:pt x="5273" y="2314"/>
                    <a:pt x="4971" y="3268"/>
                    <a:pt x="4141" y="4096"/>
                  </a:cubicBezTo>
                  <a:cubicBezTo>
                    <a:pt x="3309" y="4930"/>
                    <a:pt x="2342" y="5246"/>
                    <a:pt x="1840" y="5361"/>
                  </a:cubicBezTo>
                  <a:cubicBezTo>
                    <a:pt x="1538" y="5429"/>
                    <a:pt x="1270" y="5457"/>
                    <a:pt x="1046" y="5457"/>
                  </a:cubicBezTo>
                  <a:cubicBezTo>
                    <a:pt x="666" y="5457"/>
                    <a:pt x="408" y="5375"/>
                    <a:pt x="299" y="5266"/>
                  </a:cubicBezTo>
                  <a:cubicBezTo>
                    <a:pt x="252" y="5219"/>
                    <a:pt x="256" y="5192"/>
                    <a:pt x="256" y="5178"/>
                  </a:cubicBezTo>
                  <a:cubicBezTo>
                    <a:pt x="273" y="5012"/>
                    <a:pt x="700" y="4730"/>
                    <a:pt x="1151" y="4431"/>
                  </a:cubicBezTo>
                  <a:cubicBezTo>
                    <a:pt x="1704" y="4065"/>
                    <a:pt x="2393" y="3610"/>
                    <a:pt x="3024" y="2979"/>
                  </a:cubicBezTo>
                  <a:cubicBezTo>
                    <a:pt x="3658" y="2345"/>
                    <a:pt x="4106" y="1663"/>
                    <a:pt x="4466" y="1113"/>
                  </a:cubicBezTo>
                  <a:cubicBezTo>
                    <a:pt x="4751" y="679"/>
                    <a:pt x="5019" y="269"/>
                    <a:pt x="5179" y="255"/>
                  </a:cubicBezTo>
                  <a:cubicBezTo>
                    <a:pt x="5179" y="251"/>
                    <a:pt x="5182" y="251"/>
                    <a:pt x="5185" y="251"/>
                  </a:cubicBezTo>
                  <a:close/>
                  <a:moveTo>
                    <a:pt x="4693" y="1"/>
                  </a:moveTo>
                  <a:cubicBezTo>
                    <a:pt x="4487" y="1"/>
                    <a:pt x="4255" y="37"/>
                    <a:pt x="4011" y="115"/>
                  </a:cubicBezTo>
                  <a:cubicBezTo>
                    <a:pt x="3513" y="269"/>
                    <a:pt x="2711" y="662"/>
                    <a:pt x="1728" y="1642"/>
                  </a:cubicBezTo>
                  <a:cubicBezTo>
                    <a:pt x="744" y="2627"/>
                    <a:pt x="330" y="3451"/>
                    <a:pt x="157" y="3966"/>
                  </a:cubicBezTo>
                  <a:cubicBezTo>
                    <a:pt x="49" y="4292"/>
                    <a:pt x="1" y="4588"/>
                    <a:pt x="21" y="4849"/>
                  </a:cubicBezTo>
                  <a:cubicBezTo>
                    <a:pt x="24" y="4917"/>
                    <a:pt x="35" y="4981"/>
                    <a:pt x="49" y="5045"/>
                  </a:cubicBezTo>
                  <a:cubicBezTo>
                    <a:pt x="32" y="5079"/>
                    <a:pt x="21" y="5117"/>
                    <a:pt x="18" y="5154"/>
                  </a:cubicBezTo>
                  <a:cubicBezTo>
                    <a:pt x="8" y="5256"/>
                    <a:pt x="45" y="5351"/>
                    <a:pt x="130" y="5436"/>
                  </a:cubicBezTo>
                  <a:cubicBezTo>
                    <a:pt x="299" y="5606"/>
                    <a:pt x="632" y="5693"/>
                    <a:pt x="1046" y="5693"/>
                  </a:cubicBezTo>
                  <a:cubicBezTo>
                    <a:pt x="1300" y="5693"/>
                    <a:pt x="1589" y="5660"/>
                    <a:pt x="1891" y="5592"/>
                  </a:cubicBezTo>
                  <a:cubicBezTo>
                    <a:pt x="2420" y="5473"/>
                    <a:pt x="3435" y="5141"/>
                    <a:pt x="4310" y="4265"/>
                  </a:cubicBezTo>
                  <a:cubicBezTo>
                    <a:pt x="5182" y="3393"/>
                    <a:pt x="5500" y="2389"/>
                    <a:pt x="5616" y="1866"/>
                  </a:cubicBezTo>
                  <a:cubicBezTo>
                    <a:pt x="5782" y="1089"/>
                    <a:pt x="5715" y="408"/>
                    <a:pt x="5436" y="129"/>
                  </a:cubicBezTo>
                  <a:cubicBezTo>
                    <a:pt x="5358" y="54"/>
                    <a:pt x="5277" y="14"/>
                    <a:pt x="5185" y="14"/>
                  </a:cubicBezTo>
                  <a:cubicBezTo>
                    <a:pt x="5175" y="14"/>
                    <a:pt x="5165" y="17"/>
                    <a:pt x="5151" y="17"/>
                  </a:cubicBezTo>
                  <a:cubicBezTo>
                    <a:pt x="5118" y="21"/>
                    <a:pt x="5084" y="31"/>
                    <a:pt x="5053" y="45"/>
                  </a:cubicBezTo>
                  <a:cubicBezTo>
                    <a:pt x="4944" y="14"/>
                    <a:pt x="4822" y="1"/>
                    <a:pt x="46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642;p44">
              <a:extLst>
                <a:ext uri="{FF2B5EF4-FFF2-40B4-BE49-F238E27FC236}">
                  <a16:creationId xmlns:a16="http://schemas.microsoft.com/office/drawing/2014/main" id="{6792B7BB-86AC-32E4-6D97-2362AD665FB1}"/>
                </a:ext>
              </a:extLst>
            </p:cNvPr>
            <p:cNvSpPr/>
            <p:nvPr/>
          </p:nvSpPr>
          <p:spPr>
            <a:xfrm>
              <a:off x="4936963" y="1757108"/>
              <a:ext cx="38216" cy="44144"/>
            </a:xfrm>
            <a:custGeom>
              <a:avLst/>
              <a:gdLst/>
              <a:ahLst/>
              <a:cxnLst/>
              <a:rect l="l" t="t" r="r" b="b"/>
              <a:pathLst>
                <a:path w="606" h="700" extrusionOk="0">
                  <a:moveTo>
                    <a:pt x="595" y="237"/>
                  </a:moveTo>
                  <a:lnTo>
                    <a:pt x="595" y="237"/>
                  </a:lnTo>
                  <a:lnTo>
                    <a:pt x="598" y="237"/>
                  </a:lnTo>
                  <a:close/>
                  <a:moveTo>
                    <a:pt x="591" y="0"/>
                  </a:moveTo>
                  <a:cubicBezTo>
                    <a:pt x="425" y="0"/>
                    <a:pt x="117" y="115"/>
                    <a:pt x="15" y="553"/>
                  </a:cubicBezTo>
                  <a:cubicBezTo>
                    <a:pt x="1" y="618"/>
                    <a:pt x="42" y="682"/>
                    <a:pt x="103" y="696"/>
                  </a:cubicBezTo>
                  <a:cubicBezTo>
                    <a:pt x="113" y="699"/>
                    <a:pt x="123" y="699"/>
                    <a:pt x="133" y="699"/>
                  </a:cubicBezTo>
                  <a:cubicBezTo>
                    <a:pt x="184" y="699"/>
                    <a:pt x="235" y="662"/>
                    <a:pt x="245" y="607"/>
                  </a:cubicBezTo>
                  <a:cubicBezTo>
                    <a:pt x="327" y="254"/>
                    <a:pt x="557" y="237"/>
                    <a:pt x="595" y="237"/>
                  </a:cubicBezTo>
                  <a:lnTo>
                    <a:pt x="595" y="237"/>
                  </a:lnTo>
                  <a:lnTo>
                    <a:pt x="60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643;p44">
              <a:extLst>
                <a:ext uri="{FF2B5EF4-FFF2-40B4-BE49-F238E27FC236}">
                  <a16:creationId xmlns:a16="http://schemas.microsoft.com/office/drawing/2014/main" id="{33108B96-0708-2F38-D269-45D0516C78F5}"/>
                </a:ext>
              </a:extLst>
            </p:cNvPr>
            <p:cNvSpPr/>
            <p:nvPr/>
          </p:nvSpPr>
          <p:spPr>
            <a:xfrm>
              <a:off x="4861857" y="1850124"/>
              <a:ext cx="40739" cy="30712"/>
            </a:xfrm>
            <a:custGeom>
              <a:avLst/>
              <a:gdLst/>
              <a:ahLst/>
              <a:cxnLst/>
              <a:rect l="l" t="t" r="r" b="b"/>
              <a:pathLst>
                <a:path w="646" h="487" extrusionOk="0">
                  <a:moveTo>
                    <a:pt x="520" y="1"/>
                  </a:moveTo>
                  <a:cubicBezTo>
                    <a:pt x="330" y="1"/>
                    <a:pt x="140" y="120"/>
                    <a:pt x="32" y="310"/>
                  </a:cubicBezTo>
                  <a:cubicBezTo>
                    <a:pt x="1" y="367"/>
                    <a:pt x="21" y="439"/>
                    <a:pt x="79" y="472"/>
                  </a:cubicBezTo>
                  <a:cubicBezTo>
                    <a:pt x="96" y="483"/>
                    <a:pt x="116" y="486"/>
                    <a:pt x="137" y="486"/>
                  </a:cubicBezTo>
                  <a:cubicBezTo>
                    <a:pt x="177" y="486"/>
                    <a:pt x="218" y="466"/>
                    <a:pt x="238" y="428"/>
                  </a:cubicBezTo>
                  <a:cubicBezTo>
                    <a:pt x="290" y="341"/>
                    <a:pt x="392" y="239"/>
                    <a:pt x="520" y="239"/>
                  </a:cubicBezTo>
                  <a:lnTo>
                    <a:pt x="523" y="239"/>
                  </a:lnTo>
                  <a:lnTo>
                    <a:pt x="527" y="239"/>
                  </a:lnTo>
                  <a:cubicBezTo>
                    <a:pt x="591" y="239"/>
                    <a:pt x="642" y="187"/>
                    <a:pt x="646" y="120"/>
                  </a:cubicBezTo>
                  <a:cubicBezTo>
                    <a:pt x="646" y="56"/>
                    <a:pt x="595" y="1"/>
                    <a:pt x="5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644;p44">
              <a:extLst>
                <a:ext uri="{FF2B5EF4-FFF2-40B4-BE49-F238E27FC236}">
                  <a16:creationId xmlns:a16="http://schemas.microsoft.com/office/drawing/2014/main" id="{F7D77597-D054-5D99-8ABF-45785B7F4898}"/>
                </a:ext>
              </a:extLst>
            </p:cNvPr>
            <p:cNvSpPr/>
            <p:nvPr/>
          </p:nvSpPr>
          <p:spPr>
            <a:xfrm>
              <a:off x="5027709" y="1682191"/>
              <a:ext cx="29829" cy="40739"/>
            </a:xfrm>
            <a:custGeom>
              <a:avLst/>
              <a:gdLst/>
              <a:ahLst/>
              <a:cxnLst/>
              <a:rect l="l" t="t" r="r" b="b"/>
              <a:pathLst>
                <a:path w="473" h="646" extrusionOk="0">
                  <a:moveTo>
                    <a:pt x="340" y="0"/>
                  </a:moveTo>
                  <a:cubicBezTo>
                    <a:pt x="319" y="0"/>
                    <a:pt x="302" y="4"/>
                    <a:pt x="282" y="14"/>
                  </a:cubicBezTo>
                  <a:cubicBezTo>
                    <a:pt x="112" y="105"/>
                    <a:pt x="1" y="309"/>
                    <a:pt x="1" y="530"/>
                  </a:cubicBezTo>
                  <a:cubicBezTo>
                    <a:pt x="1" y="594"/>
                    <a:pt x="55" y="645"/>
                    <a:pt x="119" y="645"/>
                  </a:cubicBezTo>
                  <a:lnTo>
                    <a:pt x="119" y="645"/>
                  </a:lnTo>
                  <a:cubicBezTo>
                    <a:pt x="187" y="645"/>
                    <a:pt x="238" y="594"/>
                    <a:pt x="238" y="530"/>
                  </a:cubicBezTo>
                  <a:cubicBezTo>
                    <a:pt x="238" y="428"/>
                    <a:pt x="279" y="289"/>
                    <a:pt x="394" y="224"/>
                  </a:cubicBezTo>
                  <a:cubicBezTo>
                    <a:pt x="445" y="197"/>
                    <a:pt x="472" y="136"/>
                    <a:pt x="452" y="79"/>
                  </a:cubicBezTo>
                  <a:cubicBezTo>
                    <a:pt x="435" y="28"/>
                    <a:pt x="388" y="0"/>
                    <a:pt x="3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645;p44">
              <a:extLst>
                <a:ext uri="{FF2B5EF4-FFF2-40B4-BE49-F238E27FC236}">
                  <a16:creationId xmlns:a16="http://schemas.microsoft.com/office/drawing/2014/main" id="{7A0857EF-1DF3-8509-A4D4-B84EF8C60B19}"/>
                </a:ext>
              </a:extLst>
            </p:cNvPr>
            <p:cNvSpPr/>
            <p:nvPr/>
          </p:nvSpPr>
          <p:spPr>
            <a:xfrm>
              <a:off x="4898496" y="1913248"/>
              <a:ext cx="9018" cy="17847"/>
            </a:xfrm>
            <a:custGeom>
              <a:avLst/>
              <a:gdLst/>
              <a:ahLst/>
              <a:cxnLst/>
              <a:rect l="l" t="t" r="r" b="b"/>
              <a:pathLst>
                <a:path w="143" h="283" extrusionOk="0">
                  <a:moveTo>
                    <a:pt x="71" y="1"/>
                  </a:moveTo>
                  <a:lnTo>
                    <a:pt x="55" y="1"/>
                  </a:lnTo>
                  <a:cubicBezTo>
                    <a:pt x="21" y="8"/>
                    <a:pt x="0" y="38"/>
                    <a:pt x="0" y="72"/>
                  </a:cubicBezTo>
                  <a:lnTo>
                    <a:pt x="0" y="208"/>
                  </a:lnTo>
                  <a:cubicBezTo>
                    <a:pt x="0" y="242"/>
                    <a:pt x="21" y="273"/>
                    <a:pt x="55" y="279"/>
                  </a:cubicBezTo>
                  <a:cubicBezTo>
                    <a:pt x="61" y="279"/>
                    <a:pt x="65" y="282"/>
                    <a:pt x="71" y="282"/>
                  </a:cubicBezTo>
                  <a:cubicBezTo>
                    <a:pt x="112" y="282"/>
                    <a:pt x="143" y="248"/>
                    <a:pt x="143" y="212"/>
                  </a:cubicBezTo>
                  <a:lnTo>
                    <a:pt x="143" y="72"/>
                  </a:lnTo>
                  <a:cubicBezTo>
                    <a:pt x="143" y="32"/>
                    <a:pt x="109" y="1"/>
                    <a:pt x="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646;p44">
              <a:extLst>
                <a:ext uri="{FF2B5EF4-FFF2-40B4-BE49-F238E27FC236}">
                  <a16:creationId xmlns:a16="http://schemas.microsoft.com/office/drawing/2014/main" id="{02366354-3310-3178-42BA-3465F7ECF5D1}"/>
                </a:ext>
              </a:extLst>
            </p:cNvPr>
            <p:cNvSpPr/>
            <p:nvPr/>
          </p:nvSpPr>
          <p:spPr>
            <a:xfrm>
              <a:off x="4948125" y="1882664"/>
              <a:ext cx="9081" cy="17847"/>
            </a:xfrm>
            <a:custGeom>
              <a:avLst/>
              <a:gdLst/>
              <a:ahLst/>
              <a:cxnLst/>
              <a:rect l="l" t="t" r="r" b="b"/>
              <a:pathLst>
                <a:path w="144" h="283" extrusionOk="0">
                  <a:moveTo>
                    <a:pt x="72" y="0"/>
                  </a:moveTo>
                  <a:lnTo>
                    <a:pt x="54" y="0"/>
                  </a:lnTo>
                  <a:cubicBezTo>
                    <a:pt x="21" y="8"/>
                    <a:pt x="1" y="38"/>
                    <a:pt x="1" y="72"/>
                  </a:cubicBezTo>
                  <a:lnTo>
                    <a:pt x="1" y="208"/>
                  </a:lnTo>
                  <a:cubicBezTo>
                    <a:pt x="1" y="241"/>
                    <a:pt x="21" y="272"/>
                    <a:pt x="54" y="279"/>
                  </a:cubicBezTo>
                  <a:cubicBezTo>
                    <a:pt x="62" y="282"/>
                    <a:pt x="65" y="282"/>
                    <a:pt x="72" y="282"/>
                  </a:cubicBezTo>
                  <a:cubicBezTo>
                    <a:pt x="109" y="282"/>
                    <a:pt x="143" y="249"/>
                    <a:pt x="143" y="208"/>
                  </a:cubicBezTo>
                  <a:lnTo>
                    <a:pt x="143" y="72"/>
                  </a:lnTo>
                  <a:cubicBezTo>
                    <a:pt x="143" y="31"/>
                    <a:pt x="112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647;p44">
              <a:extLst>
                <a:ext uri="{FF2B5EF4-FFF2-40B4-BE49-F238E27FC236}">
                  <a16:creationId xmlns:a16="http://schemas.microsoft.com/office/drawing/2014/main" id="{E4BA6EB4-2675-B79A-2DD4-2A1D54865ED9}"/>
                </a:ext>
              </a:extLst>
            </p:cNvPr>
            <p:cNvSpPr/>
            <p:nvPr/>
          </p:nvSpPr>
          <p:spPr>
            <a:xfrm>
              <a:off x="4930594" y="1919050"/>
              <a:ext cx="9018" cy="17847"/>
            </a:xfrm>
            <a:custGeom>
              <a:avLst/>
              <a:gdLst/>
              <a:ahLst/>
              <a:cxnLst/>
              <a:rect l="l" t="t" r="r" b="b"/>
              <a:pathLst>
                <a:path w="143" h="283" extrusionOk="0">
                  <a:moveTo>
                    <a:pt x="71" y="1"/>
                  </a:moveTo>
                  <a:lnTo>
                    <a:pt x="55" y="1"/>
                  </a:lnTo>
                  <a:cubicBezTo>
                    <a:pt x="24" y="7"/>
                    <a:pt x="0" y="38"/>
                    <a:pt x="0" y="72"/>
                  </a:cubicBezTo>
                  <a:lnTo>
                    <a:pt x="0" y="208"/>
                  </a:lnTo>
                  <a:cubicBezTo>
                    <a:pt x="0" y="242"/>
                    <a:pt x="24" y="272"/>
                    <a:pt x="55" y="278"/>
                  </a:cubicBezTo>
                  <a:cubicBezTo>
                    <a:pt x="61" y="278"/>
                    <a:pt x="68" y="282"/>
                    <a:pt x="71" y="282"/>
                  </a:cubicBezTo>
                  <a:cubicBezTo>
                    <a:pt x="112" y="282"/>
                    <a:pt x="143" y="248"/>
                    <a:pt x="143" y="211"/>
                  </a:cubicBezTo>
                  <a:lnTo>
                    <a:pt x="143" y="72"/>
                  </a:lnTo>
                  <a:cubicBezTo>
                    <a:pt x="143" y="31"/>
                    <a:pt x="112" y="1"/>
                    <a:pt x="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" name="Google Shape;1731;p44">
            <a:extLst>
              <a:ext uri="{FF2B5EF4-FFF2-40B4-BE49-F238E27FC236}">
                <a16:creationId xmlns:a16="http://schemas.microsoft.com/office/drawing/2014/main" id="{EAD1E833-B843-8171-1B6E-25672451D650}"/>
              </a:ext>
            </a:extLst>
          </p:cNvPr>
          <p:cNvGrpSpPr/>
          <p:nvPr/>
        </p:nvGrpSpPr>
        <p:grpSpPr>
          <a:xfrm>
            <a:off x="8059186" y="3702975"/>
            <a:ext cx="425281" cy="449938"/>
            <a:chOff x="667568" y="2198401"/>
            <a:chExt cx="435070" cy="460295"/>
          </a:xfrm>
        </p:grpSpPr>
        <p:sp>
          <p:nvSpPr>
            <p:cNvPr id="26" name="Google Shape;1732;p44">
              <a:extLst>
                <a:ext uri="{FF2B5EF4-FFF2-40B4-BE49-F238E27FC236}">
                  <a16:creationId xmlns:a16="http://schemas.microsoft.com/office/drawing/2014/main" id="{82AB69F6-B145-F75C-DB6E-32399CB1397F}"/>
                </a:ext>
              </a:extLst>
            </p:cNvPr>
            <p:cNvSpPr/>
            <p:nvPr/>
          </p:nvSpPr>
          <p:spPr>
            <a:xfrm>
              <a:off x="667568" y="2198401"/>
              <a:ext cx="435070" cy="460295"/>
            </a:xfrm>
            <a:custGeom>
              <a:avLst/>
              <a:gdLst/>
              <a:ahLst/>
              <a:cxnLst/>
              <a:rect l="l" t="t" r="r" b="b"/>
              <a:pathLst>
                <a:path w="6899" h="7299" extrusionOk="0">
                  <a:moveTo>
                    <a:pt x="5199" y="1"/>
                  </a:moveTo>
                  <a:cubicBezTo>
                    <a:pt x="4914" y="1"/>
                    <a:pt x="4656" y="177"/>
                    <a:pt x="4547" y="435"/>
                  </a:cubicBezTo>
                  <a:cubicBezTo>
                    <a:pt x="4513" y="455"/>
                    <a:pt x="4482" y="475"/>
                    <a:pt x="4452" y="502"/>
                  </a:cubicBezTo>
                  <a:cubicBezTo>
                    <a:pt x="4360" y="452"/>
                    <a:pt x="4258" y="411"/>
                    <a:pt x="4150" y="387"/>
                  </a:cubicBezTo>
                  <a:cubicBezTo>
                    <a:pt x="4089" y="377"/>
                    <a:pt x="4025" y="370"/>
                    <a:pt x="3963" y="370"/>
                  </a:cubicBezTo>
                  <a:cubicBezTo>
                    <a:pt x="3631" y="370"/>
                    <a:pt x="3319" y="533"/>
                    <a:pt x="3122" y="665"/>
                  </a:cubicBezTo>
                  <a:cubicBezTo>
                    <a:pt x="2980" y="760"/>
                    <a:pt x="2847" y="872"/>
                    <a:pt x="2728" y="994"/>
                  </a:cubicBezTo>
                  <a:cubicBezTo>
                    <a:pt x="2589" y="856"/>
                    <a:pt x="2399" y="770"/>
                    <a:pt x="2189" y="770"/>
                  </a:cubicBezTo>
                  <a:cubicBezTo>
                    <a:pt x="1762" y="770"/>
                    <a:pt x="1416" y="1116"/>
                    <a:pt x="1416" y="1544"/>
                  </a:cubicBezTo>
                  <a:cubicBezTo>
                    <a:pt x="1416" y="1605"/>
                    <a:pt x="1425" y="1666"/>
                    <a:pt x="1439" y="1724"/>
                  </a:cubicBezTo>
                  <a:cubicBezTo>
                    <a:pt x="1270" y="1768"/>
                    <a:pt x="1107" y="1826"/>
                    <a:pt x="951" y="1900"/>
                  </a:cubicBezTo>
                  <a:cubicBezTo>
                    <a:pt x="672" y="2036"/>
                    <a:pt x="313" y="2277"/>
                    <a:pt x="177" y="2668"/>
                  </a:cubicBezTo>
                  <a:cubicBezTo>
                    <a:pt x="0" y="3189"/>
                    <a:pt x="313" y="3770"/>
                    <a:pt x="459" y="3997"/>
                  </a:cubicBezTo>
                  <a:cubicBezTo>
                    <a:pt x="523" y="4096"/>
                    <a:pt x="611" y="4218"/>
                    <a:pt x="727" y="4343"/>
                  </a:cubicBezTo>
                  <a:cubicBezTo>
                    <a:pt x="686" y="4509"/>
                    <a:pt x="662" y="4683"/>
                    <a:pt x="662" y="4856"/>
                  </a:cubicBezTo>
                  <a:cubicBezTo>
                    <a:pt x="662" y="6013"/>
                    <a:pt x="1605" y="6952"/>
                    <a:pt x="2762" y="6952"/>
                  </a:cubicBezTo>
                  <a:cubicBezTo>
                    <a:pt x="2976" y="6952"/>
                    <a:pt x="3187" y="6922"/>
                    <a:pt x="3387" y="6857"/>
                  </a:cubicBezTo>
                  <a:cubicBezTo>
                    <a:pt x="3753" y="7139"/>
                    <a:pt x="4205" y="7298"/>
                    <a:pt x="4673" y="7298"/>
                  </a:cubicBezTo>
                  <a:cubicBezTo>
                    <a:pt x="5830" y="7298"/>
                    <a:pt x="6770" y="6359"/>
                    <a:pt x="6770" y="5198"/>
                  </a:cubicBezTo>
                  <a:cubicBezTo>
                    <a:pt x="6770" y="4927"/>
                    <a:pt x="6718" y="4659"/>
                    <a:pt x="6616" y="4411"/>
                  </a:cubicBezTo>
                  <a:cubicBezTo>
                    <a:pt x="6800" y="4093"/>
                    <a:pt x="6898" y="3733"/>
                    <a:pt x="6898" y="3356"/>
                  </a:cubicBezTo>
                  <a:cubicBezTo>
                    <a:pt x="6898" y="2623"/>
                    <a:pt x="6518" y="1979"/>
                    <a:pt x="5948" y="1602"/>
                  </a:cubicBezTo>
                  <a:cubicBezTo>
                    <a:pt x="6111" y="1470"/>
                    <a:pt x="6209" y="1269"/>
                    <a:pt x="6209" y="1052"/>
                  </a:cubicBezTo>
                  <a:cubicBezTo>
                    <a:pt x="6209" y="795"/>
                    <a:pt x="6070" y="557"/>
                    <a:pt x="5850" y="435"/>
                  </a:cubicBezTo>
                  <a:cubicBezTo>
                    <a:pt x="5738" y="173"/>
                    <a:pt x="5484" y="1"/>
                    <a:pt x="519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28575" dist="19050" dir="2220000" algn="bl" rotWithShape="0">
                <a:schemeClr val="dk1">
                  <a:alpha val="2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733;p44">
              <a:extLst>
                <a:ext uri="{FF2B5EF4-FFF2-40B4-BE49-F238E27FC236}">
                  <a16:creationId xmlns:a16="http://schemas.microsoft.com/office/drawing/2014/main" id="{686D6286-E00B-388D-FC69-FF21073A3813}"/>
                </a:ext>
              </a:extLst>
            </p:cNvPr>
            <p:cNvSpPr/>
            <p:nvPr/>
          </p:nvSpPr>
          <p:spPr>
            <a:xfrm>
              <a:off x="721485" y="2272321"/>
              <a:ext cx="245692" cy="196693"/>
            </a:xfrm>
            <a:custGeom>
              <a:avLst/>
              <a:gdLst/>
              <a:ahLst/>
              <a:cxnLst/>
              <a:rect l="l" t="t" r="r" b="b"/>
              <a:pathLst>
                <a:path w="3896" h="3119" extrusionOk="0">
                  <a:moveTo>
                    <a:pt x="3108" y="0"/>
                  </a:moveTo>
                  <a:cubicBezTo>
                    <a:pt x="2837" y="0"/>
                    <a:pt x="2158" y="458"/>
                    <a:pt x="2023" y="1150"/>
                  </a:cubicBezTo>
                  <a:cubicBezTo>
                    <a:pt x="1999" y="1289"/>
                    <a:pt x="1992" y="1425"/>
                    <a:pt x="2003" y="1554"/>
                  </a:cubicBezTo>
                  <a:cubicBezTo>
                    <a:pt x="1890" y="1476"/>
                    <a:pt x="1765" y="1405"/>
                    <a:pt x="1629" y="1358"/>
                  </a:cubicBezTo>
                  <a:cubicBezTo>
                    <a:pt x="1477" y="1303"/>
                    <a:pt x="1324" y="1283"/>
                    <a:pt x="1175" y="1283"/>
                  </a:cubicBezTo>
                  <a:cubicBezTo>
                    <a:pt x="631" y="1283"/>
                    <a:pt x="143" y="1574"/>
                    <a:pt x="82" y="1758"/>
                  </a:cubicBezTo>
                  <a:cubicBezTo>
                    <a:pt x="0" y="1992"/>
                    <a:pt x="357" y="2796"/>
                    <a:pt x="1052" y="3037"/>
                  </a:cubicBezTo>
                  <a:cubicBezTo>
                    <a:pt x="1215" y="3095"/>
                    <a:pt x="1378" y="3118"/>
                    <a:pt x="1538" y="3118"/>
                  </a:cubicBezTo>
                  <a:cubicBezTo>
                    <a:pt x="2064" y="3118"/>
                    <a:pt x="2528" y="2854"/>
                    <a:pt x="2600" y="2636"/>
                  </a:cubicBezTo>
                  <a:lnTo>
                    <a:pt x="2600" y="2636"/>
                  </a:lnTo>
                  <a:cubicBezTo>
                    <a:pt x="2613" y="2640"/>
                    <a:pt x="2620" y="2644"/>
                    <a:pt x="2634" y="2644"/>
                  </a:cubicBezTo>
                  <a:cubicBezTo>
                    <a:pt x="2647" y="2647"/>
                    <a:pt x="2664" y="2650"/>
                    <a:pt x="2681" y="2650"/>
                  </a:cubicBezTo>
                  <a:cubicBezTo>
                    <a:pt x="2993" y="2650"/>
                    <a:pt x="3617" y="2188"/>
                    <a:pt x="3753" y="1496"/>
                  </a:cubicBezTo>
                  <a:cubicBezTo>
                    <a:pt x="3896" y="771"/>
                    <a:pt x="3387" y="55"/>
                    <a:pt x="3146" y="4"/>
                  </a:cubicBezTo>
                  <a:cubicBezTo>
                    <a:pt x="3135" y="4"/>
                    <a:pt x="3122" y="0"/>
                    <a:pt x="310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734;p44">
              <a:extLst>
                <a:ext uri="{FF2B5EF4-FFF2-40B4-BE49-F238E27FC236}">
                  <a16:creationId xmlns:a16="http://schemas.microsoft.com/office/drawing/2014/main" id="{8D8BEE3C-069E-43E7-F5A7-F4F8625B6680}"/>
                </a:ext>
              </a:extLst>
            </p:cNvPr>
            <p:cNvSpPr/>
            <p:nvPr/>
          </p:nvSpPr>
          <p:spPr>
            <a:xfrm>
              <a:off x="916220" y="2272321"/>
              <a:ext cx="1135" cy="252"/>
            </a:xfrm>
            <a:custGeom>
              <a:avLst/>
              <a:gdLst/>
              <a:ahLst/>
              <a:cxnLst/>
              <a:rect l="l" t="t" r="r" b="b"/>
              <a:pathLst>
                <a:path w="18" h="4" extrusionOk="0">
                  <a:moveTo>
                    <a:pt x="0" y="4"/>
                  </a:moveTo>
                  <a:lnTo>
                    <a:pt x="0" y="4"/>
                  </a:lnTo>
                  <a:lnTo>
                    <a:pt x="0" y="4"/>
                  </a:lnTo>
                  <a:close/>
                  <a:moveTo>
                    <a:pt x="3" y="0"/>
                  </a:moveTo>
                  <a:cubicBezTo>
                    <a:pt x="0" y="0"/>
                    <a:pt x="0" y="4"/>
                    <a:pt x="0" y="4"/>
                  </a:cubicBezTo>
                  <a:cubicBezTo>
                    <a:pt x="0" y="4"/>
                    <a:pt x="0" y="0"/>
                    <a:pt x="3" y="0"/>
                  </a:cubicBezTo>
                  <a:close/>
                  <a:moveTo>
                    <a:pt x="7" y="0"/>
                  </a:moveTo>
                  <a:lnTo>
                    <a:pt x="3" y="0"/>
                  </a:lnTo>
                  <a:lnTo>
                    <a:pt x="7" y="0"/>
                  </a:lnTo>
                  <a:close/>
                  <a:moveTo>
                    <a:pt x="10" y="0"/>
                  </a:moveTo>
                  <a:lnTo>
                    <a:pt x="7" y="0"/>
                  </a:lnTo>
                  <a:lnTo>
                    <a:pt x="10" y="0"/>
                  </a:lnTo>
                  <a:close/>
                  <a:moveTo>
                    <a:pt x="14" y="0"/>
                  </a:moveTo>
                  <a:lnTo>
                    <a:pt x="10" y="0"/>
                  </a:lnTo>
                  <a:lnTo>
                    <a:pt x="14" y="0"/>
                  </a:lnTo>
                  <a:close/>
                  <a:moveTo>
                    <a:pt x="14" y="0"/>
                  </a:moveTo>
                  <a:lnTo>
                    <a:pt x="14" y="0"/>
                  </a:lnTo>
                  <a:lnTo>
                    <a:pt x="14" y="0"/>
                  </a:lnTo>
                  <a:close/>
                  <a:moveTo>
                    <a:pt x="17" y="0"/>
                  </a:moveTo>
                  <a:lnTo>
                    <a:pt x="17" y="0"/>
                  </a:lnTo>
                  <a:lnTo>
                    <a:pt x="17" y="0"/>
                  </a:lnTo>
                  <a:close/>
                  <a:moveTo>
                    <a:pt x="17" y="0"/>
                  </a:moveTo>
                  <a:lnTo>
                    <a:pt x="17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735;p44">
              <a:extLst>
                <a:ext uri="{FF2B5EF4-FFF2-40B4-BE49-F238E27FC236}">
                  <a16:creationId xmlns:a16="http://schemas.microsoft.com/office/drawing/2014/main" id="{53C92CF0-A929-5B2B-AF52-8AF97823CA5C}"/>
                </a:ext>
              </a:extLst>
            </p:cNvPr>
            <p:cNvSpPr/>
            <p:nvPr/>
          </p:nvSpPr>
          <p:spPr>
            <a:xfrm>
              <a:off x="912940" y="2272321"/>
              <a:ext cx="44396" cy="64639"/>
            </a:xfrm>
            <a:custGeom>
              <a:avLst/>
              <a:gdLst/>
              <a:ahLst/>
              <a:cxnLst/>
              <a:rect l="l" t="t" r="r" b="b"/>
              <a:pathLst>
                <a:path w="704" h="1025" extrusionOk="0">
                  <a:moveTo>
                    <a:pt x="55" y="0"/>
                  </a:moveTo>
                  <a:cubicBezTo>
                    <a:pt x="52" y="0"/>
                    <a:pt x="52" y="4"/>
                    <a:pt x="52" y="4"/>
                  </a:cubicBezTo>
                  <a:cubicBezTo>
                    <a:pt x="35" y="4"/>
                    <a:pt x="18" y="7"/>
                    <a:pt x="1" y="10"/>
                  </a:cubicBezTo>
                  <a:cubicBezTo>
                    <a:pt x="157" y="65"/>
                    <a:pt x="445" y="489"/>
                    <a:pt x="361" y="923"/>
                  </a:cubicBezTo>
                  <a:cubicBezTo>
                    <a:pt x="354" y="957"/>
                    <a:pt x="344" y="991"/>
                    <a:pt x="334" y="1025"/>
                  </a:cubicBezTo>
                  <a:cubicBezTo>
                    <a:pt x="449" y="967"/>
                    <a:pt x="575" y="926"/>
                    <a:pt x="704" y="906"/>
                  </a:cubicBezTo>
                  <a:cubicBezTo>
                    <a:pt x="595" y="421"/>
                    <a:pt x="283" y="41"/>
                    <a:pt x="110" y="4"/>
                  </a:cubicBezTo>
                  <a:cubicBezTo>
                    <a:pt x="99" y="4"/>
                    <a:pt x="86" y="0"/>
                    <a:pt x="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736;p44">
              <a:extLst>
                <a:ext uri="{FF2B5EF4-FFF2-40B4-BE49-F238E27FC236}">
                  <a16:creationId xmlns:a16="http://schemas.microsoft.com/office/drawing/2014/main" id="{B3D00061-6C60-55D2-DDBE-381E4CD07877}"/>
                </a:ext>
              </a:extLst>
            </p:cNvPr>
            <p:cNvSpPr/>
            <p:nvPr/>
          </p:nvSpPr>
          <p:spPr>
            <a:xfrm>
              <a:off x="725143" y="2290672"/>
              <a:ext cx="156648" cy="167179"/>
            </a:xfrm>
            <a:custGeom>
              <a:avLst/>
              <a:gdLst/>
              <a:ahLst/>
              <a:cxnLst/>
              <a:rect l="l" t="t" r="r" b="b"/>
              <a:pathLst>
                <a:path w="2484" h="2651" extrusionOk="0">
                  <a:moveTo>
                    <a:pt x="2484" y="1"/>
                  </a:moveTo>
                  <a:cubicBezTo>
                    <a:pt x="2399" y="74"/>
                    <a:pt x="2318" y="161"/>
                    <a:pt x="2245" y="258"/>
                  </a:cubicBezTo>
                  <a:lnTo>
                    <a:pt x="2245" y="258"/>
                  </a:lnTo>
                  <a:cubicBezTo>
                    <a:pt x="2319" y="160"/>
                    <a:pt x="2401" y="75"/>
                    <a:pt x="2484" y="1"/>
                  </a:cubicBezTo>
                  <a:close/>
                  <a:moveTo>
                    <a:pt x="2245" y="258"/>
                  </a:moveTo>
                  <a:lnTo>
                    <a:pt x="2245" y="258"/>
                  </a:lnTo>
                  <a:cubicBezTo>
                    <a:pt x="2189" y="331"/>
                    <a:pt x="2137" y="411"/>
                    <a:pt x="2094" y="497"/>
                  </a:cubicBezTo>
                  <a:cubicBezTo>
                    <a:pt x="2138" y="412"/>
                    <a:pt x="2189" y="331"/>
                    <a:pt x="2245" y="258"/>
                  </a:cubicBezTo>
                  <a:close/>
                  <a:moveTo>
                    <a:pt x="11" y="1532"/>
                  </a:moveTo>
                  <a:lnTo>
                    <a:pt x="11" y="1532"/>
                  </a:lnTo>
                  <a:cubicBezTo>
                    <a:pt x="1" y="1790"/>
                    <a:pt x="276" y="2366"/>
                    <a:pt x="784" y="2651"/>
                  </a:cubicBezTo>
                  <a:cubicBezTo>
                    <a:pt x="279" y="2366"/>
                    <a:pt x="1" y="1790"/>
                    <a:pt x="11" y="1532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737;p44">
              <a:extLst>
                <a:ext uri="{FF2B5EF4-FFF2-40B4-BE49-F238E27FC236}">
                  <a16:creationId xmlns:a16="http://schemas.microsoft.com/office/drawing/2014/main" id="{7304F3B7-DE83-852B-2B54-9649EE674E83}"/>
                </a:ext>
              </a:extLst>
            </p:cNvPr>
            <p:cNvSpPr/>
            <p:nvPr/>
          </p:nvSpPr>
          <p:spPr>
            <a:xfrm>
              <a:off x="725143" y="2290672"/>
              <a:ext cx="171215" cy="167179"/>
            </a:xfrm>
            <a:custGeom>
              <a:avLst/>
              <a:gdLst/>
              <a:ahLst/>
              <a:cxnLst/>
              <a:rect l="l" t="t" r="r" b="b"/>
              <a:pathLst>
                <a:path w="2715" h="2651" extrusionOk="0">
                  <a:moveTo>
                    <a:pt x="2484" y="1"/>
                  </a:moveTo>
                  <a:lnTo>
                    <a:pt x="2484" y="1"/>
                  </a:lnTo>
                  <a:cubicBezTo>
                    <a:pt x="2335" y="130"/>
                    <a:pt x="2195" y="300"/>
                    <a:pt x="2094" y="497"/>
                  </a:cubicBezTo>
                  <a:cubicBezTo>
                    <a:pt x="2036" y="608"/>
                    <a:pt x="1992" y="730"/>
                    <a:pt x="1965" y="859"/>
                  </a:cubicBezTo>
                  <a:cubicBezTo>
                    <a:pt x="1941" y="998"/>
                    <a:pt x="1934" y="1134"/>
                    <a:pt x="1945" y="1266"/>
                  </a:cubicBezTo>
                  <a:cubicBezTo>
                    <a:pt x="1832" y="1185"/>
                    <a:pt x="1707" y="1114"/>
                    <a:pt x="1568" y="1067"/>
                  </a:cubicBezTo>
                  <a:cubicBezTo>
                    <a:pt x="1449" y="1026"/>
                    <a:pt x="1327" y="1002"/>
                    <a:pt x="1208" y="995"/>
                  </a:cubicBezTo>
                  <a:lnTo>
                    <a:pt x="1208" y="995"/>
                  </a:lnTo>
                  <a:cubicBezTo>
                    <a:pt x="1574" y="1121"/>
                    <a:pt x="1823" y="1487"/>
                    <a:pt x="1805" y="1667"/>
                  </a:cubicBezTo>
                  <a:cubicBezTo>
                    <a:pt x="1785" y="1857"/>
                    <a:pt x="1419" y="2186"/>
                    <a:pt x="994" y="2186"/>
                  </a:cubicBezTo>
                  <a:cubicBezTo>
                    <a:pt x="963" y="2186"/>
                    <a:pt x="933" y="2186"/>
                    <a:pt x="902" y="2179"/>
                  </a:cubicBezTo>
                  <a:cubicBezTo>
                    <a:pt x="441" y="2129"/>
                    <a:pt x="116" y="1643"/>
                    <a:pt x="133" y="1470"/>
                  </a:cubicBezTo>
                  <a:cubicBezTo>
                    <a:pt x="143" y="1396"/>
                    <a:pt x="224" y="1280"/>
                    <a:pt x="357" y="1175"/>
                  </a:cubicBezTo>
                  <a:lnTo>
                    <a:pt x="357" y="1175"/>
                  </a:lnTo>
                  <a:cubicBezTo>
                    <a:pt x="309" y="1202"/>
                    <a:pt x="265" y="1226"/>
                    <a:pt x="227" y="1253"/>
                  </a:cubicBezTo>
                  <a:cubicBezTo>
                    <a:pt x="119" y="1324"/>
                    <a:pt x="44" y="1402"/>
                    <a:pt x="24" y="1467"/>
                  </a:cubicBezTo>
                  <a:cubicBezTo>
                    <a:pt x="17" y="1484"/>
                    <a:pt x="14" y="1507"/>
                    <a:pt x="11" y="1531"/>
                  </a:cubicBezTo>
                  <a:cubicBezTo>
                    <a:pt x="0" y="1789"/>
                    <a:pt x="279" y="2366"/>
                    <a:pt x="784" y="2651"/>
                  </a:cubicBezTo>
                  <a:cubicBezTo>
                    <a:pt x="991" y="2356"/>
                    <a:pt x="1314" y="2152"/>
                    <a:pt x="1687" y="2105"/>
                  </a:cubicBezTo>
                  <a:cubicBezTo>
                    <a:pt x="1741" y="2098"/>
                    <a:pt x="1792" y="2094"/>
                    <a:pt x="1849" y="2094"/>
                  </a:cubicBezTo>
                  <a:cubicBezTo>
                    <a:pt x="2108" y="2094"/>
                    <a:pt x="2352" y="2173"/>
                    <a:pt x="2551" y="2305"/>
                  </a:cubicBezTo>
                  <a:cubicBezTo>
                    <a:pt x="2582" y="2125"/>
                    <a:pt x="2467" y="1809"/>
                    <a:pt x="2236" y="1535"/>
                  </a:cubicBezTo>
                  <a:lnTo>
                    <a:pt x="2236" y="1535"/>
                  </a:lnTo>
                  <a:cubicBezTo>
                    <a:pt x="2362" y="1660"/>
                    <a:pt x="2480" y="1792"/>
                    <a:pt x="2586" y="1935"/>
                  </a:cubicBezTo>
                  <a:lnTo>
                    <a:pt x="2589" y="1938"/>
                  </a:lnTo>
                  <a:lnTo>
                    <a:pt x="2589" y="1897"/>
                  </a:lnTo>
                  <a:cubicBezTo>
                    <a:pt x="2589" y="1847"/>
                    <a:pt x="2592" y="1792"/>
                    <a:pt x="2599" y="1742"/>
                  </a:cubicBezTo>
                  <a:lnTo>
                    <a:pt x="2599" y="1745"/>
                  </a:lnTo>
                  <a:cubicBezTo>
                    <a:pt x="2616" y="1599"/>
                    <a:pt x="2657" y="1463"/>
                    <a:pt x="2714" y="1338"/>
                  </a:cubicBezTo>
                  <a:lnTo>
                    <a:pt x="2714" y="1338"/>
                  </a:lnTo>
                  <a:cubicBezTo>
                    <a:pt x="2701" y="1341"/>
                    <a:pt x="2691" y="1341"/>
                    <a:pt x="2681" y="1341"/>
                  </a:cubicBezTo>
                  <a:cubicBezTo>
                    <a:pt x="2667" y="1341"/>
                    <a:pt x="2657" y="1341"/>
                    <a:pt x="2647" y="1338"/>
                  </a:cubicBezTo>
                  <a:cubicBezTo>
                    <a:pt x="2470" y="1304"/>
                    <a:pt x="2189" y="870"/>
                    <a:pt x="2274" y="422"/>
                  </a:cubicBezTo>
                  <a:cubicBezTo>
                    <a:pt x="2307" y="256"/>
                    <a:pt x="2385" y="116"/>
                    <a:pt x="24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738;p44">
              <a:extLst>
                <a:ext uri="{FF2B5EF4-FFF2-40B4-BE49-F238E27FC236}">
                  <a16:creationId xmlns:a16="http://schemas.microsoft.com/office/drawing/2014/main" id="{22BA12D6-30A3-0204-C3E5-07847386F7B5}"/>
                </a:ext>
              </a:extLst>
            </p:cNvPr>
            <p:cNvSpPr/>
            <p:nvPr/>
          </p:nvSpPr>
          <p:spPr>
            <a:xfrm>
              <a:off x="759764" y="2328383"/>
              <a:ext cx="292611" cy="280125"/>
            </a:xfrm>
            <a:custGeom>
              <a:avLst/>
              <a:gdLst/>
              <a:ahLst/>
              <a:cxnLst/>
              <a:rect l="l" t="t" r="r" b="b"/>
              <a:pathLst>
                <a:path w="4640" h="4442" extrusionOk="0">
                  <a:moveTo>
                    <a:pt x="3339" y="1"/>
                  </a:moveTo>
                  <a:cubicBezTo>
                    <a:pt x="2620" y="1"/>
                    <a:pt x="2040" y="584"/>
                    <a:pt x="2040" y="1299"/>
                  </a:cubicBezTo>
                  <a:cubicBezTo>
                    <a:pt x="2040" y="1479"/>
                    <a:pt x="2077" y="1653"/>
                    <a:pt x="2145" y="1812"/>
                  </a:cubicBezTo>
                  <a:cubicBezTo>
                    <a:pt x="1918" y="1615"/>
                    <a:pt x="1623" y="1496"/>
                    <a:pt x="1300" y="1496"/>
                  </a:cubicBezTo>
                  <a:cubicBezTo>
                    <a:pt x="581" y="1496"/>
                    <a:pt x="1" y="2080"/>
                    <a:pt x="1" y="2796"/>
                  </a:cubicBezTo>
                  <a:cubicBezTo>
                    <a:pt x="1" y="3515"/>
                    <a:pt x="581" y="4096"/>
                    <a:pt x="1300" y="4096"/>
                  </a:cubicBezTo>
                  <a:cubicBezTo>
                    <a:pt x="1602" y="4096"/>
                    <a:pt x="1880" y="3994"/>
                    <a:pt x="2101" y="3820"/>
                  </a:cubicBezTo>
                  <a:cubicBezTo>
                    <a:pt x="2328" y="4190"/>
                    <a:pt x="2739" y="4442"/>
                    <a:pt x="3211" y="4442"/>
                  </a:cubicBezTo>
                  <a:cubicBezTo>
                    <a:pt x="3927" y="4442"/>
                    <a:pt x="4506" y="3858"/>
                    <a:pt x="4506" y="3142"/>
                  </a:cubicBezTo>
                  <a:cubicBezTo>
                    <a:pt x="4506" y="2813"/>
                    <a:pt x="4388" y="2514"/>
                    <a:pt x="4185" y="2284"/>
                  </a:cubicBezTo>
                  <a:cubicBezTo>
                    <a:pt x="4462" y="2046"/>
                    <a:pt x="4639" y="1694"/>
                    <a:pt x="4639" y="1299"/>
                  </a:cubicBezTo>
                  <a:cubicBezTo>
                    <a:pt x="4639" y="584"/>
                    <a:pt x="4055" y="1"/>
                    <a:pt x="33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739;p44">
              <a:extLst>
                <a:ext uri="{FF2B5EF4-FFF2-40B4-BE49-F238E27FC236}">
                  <a16:creationId xmlns:a16="http://schemas.microsoft.com/office/drawing/2014/main" id="{424FCC38-1D3F-E54D-2394-B262CCBA3993}"/>
                </a:ext>
              </a:extLst>
            </p:cNvPr>
            <p:cNvSpPr/>
            <p:nvPr/>
          </p:nvSpPr>
          <p:spPr>
            <a:xfrm>
              <a:off x="890932" y="2439182"/>
              <a:ext cx="4099" cy="3532"/>
            </a:xfrm>
            <a:custGeom>
              <a:avLst/>
              <a:gdLst/>
              <a:ahLst/>
              <a:cxnLst/>
              <a:rect l="l" t="t" r="r" b="b"/>
              <a:pathLst>
                <a:path w="65" h="56" extrusionOk="0">
                  <a:moveTo>
                    <a:pt x="41" y="1"/>
                  </a:moveTo>
                  <a:lnTo>
                    <a:pt x="41" y="1"/>
                  </a:lnTo>
                  <a:cubicBezTo>
                    <a:pt x="49" y="18"/>
                    <a:pt x="55" y="35"/>
                    <a:pt x="65" y="55"/>
                  </a:cubicBezTo>
                  <a:cubicBezTo>
                    <a:pt x="44" y="35"/>
                    <a:pt x="24" y="21"/>
                    <a:pt x="0" y="4"/>
                  </a:cubicBezTo>
                  <a:lnTo>
                    <a:pt x="0" y="4"/>
                  </a:lnTo>
                  <a:cubicBezTo>
                    <a:pt x="24" y="21"/>
                    <a:pt x="44" y="35"/>
                    <a:pt x="65" y="55"/>
                  </a:cubicBezTo>
                  <a:cubicBezTo>
                    <a:pt x="55" y="35"/>
                    <a:pt x="49" y="18"/>
                    <a:pt x="41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740;p44">
              <a:extLst>
                <a:ext uri="{FF2B5EF4-FFF2-40B4-BE49-F238E27FC236}">
                  <a16:creationId xmlns:a16="http://schemas.microsoft.com/office/drawing/2014/main" id="{17A59CBA-C6DD-62A5-A452-3696A618BCBF}"/>
                </a:ext>
              </a:extLst>
            </p:cNvPr>
            <p:cNvSpPr/>
            <p:nvPr/>
          </p:nvSpPr>
          <p:spPr>
            <a:xfrm>
              <a:off x="888346" y="2412885"/>
              <a:ext cx="5234" cy="26360"/>
            </a:xfrm>
            <a:custGeom>
              <a:avLst/>
              <a:gdLst/>
              <a:ahLst/>
              <a:cxnLst/>
              <a:rect l="l" t="t" r="r" b="b"/>
              <a:pathLst>
                <a:path w="83" h="418" extrusionOk="0">
                  <a:moveTo>
                    <a:pt x="1" y="0"/>
                  </a:moveTo>
                  <a:lnTo>
                    <a:pt x="1" y="0"/>
                  </a:lnTo>
                  <a:cubicBezTo>
                    <a:pt x="4" y="147"/>
                    <a:pt x="35" y="289"/>
                    <a:pt x="82" y="418"/>
                  </a:cubicBezTo>
                  <a:cubicBezTo>
                    <a:pt x="35" y="289"/>
                    <a:pt x="8" y="147"/>
                    <a:pt x="1" y="0"/>
                  </a:cubicBezTo>
                  <a:close/>
                </a:path>
              </a:pathLst>
            </a:custGeom>
            <a:solidFill>
              <a:srgbClr val="9ADA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741;p44">
              <a:extLst>
                <a:ext uri="{FF2B5EF4-FFF2-40B4-BE49-F238E27FC236}">
                  <a16:creationId xmlns:a16="http://schemas.microsoft.com/office/drawing/2014/main" id="{43758D6D-0B02-43A9-6A53-3C7A878041FD}"/>
                </a:ext>
              </a:extLst>
            </p:cNvPr>
            <p:cNvSpPr/>
            <p:nvPr/>
          </p:nvSpPr>
          <p:spPr>
            <a:xfrm>
              <a:off x="831465" y="2400462"/>
              <a:ext cx="57639" cy="23018"/>
            </a:xfrm>
            <a:custGeom>
              <a:avLst/>
              <a:gdLst/>
              <a:ahLst/>
              <a:cxnLst/>
              <a:rect l="l" t="t" r="r" b="b"/>
              <a:pathLst>
                <a:path w="914" h="365" extrusionOk="0">
                  <a:moveTo>
                    <a:pt x="913" y="1"/>
                  </a:moveTo>
                  <a:cubicBezTo>
                    <a:pt x="906" y="51"/>
                    <a:pt x="903" y="105"/>
                    <a:pt x="903" y="155"/>
                  </a:cubicBezTo>
                  <a:lnTo>
                    <a:pt x="903" y="155"/>
                  </a:lnTo>
                  <a:cubicBezTo>
                    <a:pt x="903" y="105"/>
                    <a:pt x="906" y="54"/>
                    <a:pt x="913" y="4"/>
                  </a:cubicBezTo>
                  <a:lnTo>
                    <a:pt x="913" y="1"/>
                  </a:lnTo>
                  <a:close/>
                  <a:moveTo>
                    <a:pt x="163" y="353"/>
                  </a:moveTo>
                  <a:cubicBezTo>
                    <a:pt x="106" y="353"/>
                    <a:pt x="55" y="357"/>
                    <a:pt x="1" y="364"/>
                  </a:cubicBezTo>
                  <a:cubicBezTo>
                    <a:pt x="55" y="357"/>
                    <a:pt x="109" y="353"/>
                    <a:pt x="163" y="353"/>
                  </a:cubicBezTo>
                  <a:close/>
                </a:path>
              </a:pathLst>
            </a:custGeom>
            <a:solidFill>
              <a:srgbClr val="92CC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742;p44">
              <a:extLst>
                <a:ext uri="{FF2B5EF4-FFF2-40B4-BE49-F238E27FC236}">
                  <a16:creationId xmlns:a16="http://schemas.microsoft.com/office/drawing/2014/main" id="{4DB96E42-5875-87C1-582A-ED716836BE36}"/>
                </a:ext>
              </a:extLst>
            </p:cNvPr>
            <p:cNvSpPr/>
            <p:nvPr/>
          </p:nvSpPr>
          <p:spPr>
            <a:xfrm>
              <a:off x="831465" y="2400714"/>
              <a:ext cx="97621" cy="86081"/>
            </a:xfrm>
            <a:custGeom>
              <a:avLst/>
              <a:gdLst/>
              <a:ahLst/>
              <a:cxnLst/>
              <a:rect l="l" t="t" r="r" b="b"/>
              <a:pathLst>
                <a:path w="1548" h="1365" extrusionOk="0">
                  <a:moveTo>
                    <a:pt x="913" y="0"/>
                  </a:moveTo>
                  <a:cubicBezTo>
                    <a:pt x="906" y="51"/>
                    <a:pt x="903" y="102"/>
                    <a:pt x="903" y="152"/>
                  </a:cubicBezTo>
                  <a:lnTo>
                    <a:pt x="903" y="193"/>
                  </a:lnTo>
                  <a:cubicBezTo>
                    <a:pt x="910" y="340"/>
                    <a:pt x="937" y="482"/>
                    <a:pt x="984" y="611"/>
                  </a:cubicBezTo>
                  <a:cubicBezTo>
                    <a:pt x="992" y="628"/>
                    <a:pt x="998" y="645"/>
                    <a:pt x="1008" y="665"/>
                  </a:cubicBezTo>
                  <a:cubicBezTo>
                    <a:pt x="987" y="645"/>
                    <a:pt x="967" y="631"/>
                    <a:pt x="943" y="614"/>
                  </a:cubicBezTo>
                  <a:cubicBezTo>
                    <a:pt x="920" y="594"/>
                    <a:pt x="893" y="577"/>
                    <a:pt x="865" y="560"/>
                  </a:cubicBezTo>
                  <a:cubicBezTo>
                    <a:pt x="666" y="428"/>
                    <a:pt x="422" y="349"/>
                    <a:pt x="163" y="349"/>
                  </a:cubicBezTo>
                  <a:cubicBezTo>
                    <a:pt x="109" y="349"/>
                    <a:pt x="55" y="353"/>
                    <a:pt x="1" y="360"/>
                  </a:cubicBezTo>
                  <a:cubicBezTo>
                    <a:pt x="486" y="431"/>
                    <a:pt x="859" y="845"/>
                    <a:pt x="859" y="1347"/>
                  </a:cubicBezTo>
                  <a:lnTo>
                    <a:pt x="859" y="1364"/>
                  </a:lnTo>
                  <a:cubicBezTo>
                    <a:pt x="951" y="1259"/>
                    <a:pt x="1032" y="1140"/>
                    <a:pt x="1123" y="1032"/>
                  </a:cubicBezTo>
                  <a:cubicBezTo>
                    <a:pt x="1144" y="1007"/>
                    <a:pt x="1164" y="984"/>
                    <a:pt x="1185" y="960"/>
                  </a:cubicBezTo>
                  <a:cubicBezTo>
                    <a:pt x="1195" y="974"/>
                    <a:pt x="1205" y="987"/>
                    <a:pt x="1219" y="1001"/>
                  </a:cubicBezTo>
                  <a:cubicBezTo>
                    <a:pt x="1330" y="940"/>
                    <a:pt x="1443" y="875"/>
                    <a:pt x="1548" y="801"/>
                  </a:cubicBezTo>
                  <a:cubicBezTo>
                    <a:pt x="1211" y="672"/>
                    <a:pt x="964" y="367"/>
                    <a:pt x="9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743;p44">
              <a:extLst>
                <a:ext uri="{FF2B5EF4-FFF2-40B4-BE49-F238E27FC236}">
                  <a16:creationId xmlns:a16="http://schemas.microsoft.com/office/drawing/2014/main" id="{17B49BEE-404E-8438-346E-17CC745F3951}"/>
                </a:ext>
              </a:extLst>
            </p:cNvPr>
            <p:cNvSpPr/>
            <p:nvPr/>
          </p:nvSpPr>
          <p:spPr>
            <a:xfrm>
              <a:off x="759764" y="2494613"/>
              <a:ext cx="130414" cy="84378"/>
            </a:xfrm>
            <a:custGeom>
              <a:avLst/>
              <a:gdLst/>
              <a:ahLst/>
              <a:cxnLst/>
              <a:rect l="l" t="t" r="r" b="b"/>
              <a:pathLst>
                <a:path w="2068" h="1338" extrusionOk="0">
                  <a:moveTo>
                    <a:pt x="2067" y="1208"/>
                  </a:moveTo>
                  <a:cubicBezTo>
                    <a:pt x="1999" y="1259"/>
                    <a:pt x="1928" y="1300"/>
                    <a:pt x="1853" y="1338"/>
                  </a:cubicBezTo>
                  <a:cubicBezTo>
                    <a:pt x="1928" y="1300"/>
                    <a:pt x="1999" y="1259"/>
                    <a:pt x="2067" y="1208"/>
                  </a:cubicBezTo>
                  <a:lnTo>
                    <a:pt x="2067" y="1208"/>
                  </a:lnTo>
                  <a:close/>
                  <a:moveTo>
                    <a:pt x="1" y="160"/>
                  </a:moveTo>
                  <a:lnTo>
                    <a:pt x="1" y="160"/>
                  </a:lnTo>
                  <a:lnTo>
                    <a:pt x="1" y="160"/>
                  </a:lnTo>
                  <a:lnTo>
                    <a:pt x="1" y="160"/>
                  </a:lnTo>
                  <a:close/>
                  <a:moveTo>
                    <a:pt x="1" y="154"/>
                  </a:moveTo>
                  <a:lnTo>
                    <a:pt x="1" y="157"/>
                  </a:lnTo>
                  <a:lnTo>
                    <a:pt x="1" y="154"/>
                  </a:lnTo>
                  <a:close/>
                  <a:moveTo>
                    <a:pt x="11" y="0"/>
                  </a:moveTo>
                  <a:cubicBezTo>
                    <a:pt x="4" y="52"/>
                    <a:pt x="1" y="102"/>
                    <a:pt x="1" y="154"/>
                  </a:cubicBezTo>
                  <a:cubicBezTo>
                    <a:pt x="1" y="102"/>
                    <a:pt x="4" y="52"/>
                    <a:pt x="11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744;p44">
              <a:extLst>
                <a:ext uri="{FF2B5EF4-FFF2-40B4-BE49-F238E27FC236}">
                  <a16:creationId xmlns:a16="http://schemas.microsoft.com/office/drawing/2014/main" id="{50F99111-3E9B-B57A-0C3C-8BAE0CA4B0AF}"/>
                </a:ext>
              </a:extLst>
            </p:cNvPr>
            <p:cNvSpPr/>
            <p:nvPr/>
          </p:nvSpPr>
          <p:spPr>
            <a:xfrm>
              <a:off x="759764" y="2494613"/>
              <a:ext cx="130414" cy="92072"/>
            </a:xfrm>
            <a:custGeom>
              <a:avLst/>
              <a:gdLst/>
              <a:ahLst/>
              <a:cxnLst/>
              <a:rect l="l" t="t" r="r" b="b"/>
              <a:pathLst>
                <a:path w="2068" h="1460" extrusionOk="0">
                  <a:moveTo>
                    <a:pt x="11" y="0"/>
                  </a:moveTo>
                  <a:cubicBezTo>
                    <a:pt x="4" y="52"/>
                    <a:pt x="1" y="102"/>
                    <a:pt x="1" y="154"/>
                  </a:cubicBezTo>
                  <a:lnTo>
                    <a:pt x="1" y="157"/>
                  </a:lnTo>
                  <a:lnTo>
                    <a:pt x="1" y="160"/>
                  </a:lnTo>
                  <a:cubicBezTo>
                    <a:pt x="1" y="879"/>
                    <a:pt x="581" y="1460"/>
                    <a:pt x="1300" y="1460"/>
                  </a:cubicBezTo>
                  <a:cubicBezTo>
                    <a:pt x="1497" y="1460"/>
                    <a:pt x="1684" y="1416"/>
                    <a:pt x="1853" y="1338"/>
                  </a:cubicBezTo>
                  <a:cubicBezTo>
                    <a:pt x="1928" y="1300"/>
                    <a:pt x="1999" y="1259"/>
                    <a:pt x="2067" y="1208"/>
                  </a:cubicBezTo>
                  <a:cubicBezTo>
                    <a:pt x="1972" y="957"/>
                    <a:pt x="1880" y="703"/>
                    <a:pt x="1806" y="442"/>
                  </a:cubicBezTo>
                  <a:cubicBezTo>
                    <a:pt x="1626" y="693"/>
                    <a:pt x="1331" y="855"/>
                    <a:pt x="998" y="855"/>
                  </a:cubicBezTo>
                  <a:cubicBezTo>
                    <a:pt x="496" y="855"/>
                    <a:pt x="79" y="483"/>
                    <a:pt x="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745;p44">
              <a:extLst>
                <a:ext uri="{FF2B5EF4-FFF2-40B4-BE49-F238E27FC236}">
                  <a16:creationId xmlns:a16="http://schemas.microsoft.com/office/drawing/2014/main" id="{F2AC4302-F893-658B-A9AD-AFA1D6383FBC}"/>
                </a:ext>
              </a:extLst>
            </p:cNvPr>
            <p:cNvSpPr/>
            <p:nvPr/>
          </p:nvSpPr>
          <p:spPr>
            <a:xfrm>
              <a:off x="893517" y="2328383"/>
              <a:ext cx="76873" cy="280125"/>
            </a:xfrm>
            <a:custGeom>
              <a:avLst/>
              <a:gdLst/>
              <a:ahLst/>
              <a:cxnLst/>
              <a:rect l="l" t="t" r="r" b="b"/>
              <a:pathLst>
                <a:path w="1219" h="4442" extrusionOk="0">
                  <a:moveTo>
                    <a:pt x="1082" y="4442"/>
                  </a:moveTo>
                  <a:lnTo>
                    <a:pt x="1090" y="4442"/>
                  </a:lnTo>
                  <a:lnTo>
                    <a:pt x="1090" y="4442"/>
                  </a:lnTo>
                  <a:lnTo>
                    <a:pt x="1082" y="4442"/>
                  </a:lnTo>
                  <a:close/>
                  <a:moveTo>
                    <a:pt x="1076" y="4442"/>
                  </a:moveTo>
                  <a:lnTo>
                    <a:pt x="1082" y="4442"/>
                  </a:lnTo>
                  <a:lnTo>
                    <a:pt x="1076" y="4442"/>
                  </a:lnTo>
                  <a:close/>
                  <a:moveTo>
                    <a:pt x="0" y="3855"/>
                  </a:moveTo>
                  <a:cubicBezTo>
                    <a:pt x="231" y="4204"/>
                    <a:pt x="628" y="4439"/>
                    <a:pt x="1076" y="4442"/>
                  </a:cubicBezTo>
                  <a:cubicBezTo>
                    <a:pt x="628" y="4439"/>
                    <a:pt x="231" y="4204"/>
                    <a:pt x="0" y="3855"/>
                  </a:cubicBezTo>
                  <a:close/>
                  <a:moveTo>
                    <a:pt x="1218" y="1"/>
                  </a:moveTo>
                  <a:lnTo>
                    <a:pt x="1218" y="1"/>
                  </a:lnTo>
                  <a:lnTo>
                    <a:pt x="1218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746;p44">
              <a:extLst>
                <a:ext uri="{FF2B5EF4-FFF2-40B4-BE49-F238E27FC236}">
                  <a16:creationId xmlns:a16="http://schemas.microsoft.com/office/drawing/2014/main" id="{A7403B66-3380-A0E5-F402-1E1009156896}"/>
                </a:ext>
              </a:extLst>
            </p:cNvPr>
            <p:cNvSpPr/>
            <p:nvPr/>
          </p:nvSpPr>
          <p:spPr>
            <a:xfrm>
              <a:off x="880274" y="2328383"/>
              <a:ext cx="172098" cy="280125"/>
            </a:xfrm>
            <a:custGeom>
              <a:avLst/>
              <a:gdLst/>
              <a:ahLst/>
              <a:cxnLst/>
              <a:rect l="l" t="t" r="r" b="b"/>
              <a:pathLst>
                <a:path w="2729" h="4442" extrusionOk="0">
                  <a:moveTo>
                    <a:pt x="1428" y="1"/>
                  </a:moveTo>
                  <a:cubicBezTo>
                    <a:pt x="1374" y="1"/>
                    <a:pt x="1323" y="4"/>
                    <a:pt x="1272" y="10"/>
                  </a:cubicBezTo>
                  <a:cubicBezTo>
                    <a:pt x="1765" y="78"/>
                    <a:pt x="2144" y="499"/>
                    <a:pt x="2144" y="1008"/>
                  </a:cubicBezTo>
                  <a:cubicBezTo>
                    <a:pt x="2144" y="1385"/>
                    <a:pt x="1937" y="1714"/>
                    <a:pt x="1632" y="1886"/>
                  </a:cubicBezTo>
                  <a:cubicBezTo>
                    <a:pt x="1527" y="1860"/>
                    <a:pt x="1411" y="1843"/>
                    <a:pt x="1300" y="1843"/>
                  </a:cubicBezTo>
                  <a:cubicBezTo>
                    <a:pt x="1252" y="1843"/>
                    <a:pt x="1204" y="1846"/>
                    <a:pt x="1160" y="1849"/>
                  </a:cubicBezTo>
                  <a:cubicBezTo>
                    <a:pt x="1679" y="1910"/>
                    <a:pt x="2083" y="2351"/>
                    <a:pt x="2083" y="2884"/>
                  </a:cubicBezTo>
                  <a:cubicBezTo>
                    <a:pt x="2083" y="3461"/>
                    <a:pt x="1615" y="3926"/>
                    <a:pt x="1042" y="3926"/>
                  </a:cubicBezTo>
                  <a:cubicBezTo>
                    <a:pt x="506" y="3926"/>
                    <a:pt x="64" y="3522"/>
                    <a:pt x="7" y="3003"/>
                  </a:cubicBezTo>
                  <a:cubicBezTo>
                    <a:pt x="0" y="3050"/>
                    <a:pt x="0" y="3095"/>
                    <a:pt x="0" y="3142"/>
                  </a:cubicBezTo>
                  <a:cubicBezTo>
                    <a:pt x="0" y="3407"/>
                    <a:pt x="78" y="3651"/>
                    <a:pt x="210" y="3855"/>
                  </a:cubicBezTo>
                  <a:cubicBezTo>
                    <a:pt x="441" y="4204"/>
                    <a:pt x="838" y="4439"/>
                    <a:pt x="1286" y="4442"/>
                  </a:cubicBezTo>
                  <a:lnTo>
                    <a:pt x="1300" y="4442"/>
                  </a:lnTo>
                  <a:cubicBezTo>
                    <a:pt x="2016" y="4442"/>
                    <a:pt x="2595" y="3858"/>
                    <a:pt x="2595" y="3142"/>
                  </a:cubicBezTo>
                  <a:cubicBezTo>
                    <a:pt x="2595" y="2769"/>
                    <a:pt x="2440" y="2430"/>
                    <a:pt x="2185" y="2192"/>
                  </a:cubicBezTo>
                  <a:lnTo>
                    <a:pt x="2185" y="2192"/>
                  </a:lnTo>
                  <a:cubicBezTo>
                    <a:pt x="2222" y="2215"/>
                    <a:pt x="2263" y="2240"/>
                    <a:pt x="2301" y="2264"/>
                  </a:cubicBezTo>
                  <a:cubicBezTo>
                    <a:pt x="2562" y="2026"/>
                    <a:pt x="2728" y="1683"/>
                    <a:pt x="2728" y="1299"/>
                  </a:cubicBezTo>
                  <a:cubicBezTo>
                    <a:pt x="2728" y="584"/>
                    <a:pt x="2144" y="1"/>
                    <a:pt x="14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747;p44">
              <a:extLst>
                <a:ext uri="{FF2B5EF4-FFF2-40B4-BE49-F238E27FC236}">
                  <a16:creationId xmlns:a16="http://schemas.microsoft.com/office/drawing/2014/main" id="{D0655A01-23C1-F4DC-6654-67F933F87DFD}"/>
                </a:ext>
              </a:extLst>
            </p:cNvPr>
            <p:cNvSpPr/>
            <p:nvPr/>
          </p:nvSpPr>
          <p:spPr>
            <a:xfrm>
              <a:off x="973732" y="2241295"/>
              <a:ext cx="43261" cy="47549"/>
            </a:xfrm>
            <a:custGeom>
              <a:avLst/>
              <a:gdLst/>
              <a:ahLst/>
              <a:cxnLst/>
              <a:rect l="l" t="t" r="r" b="b"/>
              <a:pathLst>
                <a:path w="686" h="754" extrusionOk="0">
                  <a:moveTo>
                    <a:pt x="344" y="1"/>
                  </a:moveTo>
                  <a:cubicBezTo>
                    <a:pt x="330" y="1"/>
                    <a:pt x="319" y="7"/>
                    <a:pt x="313" y="21"/>
                  </a:cubicBezTo>
                  <a:lnTo>
                    <a:pt x="238" y="237"/>
                  </a:lnTo>
                  <a:cubicBezTo>
                    <a:pt x="235" y="245"/>
                    <a:pt x="228" y="251"/>
                    <a:pt x="218" y="258"/>
                  </a:cubicBezTo>
                  <a:lnTo>
                    <a:pt x="28" y="343"/>
                  </a:lnTo>
                  <a:cubicBezTo>
                    <a:pt x="1" y="353"/>
                    <a:pt x="1" y="397"/>
                    <a:pt x="28" y="411"/>
                  </a:cubicBezTo>
                  <a:lnTo>
                    <a:pt x="218" y="496"/>
                  </a:lnTo>
                  <a:cubicBezTo>
                    <a:pt x="228" y="499"/>
                    <a:pt x="235" y="506"/>
                    <a:pt x="238" y="516"/>
                  </a:cubicBezTo>
                  <a:lnTo>
                    <a:pt x="313" y="733"/>
                  </a:lnTo>
                  <a:cubicBezTo>
                    <a:pt x="319" y="746"/>
                    <a:pt x="330" y="754"/>
                    <a:pt x="344" y="754"/>
                  </a:cubicBezTo>
                  <a:cubicBezTo>
                    <a:pt x="357" y="754"/>
                    <a:pt x="367" y="746"/>
                    <a:pt x="374" y="733"/>
                  </a:cubicBezTo>
                  <a:lnTo>
                    <a:pt x="449" y="516"/>
                  </a:lnTo>
                  <a:cubicBezTo>
                    <a:pt x="452" y="506"/>
                    <a:pt x="459" y="499"/>
                    <a:pt x="469" y="496"/>
                  </a:cubicBezTo>
                  <a:lnTo>
                    <a:pt x="659" y="411"/>
                  </a:lnTo>
                  <a:cubicBezTo>
                    <a:pt x="686" y="397"/>
                    <a:pt x="686" y="353"/>
                    <a:pt x="659" y="343"/>
                  </a:cubicBezTo>
                  <a:lnTo>
                    <a:pt x="469" y="258"/>
                  </a:lnTo>
                  <a:cubicBezTo>
                    <a:pt x="459" y="251"/>
                    <a:pt x="452" y="245"/>
                    <a:pt x="449" y="237"/>
                  </a:cubicBezTo>
                  <a:lnTo>
                    <a:pt x="374" y="21"/>
                  </a:lnTo>
                  <a:cubicBezTo>
                    <a:pt x="367" y="7"/>
                    <a:pt x="357" y="1"/>
                    <a:pt x="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748;p44">
              <a:extLst>
                <a:ext uri="{FF2B5EF4-FFF2-40B4-BE49-F238E27FC236}">
                  <a16:creationId xmlns:a16="http://schemas.microsoft.com/office/drawing/2014/main" id="{A2DE1BA6-A70E-F573-634A-B6AB88AFF86B}"/>
                </a:ext>
              </a:extLst>
            </p:cNvPr>
            <p:cNvSpPr/>
            <p:nvPr/>
          </p:nvSpPr>
          <p:spPr>
            <a:xfrm>
              <a:off x="799366" y="2289852"/>
              <a:ext cx="12234" cy="12234"/>
            </a:xfrm>
            <a:custGeom>
              <a:avLst/>
              <a:gdLst/>
              <a:ahLst/>
              <a:cxnLst/>
              <a:rect l="l" t="t" r="r" b="b"/>
              <a:pathLst>
                <a:path w="194" h="194" extrusionOk="0">
                  <a:moveTo>
                    <a:pt x="99" y="1"/>
                  </a:moveTo>
                  <a:cubicBezTo>
                    <a:pt x="45" y="1"/>
                    <a:pt x="1" y="42"/>
                    <a:pt x="1" y="95"/>
                  </a:cubicBezTo>
                  <a:cubicBezTo>
                    <a:pt x="1" y="150"/>
                    <a:pt x="45" y="194"/>
                    <a:pt x="99" y="194"/>
                  </a:cubicBezTo>
                  <a:cubicBezTo>
                    <a:pt x="150" y="194"/>
                    <a:pt x="194" y="150"/>
                    <a:pt x="194" y="95"/>
                  </a:cubicBezTo>
                  <a:cubicBezTo>
                    <a:pt x="194" y="42"/>
                    <a:pt x="150" y="1"/>
                    <a:pt x="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749;p44">
              <a:extLst>
                <a:ext uri="{FF2B5EF4-FFF2-40B4-BE49-F238E27FC236}">
                  <a16:creationId xmlns:a16="http://schemas.microsoft.com/office/drawing/2014/main" id="{91B30FDC-FD48-C6DB-09A9-147C9BBC07B2}"/>
                </a:ext>
              </a:extLst>
            </p:cNvPr>
            <p:cNvSpPr/>
            <p:nvPr/>
          </p:nvSpPr>
          <p:spPr>
            <a:xfrm>
              <a:off x="715495" y="2264375"/>
              <a:ext cx="344764" cy="352079"/>
            </a:xfrm>
            <a:custGeom>
              <a:avLst/>
              <a:gdLst/>
              <a:ahLst/>
              <a:cxnLst/>
              <a:rect l="l" t="t" r="r" b="b"/>
              <a:pathLst>
                <a:path w="5467" h="5583" extrusionOk="0">
                  <a:moveTo>
                    <a:pt x="3200" y="252"/>
                  </a:moveTo>
                  <a:cubicBezTo>
                    <a:pt x="3207" y="252"/>
                    <a:pt x="3213" y="252"/>
                    <a:pt x="3217" y="255"/>
                  </a:cubicBezTo>
                  <a:cubicBezTo>
                    <a:pt x="3271" y="266"/>
                    <a:pt x="3437" y="401"/>
                    <a:pt x="3576" y="679"/>
                  </a:cubicBezTo>
                  <a:cubicBezTo>
                    <a:pt x="3607" y="744"/>
                    <a:pt x="3648" y="832"/>
                    <a:pt x="3678" y="937"/>
                  </a:cubicBezTo>
                  <a:cubicBezTo>
                    <a:pt x="3142" y="1077"/>
                    <a:pt x="2729" y="1525"/>
                    <a:pt x="2637" y="2081"/>
                  </a:cubicBezTo>
                  <a:cubicBezTo>
                    <a:pt x="2627" y="2067"/>
                    <a:pt x="2620" y="2054"/>
                    <a:pt x="2610" y="2040"/>
                  </a:cubicBezTo>
                  <a:cubicBezTo>
                    <a:pt x="2538" y="1928"/>
                    <a:pt x="2410" y="1765"/>
                    <a:pt x="2220" y="1616"/>
                  </a:cubicBezTo>
                  <a:cubicBezTo>
                    <a:pt x="2216" y="1517"/>
                    <a:pt x="2223" y="1412"/>
                    <a:pt x="2243" y="1304"/>
                  </a:cubicBezTo>
                  <a:cubicBezTo>
                    <a:pt x="2345" y="784"/>
                    <a:pt x="2752" y="476"/>
                    <a:pt x="2875" y="391"/>
                  </a:cubicBezTo>
                  <a:cubicBezTo>
                    <a:pt x="3030" y="289"/>
                    <a:pt x="3149" y="252"/>
                    <a:pt x="3200" y="252"/>
                  </a:cubicBezTo>
                  <a:close/>
                  <a:moveTo>
                    <a:pt x="1270" y="1534"/>
                  </a:moveTo>
                  <a:cubicBezTo>
                    <a:pt x="1398" y="1534"/>
                    <a:pt x="1541" y="1551"/>
                    <a:pt x="1680" y="1602"/>
                  </a:cubicBezTo>
                  <a:cubicBezTo>
                    <a:pt x="2162" y="1769"/>
                    <a:pt x="2467" y="2209"/>
                    <a:pt x="2555" y="2502"/>
                  </a:cubicBezTo>
                  <a:cubicBezTo>
                    <a:pt x="2386" y="2427"/>
                    <a:pt x="2199" y="2389"/>
                    <a:pt x="2002" y="2389"/>
                  </a:cubicBezTo>
                  <a:cubicBezTo>
                    <a:pt x="1561" y="2389"/>
                    <a:pt x="1168" y="2586"/>
                    <a:pt x="906" y="2901"/>
                  </a:cubicBezTo>
                  <a:cubicBezTo>
                    <a:pt x="696" y="2756"/>
                    <a:pt x="554" y="2573"/>
                    <a:pt x="476" y="2454"/>
                  </a:cubicBezTo>
                  <a:cubicBezTo>
                    <a:pt x="309" y="2192"/>
                    <a:pt x="275" y="1979"/>
                    <a:pt x="296" y="1924"/>
                  </a:cubicBezTo>
                  <a:cubicBezTo>
                    <a:pt x="309" y="1884"/>
                    <a:pt x="401" y="1785"/>
                    <a:pt x="594" y="1691"/>
                  </a:cubicBezTo>
                  <a:cubicBezTo>
                    <a:pt x="686" y="1647"/>
                    <a:pt x="950" y="1534"/>
                    <a:pt x="1270" y="1534"/>
                  </a:cubicBezTo>
                  <a:close/>
                  <a:moveTo>
                    <a:pt x="4041" y="1141"/>
                  </a:moveTo>
                  <a:cubicBezTo>
                    <a:pt x="4686" y="1141"/>
                    <a:pt x="5216" y="1667"/>
                    <a:pt x="5216" y="2314"/>
                  </a:cubicBezTo>
                  <a:cubicBezTo>
                    <a:pt x="5216" y="2627"/>
                    <a:pt x="5090" y="2912"/>
                    <a:pt x="4890" y="3122"/>
                  </a:cubicBezTo>
                  <a:cubicBezTo>
                    <a:pt x="4635" y="2881"/>
                    <a:pt x="4289" y="2732"/>
                    <a:pt x="3913" y="2732"/>
                  </a:cubicBezTo>
                  <a:cubicBezTo>
                    <a:pt x="3604" y="2732"/>
                    <a:pt x="3319" y="2831"/>
                    <a:pt x="3085" y="2997"/>
                  </a:cubicBezTo>
                  <a:cubicBezTo>
                    <a:pt x="2949" y="2803"/>
                    <a:pt x="2867" y="2569"/>
                    <a:pt x="2867" y="2314"/>
                  </a:cubicBezTo>
                  <a:cubicBezTo>
                    <a:pt x="2867" y="1667"/>
                    <a:pt x="3393" y="1141"/>
                    <a:pt x="4041" y="1141"/>
                  </a:cubicBezTo>
                  <a:close/>
                  <a:moveTo>
                    <a:pt x="2002" y="2640"/>
                  </a:moveTo>
                  <a:cubicBezTo>
                    <a:pt x="2284" y="2640"/>
                    <a:pt x="2541" y="2739"/>
                    <a:pt x="2745" y="2905"/>
                  </a:cubicBezTo>
                  <a:cubicBezTo>
                    <a:pt x="2786" y="2994"/>
                    <a:pt x="2837" y="3081"/>
                    <a:pt x="2895" y="3160"/>
                  </a:cubicBezTo>
                  <a:cubicBezTo>
                    <a:pt x="2643" y="3418"/>
                    <a:pt x="2488" y="3770"/>
                    <a:pt x="2488" y="4157"/>
                  </a:cubicBezTo>
                  <a:cubicBezTo>
                    <a:pt x="2488" y="4388"/>
                    <a:pt x="2541" y="4605"/>
                    <a:pt x="2637" y="4798"/>
                  </a:cubicBezTo>
                  <a:cubicBezTo>
                    <a:pt x="2454" y="4917"/>
                    <a:pt x="2236" y="4985"/>
                    <a:pt x="2002" y="4985"/>
                  </a:cubicBezTo>
                  <a:cubicBezTo>
                    <a:pt x="1354" y="4985"/>
                    <a:pt x="828" y="4459"/>
                    <a:pt x="828" y="3811"/>
                  </a:cubicBezTo>
                  <a:cubicBezTo>
                    <a:pt x="828" y="3166"/>
                    <a:pt x="1354" y="2640"/>
                    <a:pt x="2002" y="2640"/>
                  </a:cubicBezTo>
                  <a:close/>
                  <a:moveTo>
                    <a:pt x="3913" y="2983"/>
                  </a:moveTo>
                  <a:cubicBezTo>
                    <a:pt x="4557" y="2983"/>
                    <a:pt x="5083" y="3509"/>
                    <a:pt x="5083" y="4157"/>
                  </a:cubicBezTo>
                  <a:cubicBezTo>
                    <a:pt x="5083" y="4805"/>
                    <a:pt x="4557" y="5331"/>
                    <a:pt x="3913" y="5331"/>
                  </a:cubicBezTo>
                  <a:cubicBezTo>
                    <a:pt x="3265" y="5331"/>
                    <a:pt x="2739" y="4805"/>
                    <a:pt x="2739" y="4157"/>
                  </a:cubicBezTo>
                  <a:cubicBezTo>
                    <a:pt x="2739" y="3509"/>
                    <a:pt x="3265" y="2983"/>
                    <a:pt x="3913" y="2983"/>
                  </a:cubicBezTo>
                  <a:close/>
                  <a:moveTo>
                    <a:pt x="3203" y="1"/>
                  </a:moveTo>
                  <a:cubicBezTo>
                    <a:pt x="3027" y="1"/>
                    <a:pt x="2823" y="126"/>
                    <a:pt x="2735" y="184"/>
                  </a:cubicBezTo>
                  <a:cubicBezTo>
                    <a:pt x="2352" y="438"/>
                    <a:pt x="2077" y="839"/>
                    <a:pt x="1996" y="1253"/>
                  </a:cubicBezTo>
                  <a:cubicBezTo>
                    <a:pt x="1982" y="1324"/>
                    <a:pt x="1976" y="1389"/>
                    <a:pt x="1971" y="1453"/>
                  </a:cubicBezTo>
                  <a:cubicBezTo>
                    <a:pt x="1907" y="1419"/>
                    <a:pt x="1836" y="1392"/>
                    <a:pt x="1765" y="1365"/>
                  </a:cubicBezTo>
                  <a:cubicBezTo>
                    <a:pt x="1609" y="1310"/>
                    <a:pt x="1439" y="1283"/>
                    <a:pt x="1266" y="1283"/>
                  </a:cubicBezTo>
                  <a:cubicBezTo>
                    <a:pt x="1002" y="1283"/>
                    <a:pt x="730" y="1345"/>
                    <a:pt x="485" y="1467"/>
                  </a:cubicBezTo>
                  <a:cubicBezTo>
                    <a:pt x="377" y="1517"/>
                    <a:pt x="119" y="1660"/>
                    <a:pt x="55" y="1843"/>
                  </a:cubicBezTo>
                  <a:cubicBezTo>
                    <a:pt x="1" y="2009"/>
                    <a:pt x="82" y="2301"/>
                    <a:pt x="265" y="2590"/>
                  </a:cubicBezTo>
                  <a:cubicBezTo>
                    <a:pt x="353" y="2726"/>
                    <a:pt x="516" y="2939"/>
                    <a:pt x="764" y="3108"/>
                  </a:cubicBezTo>
                  <a:cubicBezTo>
                    <a:pt x="645" y="3316"/>
                    <a:pt x="577" y="3556"/>
                    <a:pt x="577" y="3811"/>
                  </a:cubicBezTo>
                  <a:cubicBezTo>
                    <a:pt x="577" y="4599"/>
                    <a:pt x="1215" y="5236"/>
                    <a:pt x="2002" y="5236"/>
                  </a:cubicBezTo>
                  <a:cubicBezTo>
                    <a:pt x="2284" y="5236"/>
                    <a:pt x="2549" y="5155"/>
                    <a:pt x="2773" y="5009"/>
                  </a:cubicBezTo>
                  <a:cubicBezTo>
                    <a:pt x="3030" y="5358"/>
                    <a:pt x="3445" y="5582"/>
                    <a:pt x="3913" y="5582"/>
                  </a:cubicBezTo>
                  <a:cubicBezTo>
                    <a:pt x="4696" y="5582"/>
                    <a:pt x="5335" y="4941"/>
                    <a:pt x="5335" y="4157"/>
                  </a:cubicBezTo>
                  <a:cubicBezTo>
                    <a:pt x="5335" y="3841"/>
                    <a:pt x="5233" y="3550"/>
                    <a:pt x="5056" y="3312"/>
                  </a:cubicBezTo>
                  <a:cubicBezTo>
                    <a:pt x="5310" y="3055"/>
                    <a:pt x="5466" y="2705"/>
                    <a:pt x="5466" y="2314"/>
                  </a:cubicBezTo>
                  <a:cubicBezTo>
                    <a:pt x="5466" y="1531"/>
                    <a:pt x="4826" y="889"/>
                    <a:pt x="4041" y="889"/>
                  </a:cubicBezTo>
                  <a:cubicBezTo>
                    <a:pt x="4004" y="889"/>
                    <a:pt x="3966" y="893"/>
                    <a:pt x="3930" y="897"/>
                  </a:cubicBezTo>
                  <a:cubicBezTo>
                    <a:pt x="3889" y="761"/>
                    <a:pt x="3841" y="645"/>
                    <a:pt x="3800" y="564"/>
                  </a:cubicBezTo>
                  <a:cubicBezTo>
                    <a:pt x="3645" y="262"/>
                    <a:pt x="3437" y="42"/>
                    <a:pt x="3265" y="7"/>
                  </a:cubicBezTo>
                  <a:cubicBezTo>
                    <a:pt x="3244" y="4"/>
                    <a:pt x="3224" y="1"/>
                    <a:pt x="32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750;p44">
              <a:extLst>
                <a:ext uri="{FF2B5EF4-FFF2-40B4-BE49-F238E27FC236}">
                  <a16:creationId xmlns:a16="http://schemas.microsoft.com/office/drawing/2014/main" id="{6B2D5FBA-B648-52D4-2124-FA01694CE6A2}"/>
                </a:ext>
              </a:extLst>
            </p:cNvPr>
            <p:cNvSpPr/>
            <p:nvPr/>
          </p:nvSpPr>
          <p:spPr>
            <a:xfrm>
              <a:off x="941696" y="2497829"/>
              <a:ext cx="79144" cy="74729"/>
            </a:xfrm>
            <a:custGeom>
              <a:avLst/>
              <a:gdLst/>
              <a:ahLst/>
              <a:cxnLst/>
              <a:rect l="l" t="t" r="r" b="b"/>
              <a:pathLst>
                <a:path w="1255" h="1185" extrusionOk="0">
                  <a:moveTo>
                    <a:pt x="624" y="241"/>
                  </a:moveTo>
                  <a:cubicBezTo>
                    <a:pt x="692" y="394"/>
                    <a:pt x="838" y="499"/>
                    <a:pt x="1007" y="519"/>
                  </a:cubicBezTo>
                  <a:cubicBezTo>
                    <a:pt x="882" y="632"/>
                    <a:pt x="827" y="804"/>
                    <a:pt x="862" y="967"/>
                  </a:cubicBezTo>
                  <a:cubicBezTo>
                    <a:pt x="787" y="927"/>
                    <a:pt x="705" y="906"/>
                    <a:pt x="624" y="906"/>
                  </a:cubicBezTo>
                  <a:cubicBezTo>
                    <a:pt x="542" y="906"/>
                    <a:pt x="461" y="927"/>
                    <a:pt x="387" y="967"/>
                  </a:cubicBezTo>
                  <a:cubicBezTo>
                    <a:pt x="420" y="804"/>
                    <a:pt x="366" y="632"/>
                    <a:pt x="241" y="519"/>
                  </a:cubicBezTo>
                  <a:cubicBezTo>
                    <a:pt x="410" y="499"/>
                    <a:pt x="556" y="394"/>
                    <a:pt x="624" y="241"/>
                  </a:cubicBezTo>
                  <a:close/>
                  <a:moveTo>
                    <a:pt x="628" y="1"/>
                  </a:moveTo>
                  <a:cubicBezTo>
                    <a:pt x="573" y="1"/>
                    <a:pt x="526" y="45"/>
                    <a:pt x="515" y="98"/>
                  </a:cubicBezTo>
                  <a:cubicBezTo>
                    <a:pt x="485" y="258"/>
                    <a:pt x="349" y="370"/>
                    <a:pt x="193" y="370"/>
                  </a:cubicBezTo>
                  <a:cubicBezTo>
                    <a:pt x="176" y="370"/>
                    <a:pt x="163" y="370"/>
                    <a:pt x="146" y="367"/>
                  </a:cubicBezTo>
                  <a:lnTo>
                    <a:pt x="129" y="367"/>
                  </a:lnTo>
                  <a:cubicBezTo>
                    <a:pt x="78" y="367"/>
                    <a:pt x="33" y="397"/>
                    <a:pt x="20" y="445"/>
                  </a:cubicBezTo>
                  <a:cubicBezTo>
                    <a:pt x="0" y="499"/>
                    <a:pt x="24" y="554"/>
                    <a:pt x="74" y="581"/>
                  </a:cubicBezTo>
                  <a:cubicBezTo>
                    <a:pt x="234" y="665"/>
                    <a:pt x="295" y="856"/>
                    <a:pt x="217" y="1019"/>
                  </a:cubicBezTo>
                  <a:cubicBezTo>
                    <a:pt x="190" y="1069"/>
                    <a:pt x="207" y="1127"/>
                    <a:pt x="251" y="1161"/>
                  </a:cubicBezTo>
                  <a:cubicBezTo>
                    <a:pt x="271" y="1177"/>
                    <a:pt x="295" y="1185"/>
                    <a:pt x="318" y="1185"/>
                  </a:cubicBezTo>
                  <a:cubicBezTo>
                    <a:pt x="349" y="1185"/>
                    <a:pt x="376" y="1174"/>
                    <a:pt x="400" y="1151"/>
                  </a:cubicBezTo>
                  <a:cubicBezTo>
                    <a:pt x="465" y="1089"/>
                    <a:pt x="546" y="1055"/>
                    <a:pt x="628" y="1055"/>
                  </a:cubicBezTo>
                  <a:cubicBezTo>
                    <a:pt x="713" y="1055"/>
                    <a:pt x="794" y="1089"/>
                    <a:pt x="858" y="1151"/>
                  </a:cubicBezTo>
                  <a:cubicBezTo>
                    <a:pt x="882" y="1171"/>
                    <a:pt x="909" y="1185"/>
                    <a:pt x="936" y="1185"/>
                  </a:cubicBezTo>
                  <a:cubicBezTo>
                    <a:pt x="960" y="1185"/>
                    <a:pt x="984" y="1177"/>
                    <a:pt x="1004" y="1161"/>
                  </a:cubicBezTo>
                  <a:cubicBezTo>
                    <a:pt x="1051" y="1127"/>
                    <a:pt x="1062" y="1066"/>
                    <a:pt x="1038" y="1015"/>
                  </a:cubicBezTo>
                  <a:cubicBezTo>
                    <a:pt x="963" y="856"/>
                    <a:pt x="1024" y="669"/>
                    <a:pt x="1177" y="584"/>
                  </a:cubicBezTo>
                  <a:cubicBezTo>
                    <a:pt x="1228" y="557"/>
                    <a:pt x="1255" y="499"/>
                    <a:pt x="1239" y="445"/>
                  </a:cubicBezTo>
                  <a:cubicBezTo>
                    <a:pt x="1221" y="397"/>
                    <a:pt x="1181" y="367"/>
                    <a:pt x="1129" y="367"/>
                  </a:cubicBezTo>
                  <a:lnTo>
                    <a:pt x="1112" y="367"/>
                  </a:lnTo>
                  <a:cubicBezTo>
                    <a:pt x="1096" y="370"/>
                    <a:pt x="1079" y="370"/>
                    <a:pt x="1065" y="370"/>
                  </a:cubicBezTo>
                  <a:cubicBezTo>
                    <a:pt x="906" y="370"/>
                    <a:pt x="770" y="258"/>
                    <a:pt x="743" y="98"/>
                  </a:cubicBezTo>
                  <a:cubicBezTo>
                    <a:pt x="733" y="45"/>
                    <a:pt x="689" y="7"/>
                    <a:pt x="638" y="4"/>
                  </a:cubicBezTo>
                  <a:cubicBezTo>
                    <a:pt x="634" y="4"/>
                    <a:pt x="631" y="1"/>
                    <a:pt x="6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751;p44">
              <a:extLst>
                <a:ext uri="{FF2B5EF4-FFF2-40B4-BE49-F238E27FC236}">
                  <a16:creationId xmlns:a16="http://schemas.microsoft.com/office/drawing/2014/main" id="{FB4A59E5-8B52-EF0C-35B4-C46E5B87B31C}"/>
                </a:ext>
              </a:extLst>
            </p:cNvPr>
            <p:cNvSpPr/>
            <p:nvPr/>
          </p:nvSpPr>
          <p:spPr>
            <a:xfrm>
              <a:off x="783538" y="2481370"/>
              <a:ext cx="79018" cy="74540"/>
            </a:xfrm>
            <a:custGeom>
              <a:avLst/>
              <a:gdLst/>
              <a:ahLst/>
              <a:cxnLst/>
              <a:rect l="l" t="t" r="r" b="b"/>
              <a:pathLst>
                <a:path w="1253" h="1182" extrusionOk="0">
                  <a:moveTo>
                    <a:pt x="625" y="237"/>
                  </a:moveTo>
                  <a:cubicBezTo>
                    <a:pt x="696" y="394"/>
                    <a:pt x="842" y="499"/>
                    <a:pt x="1008" y="516"/>
                  </a:cubicBezTo>
                  <a:cubicBezTo>
                    <a:pt x="883" y="631"/>
                    <a:pt x="828" y="801"/>
                    <a:pt x="862" y="967"/>
                  </a:cubicBezTo>
                  <a:cubicBezTo>
                    <a:pt x="791" y="926"/>
                    <a:pt x="706" y="903"/>
                    <a:pt x="625" y="903"/>
                  </a:cubicBezTo>
                  <a:cubicBezTo>
                    <a:pt x="543" y="903"/>
                    <a:pt x="462" y="926"/>
                    <a:pt x="391" y="967"/>
                  </a:cubicBezTo>
                  <a:cubicBezTo>
                    <a:pt x="424" y="801"/>
                    <a:pt x="370" y="631"/>
                    <a:pt x="245" y="516"/>
                  </a:cubicBezTo>
                  <a:cubicBezTo>
                    <a:pt x="411" y="499"/>
                    <a:pt x="557" y="394"/>
                    <a:pt x="625" y="237"/>
                  </a:cubicBezTo>
                  <a:close/>
                  <a:moveTo>
                    <a:pt x="625" y="0"/>
                  </a:moveTo>
                  <a:cubicBezTo>
                    <a:pt x="571" y="0"/>
                    <a:pt x="523" y="41"/>
                    <a:pt x="513" y="95"/>
                  </a:cubicBezTo>
                  <a:cubicBezTo>
                    <a:pt x="485" y="254"/>
                    <a:pt x="350" y="367"/>
                    <a:pt x="191" y="367"/>
                  </a:cubicBezTo>
                  <a:cubicBezTo>
                    <a:pt x="173" y="367"/>
                    <a:pt x="160" y="367"/>
                    <a:pt x="143" y="364"/>
                  </a:cubicBezTo>
                  <a:lnTo>
                    <a:pt x="126" y="364"/>
                  </a:lnTo>
                  <a:cubicBezTo>
                    <a:pt x="75" y="364"/>
                    <a:pt x="31" y="394"/>
                    <a:pt x="17" y="441"/>
                  </a:cubicBezTo>
                  <a:cubicBezTo>
                    <a:pt x="1" y="495"/>
                    <a:pt x="21" y="553"/>
                    <a:pt x="72" y="580"/>
                  </a:cubicBezTo>
                  <a:cubicBezTo>
                    <a:pt x="231" y="665"/>
                    <a:pt x="292" y="855"/>
                    <a:pt x="214" y="1015"/>
                  </a:cubicBezTo>
                  <a:cubicBezTo>
                    <a:pt x="187" y="1065"/>
                    <a:pt x="204" y="1127"/>
                    <a:pt x="248" y="1161"/>
                  </a:cubicBezTo>
                  <a:cubicBezTo>
                    <a:pt x="269" y="1174"/>
                    <a:pt x="292" y="1181"/>
                    <a:pt x="316" y="1181"/>
                  </a:cubicBezTo>
                  <a:cubicBezTo>
                    <a:pt x="347" y="1181"/>
                    <a:pt x="374" y="1171"/>
                    <a:pt x="397" y="1147"/>
                  </a:cubicBezTo>
                  <a:cubicBezTo>
                    <a:pt x="462" y="1086"/>
                    <a:pt x="543" y="1056"/>
                    <a:pt x="625" y="1056"/>
                  </a:cubicBezTo>
                  <a:cubicBezTo>
                    <a:pt x="709" y="1056"/>
                    <a:pt x="791" y="1086"/>
                    <a:pt x="856" y="1147"/>
                  </a:cubicBezTo>
                  <a:cubicBezTo>
                    <a:pt x="879" y="1171"/>
                    <a:pt x="906" y="1181"/>
                    <a:pt x="933" y="1181"/>
                  </a:cubicBezTo>
                  <a:cubicBezTo>
                    <a:pt x="958" y="1181"/>
                    <a:pt x="981" y="1174"/>
                    <a:pt x="1005" y="1161"/>
                  </a:cubicBezTo>
                  <a:cubicBezTo>
                    <a:pt x="1049" y="1127"/>
                    <a:pt x="1063" y="1065"/>
                    <a:pt x="1039" y="1015"/>
                  </a:cubicBezTo>
                  <a:cubicBezTo>
                    <a:pt x="958" y="855"/>
                    <a:pt x="1022" y="665"/>
                    <a:pt x="1182" y="580"/>
                  </a:cubicBezTo>
                  <a:cubicBezTo>
                    <a:pt x="1232" y="553"/>
                    <a:pt x="1252" y="495"/>
                    <a:pt x="1235" y="441"/>
                  </a:cubicBezTo>
                  <a:cubicBezTo>
                    <a:pt x="1218" y="394"/>
                    <a:pt x="1177" y="364"/>
                    <a:pt x="1127" y="364"/>
                  </a:cubicBezTo>
                  <a:lnTo>
                    <a:pt x="1110" y="364"/>
                  </a:lnTo>
                  <a:cubicBezTo>
                    <a:pt x="1093" y="367"/>
                    <a:pt x="1076" y="370"/>
                    <a:pt x="1059" y="370"/>
                  </a:cubicBezTo>
                  <a:cubicBezTo>
                    <a:pt x="903" y="370"/>
                    <a:pt x="767" y="254"/>
                    <a:pt x="740" y="95"/>
                  </a:cubicBezTo>
                  <a:cubicBezTo>
                    <a:pt x="730" y="41"/>
                    <a:pt x="682" y="0"/>
                    <a:pt x="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752;p44">
              <a:extLst>
                <a:ext uri="{FF2B5EF4-FFF2-40B4-BE49-F238E27FC236}">
                  <a16:creationId xmlns:a16="http://schemas.microsoft.com/office/drawing/2014/main" id="{EE92F3E3-5307-0B43-797F-F7BA2EB7C142}"/>
                </a:ext>
              </a:extLst>
            </p:cNvPr>
            <p:cNvSpPr/>
            <p:nvPr/>
          </p:nvSpPr>
          <p:spPr>
            <a:xfrm>
              <a:off x="947183" y="2352977"/>
              <a:ext cx="79081" cy="74540"/>
            </a:xfrm>
            <a:custGeom>
              <a:avLst/>
              <a:gdLst/>
              <a:ahLst/>
              <a:cxnLst/>
              <a:rect l="l" t="t" r="r" b="b"/>
              <a:pathLst>
                <a:path w="1254" h="1182" extrusionOk="0">
                  <a:moveTo>
                    <a:pt x="626" y="238"/>
                  </a:moveTo>
                  <a:cubicBezTo>
                    <a:pt x="696" y="394"/>
                    <a:pt x="842" y="499"/>
                    <a:pt x="1009" y="516"/>
                  </a:cubicBezTo>
                  <a:cubicBezTo>
                    <a:pt x="883" y="632"/>
                    <a:pt x="829" y="801"/>
                    <a:pt x="862" y="967"/>
                  </a:cubicBezTo>
                  <a:cubicBezTo>
                    <a:pt x="788" y="926"/>
                    <a:pt x="707" y="903"/>
                    <a:pt x="629" y="903"/>
                  </a:cubicBezTo>
                  <a:cubicBezTo>
                    <a:pt x="544" y="903"/>
                    <a:pt x="463" y="926"/>
                    <a:pt x="391" y="967"/>
                  </a:cubicBezTo>
                  <a:cubicBezTo>
                    <a:pt x="425" y="801"/>
                    <a:pt x="371" y="632"/>
                    <a:pt x="245" y="516"/>
                  </a:cubicBezTo>
                  <a:cubicBezTo>
                    <a:pt x="411" y="499"/>
                    <a:pt x="557" y="394"/>
                    <a:pt x="626" y="238"/>
                  </a:cubicBezTo>
                  <a:close/>
                  <a:moveTo>
                    <a:pt x="629" y="1"/>
                  </a:moveTo>
                  <a:cubicBezTo>
                    <a:pt x="571" y="1"/>
                    <a:pt x="524" y="41"/>
                    <a:pt x="513" y="95"/>
                  </a:cubicBezTo>
                  <a:cubicBezTo>
                    <a:pt x="486" y="258"/>
                    <a:pt x="350" y="370"/>
                    <a:pt x="191" y="370"/>
                  </a:cubicBezTo>
                  <a:cubicBezTo>
                    <a:pt x="174" y="370"/>
                    <a:pt x="161" y="367"/>
                    <a:pt x="143" y="367"/>
                  </a:cubicBezTo>
                  <a:cubicBezTo>
                    <a:pt x="137" y="364"/>
                    <a:pt x="130" y="364"/>
                    <a:pt x="126" y="364"/>
                  </a:cubicBezTo>
                  <a:cubicBezTo>
                    <a:pt x="76" y="364"/>
                    <a:pt x="32" y="394"/>
                    <a:pt x="18" y="445"/>
                  </a:cubicBezTo>
                  <a:cubicBezTo>
                    <a:pt x="1" y="499"/>
                    <a:pt x="21" y="554"/>
                    <a:pt x="73" y="580"/>
                  </a:cubicBezTo>
                  <a:cubicBezTo>
                    <a:pt x="231" y="662"/>
                    <a:pt x="292" y="856"/>
                    <a:pt x="215" y="1015"/>
                  </a:cubicBezTo>
                  <a:cubicBezTo>
                    <a:pt x="191" y="1069"/>
                    <a:pt x="205" y="1127"/>
                    <a:pt x="249" y="1161"/>
                  </a:cubicBezTo>
                  <a:cubicBezTo>
                    <a:pt x="272" y="1174"/>
                    <a:pt x="297" y="1181"/>
                    <a:pt x="317" y="1181"/>
                  </a:cubicBezTo>
                  <a:cubicBezTo>
                    <a:pt x="347" y="1181"/>
                    <a:pt x="374" y="1171"/>
                    <a:pt x="398" y="1150"/>
                  </a:cubicBezTo>
                  <a:cubicBezTo>
                    <a:pt x="463" y="1086"/>
                    <a:pt x="544" y="1056"/>
                    <a:pt x="629" y="1056"/>
                  </a:cubicBezTo>
                  <a:cubicBezTo>
                    <a:pt x="710" y="1056"/>
                    <a:pt x="792" y="1086"/>
                    <a:pt x="856" y="1150"/>
                  </a:cubicBezTo>
                  <a:cubicBezTo>
                    <a:pt x="880" y="1171"/>
                    <a:pt x="907" y="1181"/>
                    <a:pt x="937" y="1181"/>
                  </a:cubicBezTo>
                  <a:cubicBezTo>
                    <a:pt x="958" y="1181"/>
                    <a:pt x="981" y="1174"/>
                    <a:pt x="1002" y="1161"/>
                  </a:cubicBezTo>
                  <a:cubicBezTo>
                    <a:pt x="1050" y="1127"/>
                    <a:pt x="1063" y="1069"/>
                    <a:pt x="1039" y="1015"/>
                  </a:cubicBezTo>
                  <a:cubicBezTo>
                    <a:pt x="961" y="856"/>
                    <a:pt x="1022" y="662"/>
                    <a:pt x="1182" y="580"/>
                  </a:cubicBezTo>
                  <a:cubicBezTo>
                    <a:pt x="1229" y="554"/>
                    <a:pt x="1253" y="499"/>
                    <a:pt x="1236" y="445"/>
                  </a:cubicBezTo>
                  <a:cubicBezTo>
                    <a:pt x="1219" y="394"/>
                    <a:pt x="1178" y="364"/>
                    <a:pt x="1127" y="364"/>
                  </a:cubicBezTo>
                  <a:cubicBezTo>
                    <a:pt x="1121" y="364"/>
                    <a:pt x="1117" y="364"/>
                    <a:pt x="1111" y="367"/>
                  </a:cubicBezTo>
                  <a:cubicBezTo>
                    <a:pt x="1094" y="367"/>
                    <a:pt x="1077" y="370"/>
                    <a:pt x="1063" y="370"/>
                  </a:cubicBezTo>
                  <a:cubicBezTo>
                    <a:pt x="903" y="370"/>
                    <a:pt x="768" y="258"/>
                    <a:pt x="740" y="95"/>
                  </a:cubicBezTo>
                  <a:cubicBezTo>
                    <a:pt x="731" y="41"/>
                    <a:pt x="683" y="1"/>
                    <a:pt x="6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753;p44">
              <a:extLst>
                <a:ext uri="{FF2B5EF4-FFF2-40B4-BE49-F238E27FC236}">
                  <a16:creationId xmlns:a16="http://schemas.microsoft.com/office/drawing/2014/main" id="{3678A5B6-D74B-7143-0279-921F2AA39457}"/>
                </a:ext>
              </a:extLst>
            </p:cNvPr>
            <p:cNvSpPr/>
            <p:nvPr/>
          </p:nvSpPr>
          <p:spPr>
            <a:xfrm>
              <a:off x="829321" y="2439623"/>
              <a:ext cx="22955" cy="16144"/>
            </a:xfrm>
            <a:custGeom>
              <a:avLst/>
              <a:gdLst/>
              <a:ahLst/>
              <a:cxnLst/>
              <a:rect l="l" t="t" r="r" b="b"/>
              <a:pathLst>
                <a:path w="364" h="256" extrusionOk="0">
                  <a:moveTo>
                    <a:pt x="166" y="0"/>
                  </a:moveTo>
                  <a:lnTo>
                    <a:pt x="122" y="0"/>
                  </a:lnTo>
                  <a:cubicBezTo>
                    <a:pt x="55" y="4"/>
                    <a:pt x="0" y="61"/>
                    <a:pt x="4" y="133"/>
                  </a:cubicBezTo>
                  <a:cubicBezTo>
                    <a:pt x="8" y="201"/>
                    <a:pt x="61" y="252"/>
                    <a:pt x="130" y="252"/>
                  </a:cubicBezTo>
                  <a:lnTo>
                    <a:pt x="136" y="252"/>
                  </a:lnTo>
                  <a:lnTo>
                    <a:pt x="177" y="252"/>
                  </a:lnTo>
                  <a:cubicBezTo>
                    <a:pt x="194" y="252"/>
                    <a:pt x="211" y="252"/>
                    <a:pt x="228" y="255"/>
                  </a:cubicBezTo>
                  <a:lnTo>
                    <a:pt x="235" y="255"/>
                  </a:lnTo>
                  <a:cubicBezTo>
                    <a:pt x="299" y="255"/>
                    <a:pt x="357" y="204"/>
                    <a:pt x="360" y="136"/>
                  </a:cubicBezTo>
                  <a:cubicBezTo>
                    <a:pt x="364" y="69"/>
                    <a:pt x="313" y="8"/>
                    <a:pt x="241" y="4"/>
                  </a:cubicBezTo>
                  <a:cubicBezTo>
                    <a:pt x="218" y="0"/>
                    <a:pt x="191" y="0"/>
                    <a:pt x="1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754;p44">
              <a:extLst>
                <a:ext uri="{FF2B5EF4-FFF2-40B4-BE49-F238E27FC236}">
                  <a16:creationId xmlns:a16="http://schemas.microsoft.com/office/drawing/2014/main" id="{5D0CCBD3-6D47-AB49-B6EA-9E7F615B1783}"/>
                </a:ext>
              </a:extLst>
            </p:cNvPr>
            <p:cNvSpPr/>
            <p:nvPr/>
          </p:nvSpPr>
          <p:spPr>
            <a:xfrm>
              <a:off x="779061" y="2446497"/>
              <a:ext cx="43702" cy="45594"/>
            </a:xfrm>
            <a:custGeom>
              <a:avLst/>
              <a:gdLst/>
              <a:ahLst/>
              <a:cxnLst/>
              <a:rect l="l" t="t" r="r" b="b"/>
              <a:pathLst>
                <a:path w="693" h="723" extrusionOk="0">
                  <a:moveTo>
                    <a:pt x="547" y="0"/>
                  </a:moveTo>
                  <a:cubicBezTo>
                    <a:pt x="526" y="0"/>
                    <a:pt x="506" y="7"/>
                    <a:pt x="485" y="17"/>
                  </a:cubicBezTo>
                  <a:cubicBezTo>
                    <a:pt x="418" y="57"/>
                    <a:pt x="353" y="106"/>
                    <a:pt x="296" y="159"/>
                  </a:cubicBezTo>
                  <a:cubicBezTo>
                    <a:pt x="177" y="275"/>
                    <a:pt x="82" y="411"/>
                    <a:pt x="27" y="550"/>
                  </a:cubicBezTo>
                  <a:cubicBezTo>
                    <a:pt x="0" y="618"/>
                    <a:pt x="34" y="689"/>
                    <a:pt x="99" y="713"/>
                  </a:cubicBezTo>
                  <a:cubicBezTo>
                    <a:pt x="112" y="719"/>
                    <a:pt x="129" y="723"/>
                    <a:pt x="143" y="723"/>
                  </a:cubicBezTo>
                  <a:cubicBezTo>
                    <a:pt x="194" y="723"/>
                    <a:pt x="241" y="693"/>
                    <a:pt x="262" y="641"/>
                  </a:cubicBezTo>
                  <a:cubicBezTo>
                    <a:pt x="302" y="536"/>
                    <a:pt x="377" y="431"/>
                    <a:pt x="468" y="342"/>
                  </a:cubicBezTo>
                  <a:cubicBezTo>
                    <a:pt x="512" y="302"/>
                    <a:pt x="560" y="265"/>
                    <a:pt x="611" y="234"/>
                  </a:cubicBezTo>
                  <a:cubicBezTo>
                    <a:pt x="672" y="200"/>
                    <a:pt x="692" y="123"/>
                    <a:pt x="658" y="65"/>
                  </a:cubicBezTo>
                  <a:cubicBezTo>
                    <a:pt x="634" y="24"/>
                    <a:pt x="590" y="0"/>
                    <a:pt x="5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755;p44">
              <a:extLst>
                <a:ext uri="{FF2B5EF4-FFF2-40B4-BE49-F238E27FC236}">
                  <a16:creationId xmlns:a16="http://schemas.microsoft.com/office/drawing/2014/main" id="{B5114F03-5463-5150-1225-04D7FC16309B}"/>
                </a:ext>
              </a:extLst>
            </p:cNvPr>
            <p:cNvSpPr/>
            <p:nvPr/>
          </p:nvSpPr>
          <p:spPr>
            <a:xfrm>
              <a:off x="926057" y="2354049"/>
              <a:ext cx="23144" cy="19928"/>
            </a:xfrm>
            <a:custGeom>
              <a:avLst/>
              <a:gdLst/>
              <a:ahLst/>
              <a:cxnLst/>
              <a:rect l="l" t="t" r="r" b="b"/>
              <a:pathLst>
                <a:path w="367" h="316" extrusionOk="0">
                  <a:moveTo>
                    <a:pt x="224" y="1"/>
                  </a:moveTo>
                  <a:cubicBezTo>
                    <a:pt x="200" y="1"/>
                    <a:pt x="176" y="7"/>
                    <a:pt x="153" y="21"/>
                  </a:cubicBezTo>
                  <a:cubicBezTo>
                    <a:pt x="119" y="45"/>
                    <a:pt x="88" y="68"/>
                    <a:pt x="57" y="92"/>
                  </a:cubicBezTo>
                  <a:cubicBezTo>
                    <a:pt x="7" y="139"/>
                    <a:pt x="0" y="217"/>
                    <a:pt x="44" y="272"/>
                  </a:cubicBezTo>
                  <a:cubicBezTo>
                    <a:pt x="71" y="299"/>
                    <a:pt x="106" y="316"/>
                    <a:pt x="143" y="316"/>
                  </a:cubicBezTo>
                  <a:cubicBezTo>
                    <a:pt x="170" y="316"/>
                    <a:pt x="200" y="302"/>
                    <a:pt x="224" y="282"/>
                  </a:cubicBezTo>
                  <a:cubicBezTo>
                    <a:pt x="245" y="265"/>
                    <a:pt x="268" y="245"/>
                    <a:pt x="295" y="228"/>
                  </a:cubicBezTo>
                  <a:cubicBezTo>
                    <a:pt x="353" y="190"/>
                    <a:pt x="367" y="112"/>
                    <a:pt x="329" y="54"/>
                  </a:cubicBezTo>
                  <a:cubicBezTo>
                    <a:pt x="302" y="17"/>
                    <a:pt x="265" y="1"/>
                    <a:pt x="2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756;p44">
              <a:extLst>
                <a:ext uri="{FF2B5EF4-FFF2-40B4-BE49-F238E27FC236}">
                  <a16:creationId xmlns:a16="http://schemas.microsoft.com/office/drawing/2014/main" id="{510CF171-477C-4696-BB6F-68A96A098E01}"/>
                </a:ext>
              </a:extLst>
            </p:cNvPr>
            <p:cNvSpPr/>
            <p:nvPr/>
          </p:nvSpPr>
          <p:spPr>
            <a:xfrm>
              <a:off x="907643" y="2378012"/>
              <a:ext cx="21883" cy="55054"/>
            </a:xfrm>
            <a:custGeom>
              <a:avLst/>
              <a:gdLst/>
              <a:ahLst/>
              <a:cxnLst/>
              <a:rect l="l" t="t" r="r" b="b"/>
              <a:pathLst>
                <a:path w="347" h="873" extrusionOk="0">
                  <a:moveTo>
                    <a:pt x="204" y="0"/>
                  </a:moveTo>
                  <a:cubicBezTo>
                    <a:pt x="153" y="0"/>
                    <a:pt x="105" y="31"/>
                    <a:pt x="85" y="82"/>
                  </a:cubicBezTo>
                  <a:cubicBezTo>
                    <a:pt x="58" y="153"/>
                    <a:pt x="38" y="231"/>
                    <a:pt x="24" y="309"/>
                  </a:cubicBezTo>
                  <a:cubicBezTo>
                    <a:pt x="0" y="472"/>
                    <a:pt x="14" y="642"/>
                    <a:pt x="55" y="784"/>
                  </a:cubicBezTo>
                  <a:cubicBezTo>
                    <a:pt x="72" y="838"/>
                    <a:pt x="122" y="872"/>
                    <a:pt x="177" y="872"/>
                  </a:cubicBezTo>
                  <a:cubicBezTo>
                    <a:pt x="191" y="872"/>
                    <a:pt x="200" y="872"/>
                    <a:pt x="214" y="869"/>
                  </a:cubicBezTo>
                  <a:cubicBezTo>
                    <a:pt x="279" y="849"/>
                    <a:pt x="316" y="777"/>
                    <a:pt x="296" y="709"/>
                  </a:cubicBezTo>
                  <a:cubicBezTo>
                    <a:pt x="265" y="604"/>
                    <a:pt x="255" y="472"/>
                    <a:pt x="275" y="346"/>
                  </a:cubicBezTo>
                  <a:cubicBezTo>
                    <a:pt x="282" y="285"/>
                    <a:pt x="299" y="227"/>
                    <a:pt x="319" y="174"/>
                  </a:cubicBezTo>
                  <a:cubicBezTo>
                    <a:pt x="346" y="109"/>
                    <a:pt x="316" y="38"/>
                    <a:pt x="252" y="11"/>
                  </a:cubicBezTo>
                  <a:cubicBezTo>
                    <a:pt x="235" y="3"/>
                    <a:pt x="218" y="0"/>
                    <a:pt x="2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757;p44">
              <a:extLst>
                <a:ext uri="{FF2B5EF4-FFF2-40B4-BE49-F238E27FC236}">
                  <a16:creationId xmlns:a16="http://schemas.microsoft.com/office/drawing/2014/main" id="{76CD7BCA-CC7B-A1BD-C182-60DE6E127DD6}"/>
                </a:ext>
              </a:extLst>
            </p:cNvPr>
            <p:cNvSpPr/>
            <p:nvPr/>
          </p:nvSpPr>
          <p:spPr>
            <a:xfrm>
              <a:off x="928138" y="2468947"/>
              <a:ext cx="23838" cy="19108"/>
            </a:xfrm>
            <a:custGeom>
              <a:avLst/>
              <a:gdLst/>
              <a:ahLst/>
              <a:cxnLst/>
              <a:rect l="l" t="t" r="r" b="b"/>
              <a:pathLst>
                <a:path w="378" h="303" extrusionOk="0">
                  <a:moveTo>
                    <a:pt x="235" y="0"/>
                  </a:moveTo>
                  <a:cubicBezTo>
                    <a:pt x="215" y="0"/>
                    <a:pt x="198" y="4"/>
                    <a:pt x="178" y="14"/>
                  </a:cubicBezTo>
                  <a:cubicBezTo>
                    <a:pt x="143" y="31"/>
                    <a:pt x="110" y="52"/>
                    <a:pt x="76" y="72"/>
                  </a:cubicBezTo>
                  <a:cubicBezTo>
                    <a:pt x="18" y="109"/>
                    <a:pt x="1" y="187"/>
                    <a:pt x="38" y="245"/>
                  </a:cubicBezTo>
                  <a:cubicBezTo>
                    <a:pt x="62" y="282"/>
                    <a:pt x="103" y="302"/>
                    <a:pt x="143" y="302"/>
                  </a:cubicBezTo>
                  <a:cubicBezTo>
                    <a:pt x="167" y="302"/>
                    <a:pt x="191" y="296"/>
                    <a:pt x="212" y="282"/>
                  </a:cubicBezTo>
                  <a:cubicBezTo>
                    <a:pt x="235" y="265"/>
                    <a:pt x="262" y="251"/>
                    <a:pt x="293" y="238"/>
                  </a:cubicBezTo>
                  <a:cubicBezTo>
                    <a:pt x="354" y="207"/>
                    <a:pt x="378" y="129"/>
                    <a:pt x="347" y="68"/>
                  </a:cubicBezTo>
                  <a:cubicBezTo>
                    <a:pt x="327" y="24"/>
                    <a:pt x="283" y="0"/>
                    <a:pt x="2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758;p44">
              <a:extLst>
                <a:ext uri="{FF2B5EF4-FFF2-40B4-BE49-F238E27FC236}">
                  <a16:creationId xmlns:a16="http://schemas.microsoft.com/office/drawing/2014/main" id="{C49E6775-EFFD-4A52-2BEA-EF0C3512A613}"/>
                </a:ext>
              </a:extLst>
            </p:cNvPr>
            <p:cNvSpPr/>
            <p:nvPr/>
          </p:nvSpPr>
          <p:spPr>
            <a:xfrm>
              <a:off x="903544" y="2490135"/>
              <a:ext cx="25540" cy="54171"/>
            </a:xfrm>
            <a:custGeom>
              <a:avLst/>
              <a:gdLst/>
              <a:ahLst/>
              <a:cxnLst/>
              <a:rect l="l" t="t" r="r" b="b"/>
              <a:pathLst>
                <a:path w="405" h="859" extrusionOk="0">
                  <a:moveTo>
                    <a:pt x="262" y="1"/>
                  </a:moveTo>
                  <a:cubicBezTo>
                    <a:pt x="218" y="1"/>
                    <a:pt x="178" y="21"/>
                    <a:pt x="154" y="62"/>
                  </a:cubicBezTo>
                  <a:cubicBezTo>
                    <a:pt x="113" y="129"/>
                    <a:pt x="82" y="204"/>
                    <a:pt x="59" y="282"/>
                  </a:cubicBezTo>
                  <a:cubicBezTo>
                    <a:pt x="15" y="438"/>
                    <a:pt x="1" y="607"/>
                    <a:pt x="24" y="754"/>
                  </a:cubicBezTo>
                  <a:cubicBezTo>
                    <a:pt x="35" y="815"/>
                    <a:pt x="85" y="859"/>
                    <a:pt x="147" y="859"/>
                  </a:cubicBezTo>
                  <a:lnTo>
                    <a:pt x="167" y="859"/>
                  </a:lnTo>
                  <a:cubicBezTo>
                    <a:pt x="235" y="848"/>
                    <a:pt x="283" y="784"/>
                    <a:pt x="272" y="716"/>
                  </a:cubicBezTo>
                  <a:cubicBezTo>
                    <a:pt x="256" y="604"/>
                    <a:pt x="265" y="475"/>
                    <a:pt x="300" y="350"/>
                  </a:cubicBezTo>
                  <a:cubicBezTo>
                    <a:pt x="317" y="292"/>
                    <a:pt x="340" y="238"/>
                    <a:pt x="370" y="187"/>
                  </a:cubicBezTo>
                  <a:cubicBezTo>
                    <a:pt x="405" y="126"/>
                    <a:pt x="384" y="51"/>
                    <a:pt x="323" y="14"/>
                  </a:cubicBezTo>
                  <a:cubicBezTo>
                    <a:pt x="306" y="4"/>
                    <a:pt x="283" y="1"/>
                    <a:pt x="2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" name="Google Shape;2068;p44">
            <a:extLst>
              <a:ext uri="{FF2B5EF4-FFF2-40B4-BE49-F238E27FC236}">
                <a16:creationId xmlns:a16="http://schemas.microsoft.com/office/drawing/2014/main" id="{71A71FEE-1E43-B6C9-3412-9745F1CCA3B1}"/>
              </a:ext>
            </a:extLst>
          </p:cNvPr>
          <p:cNvGrpSpPr/>
          <p:nvPr/>
        </p:nvGrpSpPr>
        <p:grpSpPr>
          <a:xfrm>
            <a:off x="5797216" y="4146045"/>
            <a:ext cx="450801" cy="455610"/>
            <a:chOff x="6403461" y="2803665"/>
            <a:chExt cx="461178" cy="466097"/>
          </a:xfrm>
        </p:grpSpPr>
        <p:sp>
          <p:nvSpPr>
            <p:cNvPr id="54" name="Google Shape;2069;p44">
              <a:extLst>
                <a:ext uri="{FF2B5EF4-FFF2-40B4-BE49-F238E27FC236}">
                  <a16:creationId xmlns:a16="http://schemas.microsoft.com/office/drawing/2014/main" id="{A53ECEE6-0613-EEB0-4D74-26004DE1C882}"/>
                </a:ext>
              </a:extLst>
            </p:cNvPr>
            <p:cNvSpPr/>
            <p:nvPr/>
          </p:nvSpPr>
          <p:spPr>
            <a:xfrm>
              <a:off x="6403461" y="2803665"/>
              <a:ext cx="461178" cy="466097"/>
            </a:xfrm>
            <a:custGeom>
              <a:avLst/>
              <a:gdLst/>
              <a:ahLst/>
              <a:cxnLst/>
              <a:rect l="l" t="t" r="r" b="b"/>
              <a:pathLst>
                <a:path w="7313" h="7391" extrusionOk="0">
                  <a:moveTo>
                    <a:pt x="1470" y="1"/>
                  </a:moveTo>
                  <a:cubicBezTo>
                    <a:pt x="1172" y="1"/>
                    <a:pt x="900" y="191"/>
                    <a:pt x="795" y="480"/>
                  </a:cubicBezTo>
                  <a:lnTo>
                    <a:pt x="788" y="500"/>
                  </a:lnTo>
                  <a:cubicBezTo>
                    <a:pt x="533" y="615"/>
                    <a:pt x="367" y="876"/>
                    <a:pt x="370" y="1158"/>
                  </a:cubicBezTo>
                  <a:cubicBezTo>
                    <a:pt x="375" y="1440"/>
                    <a:pt x="537" y="1697"/>
                    <a:pt x="788" y="1809"/>
                  </a:cubicBezTo>
                  <a:lnTo>
                    <a:pt x="798" y="1833"/>
                  </a:lnTo>
                  <a:cubicBezTo>
                    <a:pt x="849" y="1972"/>
                    <a:pt x="940" y="2091"/>
                    <a:pt x="1056" y="2173"/>
                  </a:cubicBezTo>
                  <a:cubicBezTo>
                    <a:pt x="924" y="2247"/>
                    <a:pt x="815" y="2359"/>
                    <a:pt x="748" y="2505"/>
                  </a:cubicBezTo>
                  <a:cubicBezTo>
                    <a:pt x="537" y="2627"/>
                    <a:pt x="405" y="2857"/>
                    <a:pt x="401" y="3109"/>
                  </a:cubicBezTo>
                  <a:cubicBezTo>
                    <a:pt x="401" y="3360"/>
                    <a:pt x="530" y="3590"/>
                    <a:pt x="748" y="3723"/>
                  </a:cubicBezTo>
                  <a:cubicBezTo>
                    <a:pt x="812" y="3869"/>
                    <a:pt x="927" y="3988"/>
                    <a:pt x="1067" y="4059"/>
                  </a:cubicBezTo>
                  <a:cubicBezTo>
                    <a:pt x="829" y="4425"/>
                    <a:pt x="585" y="4812"/>
                    <a:pt x="405" y="5175"/>
                  </a:cubicBezTo>
                  <a:cubicBezTo>
                    <a:pt x="49" y="5830"/>
                    <a:pt x="1" y="6383"/>
                    <a:pt x="259" y="6814"/>
                  </a:cubicBezTo>
                  <a:cubicBezTo>
                    <a:pt x="415" y="7079"/>
                    <a:pt x="751" y="7391"/>
                    <a:pt x="1457" y="7391"/>
                  </a:cubicBezTo>
                  <a:lnTo>
                    <a:pt x="1484" y="7391"/>
                  </a:lnTo>
                  <a:cubicBezTo>
                    <a:pt x="2505" y="7391"/>
                    <a:pt x="4202" y="6811"/>
                    <a:pt x="5040" y="6173"/>
                  </a:cubicBezTo>
                  <a:cubicBezTo>
                    <a:pt x="5273" y="5997"/>
                    <a:pt x="7312" y="4405"/>
                    <a:pt x="7190" y="2923"/>
                  </a:cubicBezTo>
                  <a:cubicBezTo>
                    <a:pt x="7177" y="2793"/>
                    <a:pt x="7154" y="2671"/>
                    <a:pt x="7113" y="2556"/>
                  </a:cubicBezTo>
                  <a:cubicBezTo>
                    <a:pt x="7167" y="2356"/>
                    <a:pt x="7174" y="2145"/>
                    <a:pt x="7137" y="1935"/>
                  </a:cubicBezTo>
                  <a:cubicBezTo>
                    <a:pt x="7116" y="1816"/>
                    <a:pt x="7079" y="1704"/>
                    <a:pt x="7027" y="1595"/>
                  </a:cubicBezTo>
                  <a:cubicBezTo>
                    <a:pt x="7129" y="1392"/>
                    <a:pt x="7163" y="1158"/>
                    <a:pt x="7119" y="931"/>
                  </a:cubicBezTo>
                  <a:cubicBezTo>
                    <a:pt x="7065" y="652"/>
                    <a:pt x="6909" y="411"/>
                    <a:pt x="6672" y="252"/>
                  </a:cubicBezTo>
                  <a:lnTo>
                    <a:pt x="6576" y="187"/>
                  </a:lnTo>
                  <a:cubicBezTo>
                    <a:pt x="6400" y="68"/>
                    <a:pt x="6197" y="4"/>
                    <a:pt x="5983" y="4"/>
                  </a:cubicBezTo>
                  <a:cubicBezTo>
                    <a:pt x="5681" y="4"/>
                    <a:pt x="5396" y="134"/>
                    <a:pt x="5195" y="353"/>
                  </a:cubicBezTo>
                  <a:cubicBezTo>
                    <a:pt x="5179" y="353"/>
                    <a:pt x="5163" y="353"/>
                    <a:pt x="5147" y="353"/>
                  </a:cubicBezTo>
                  <a:cubicBezTo>
                    <a:pt x="5057" y="353"/>
                    <a:pt x="4965" y="361"/>
                    <a:pt x="4870" y="378"/>
                  </a:cubicBezTo>
                  <a:cubicBezTo>
                    <a:pt x="4673" y="411"/>
                    <a:pt x="4493" y="489"/>
                    <a:pt x="4330" y="598"/>
                  </a:cubicBezTo>
                  <a:cubicBezTo>
                    <a:pt x="4310" y="597"/>
                    <a:pt x="4290" y="597"/>
                    <a:pt x="4270" y="597"/>
                  </a:cubicBezTo>
                  <a:cubicBezTo>
                    <a:pt x="3944" y="597"/>
                    <a:pt x="3642" y="672"/>
                    <a:pt x="3363" y="822"/>
                  </a:cubicBezTo>
                  <a:cubicBezTo>
                    <a:pt x="3211" y="652"/>
                    <a:pt x="2990" y="544"/>
                    <a:pt x="2743" y="544"/>
                  </a:cubicBezTo>
                  <a:cubicBezTo>
                    <a:pt x="2600" y="544"/>
                    <a:pt x="2471" y="581"/>
                    <a:pt x="2352" y="643"/>
                  </a:cubicBezTo>
                  <a:cubicBezTo>
                    <a:pt x="2295" y="585"/>
                    <a:pt x="2230" y="533"/>
                    <a:pt x="2152" y="500"/>
                  </a:cubicBezTo>
                  <a:lnTo>
                    <a:pt x="2135" y="459"/>
                  </a:lnTo>
                  <a:cubicBezTo>
                    <a:pt x="2027" y="181"/>
                    <a:pt x="1765" y="1"/>
                    <a:pt x="14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28575" dist="19050" dir="2220000" algn="bl" rotWithShape="0">
                <a:schemeClr val="dk1">
                  <a:alpha val="2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2070;p44">
              <a:extLst>
                <a:ext uri="{FF2B5EF4-FFF2-40B4-BE49-F238E27FC236}">
                  <a16:creationId xmlns:a16="http://schemas.microsoft.com/office/drawing/2014/main" id="{C076902D-FDC4-8E1E-0771-BA47880E4B04}"/>
                </a:ext>
              </a:extLst>
            </p:cNvPr>
            <p:cNvSpPr/>
            <p:nvPr/>
          </p:nvSpPr>
          <p:spPr>
            <a:xfrm>
              <a:off x="6457883" y="2854064"/>
              <a:ext cx="381971" cy="365322"/>
            </a:xfrm>
            <a:custGeom>
              <a:avLst/>
              <a:gdLst/>
              <a:ahLst/>
              <a:cxnLst/>
              <a:rect l="l" t="t" r="r" b="b"/>
              <a:pathLst>
                <a:path w="6057" h="5793" extrusionOk="0">
                  <a:moveTo>
                    <a:pt x="5120" y="1"/>
                  </a:moveTo>
                  <a:cubicBezTo>
                    <a:pt x="5035" y="1"/>
                    <a:pt x="4950" y="41"/>
                    <a:pt x="4899" y="119"/>
                  </a:cubicBezTo>
                  <a:lnTo>
                    <a:pt x="4648" y="486"/>
                  </a:lnTo>
                  <a:lnTo>
                    <a:pt x="4607" y="459"/>
                  </a:lnTo>
                  <a:cubicBezTo>
                    <a:pt x="4502" y="384"/>
                    <a:pt x="4380" y="350"/>
                    <a:pt x="4261" y="350"/>
                  </a:cubicBezTo>
                  <a:cubicBezTo>
                    <a:pt x="4068" y="350"/>
                    <a:pt x="3875" y="442"/>
                    <a:pt x="3756" y="615"/>
                  </a:cubicBezTo>
                  <a:lnTo>
                    <a:pt x="3742" y="635"/>
                  </a:lnTo>
                  <a:cubicBezTo>
                    <a:pt x="3624" y="608"/>
                    <a:pt x="3508" y="594"/>
                    <a:pt x="3403" y="594"/>
                  </a:cubicBezTo>
                  <a:cubicBezTo>
                    <a:pt x="2490" y="594"/>
                    <a:pt x="2100" y="1582"/>
                    <a:pt x="1523" y="2658"/>
                  </a:cubicBezTo>
                  <a:cubicBezTo>
                    <a:pt x="1187" y="3278"/>
                    <a:pt x="105" y="4689"/>
                    <a:pt x="24" y="5355"/>
                  </a:cubicBezTo>
                  <a:cubicBezTo>
                    <a:pt x="0" y="5487"/>
                    <a:pt x="27" y="5599"/>
                    <a:pt x="129" y="5671"/>
                  </a:cubicBezTo>
                  <a:cubicBezTo>
                    <a:pt x="207" y="5755"/>
                    <a:pt x="370" y="5793"/>
                    <a:pt x="586" y="5793"/>
                  </a:cubicBezTo>
                  <a:cubicBezTo>
                    <a:pt x="1425" y="5793"/>
                    <a:pt x="3081" y="5243"/>
                    <a:pt x="3844" y="4663"/>
                  </a:cubicBezTo>
                  <a:cubicBezTo>
                    <a:pt x="4811" y="3930"/>
                    <a:pt x="6056" y="2474"/>
                    <a:pt x="5361" y="1799"/>
                  </a:cubicBezTo>
                  <a:lnTo>
                    <a:pt x="5398" y="1742"/>
                  </a:lnTo>
                  <a:cubicBezTo>
                    <a:pt x="5588" y="1463"/>
                    <a:pt x="5517" y="1083"/>
                    <a:pt x="5239" y="893"/>
                  </a:cubicBezTo>
                  <a:lnTo>
                    <a:pt x="5184" y="852"/>
                  </a:lnTo>
                  <a:lnTo>
                    <a:pt x="5436" y="483"/>
                  </a:lnTo>
                  <a:cubicBezTo>
                    <a:pt x="5520" y="361"/>
                    <a:pt x="5486" y="194"/>
                    <a:pt x="5364" y="109"/>
                  </a:cubicBezTo>
                  <a:lnTo>
                    <a:pt x="5273" y="48"/>
                  </a:lnTo>
                  <a:cubicBezTo>
                    <a:pt x="5225" y="14"/>
                    <a:pt x="5174" y="1"/>
                    <a:pt x="51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2071;p44">
              <a:extLst>
                <a:ext uri="{FF2B5EF4-FFF2-40B4-BE49-F238E27FC236}">
                  <a16:creationId xmlns:a16="http://schemas.microsoft.com/office/drawing/2014/main" id="{16032077-0406-322F-0589-C9DC44BBD5B9}"/>
                </a:ext>
              </a:extLst>
            </p:cNvPr>
            <p:cNvSpPr/>
            <p:nvPr/>
          </p:nvSpPr>
          <p:spPr>
            <a:xfrm>
              <a:off x="6459333" y="2967259"/>
              <a:ext cx="348800" cy="224945"/>
            </a:xfrm>
            <a:custGeom>
              <a:avLst/>
              <a:gdLst/>
              <a:ahLst/>
              <a:cxnLst/>
              <a:rect l="l" t="t" r="r" b="b"/>
              <a:pathLst>
                <a:path w="5531" h="3567" extrusionOk="0">
                  <a:moveTo>
                    <a:pt x="5338" y="0"/>
                  </a:moveTo>
                  <a:lnTo>
                    <a:pt x="5338" y="4"/>
                  </a:lnTo>
                  <a:cubicBezTo>
                    <a:pt x="5446" y="109"/>
                    <a:pt x="5510" y="238"/>
                    <a:pt x="5531" y="380"/>
                  </a:cubicBezTo>
                  <a:lnTo>
                    <a:pt x="5531" y="380"/>
                  </a:lnTo>
                  <a:cubicBezTo>
                    <a:pt x="5510" y="238"/>
                    <a:pt x="5446" y="109"/>
                    <a:pt x="5338" y="0"/>
                  </a:cubicBezTo>
                  <a:close/>
                  <a:moveTo>
                    <a:pt x="201" y="2986"/>
                  </a:moveTo>
                  <a:cubicBezTo>
                    <a:pt x="107" y="3177"/>
                    <a:pt x="38" y="3353"/>
                    <a:pt x="11" y="3500"/>
                  </a:cubicBezTo>
                  <a:lnTo>
                    <a:pt x="11" y="3500"/>
                  </a:lnTo>
                  <a:cubicBezTo>
                    <a:pt x="40" y="3354"/>
                    <a:pt x="108" y="3177"/>
                    <a:pt x="201" y="2986"/>
                  </a:cubicBezTo>
                  <a:close/>
                  <a:moveTo>
                    <a:pt x="11" y="3500"/>
                  </a:moveTo>
                  <a:cubicBezTo>
                    <a:pt x="7" y="3521"/>
                    <a:pt x="3" y="3540"/>
                    <a:pt x="1" y="3560"/>
                  </a:cubicBezTo>
                  <a:lnTo>
                    <a:pt x="1" y="3566"/>
                  </a:lnTo>
                  <a:cubicBezTo>
                    <a:pt x="3" y="3545"/>
                    <a:pt x="6" y="3523"/>
                    <a:pt x="11" y="350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2072;p44">
              <a:extLst>
                <a:ext uri="{FF2B5EF4-FFF2-40B4-BE49-F238E27FC236}">
                  <a16:creationId xmlns:a16="http://schemas.microsoft.com/office/drawing/2014/main" id="{5F6CBF8E-6DC6-4155-7A1E-2A804EE97B3D}"/>
                </a:ext>
              </a:extLst>
            </p:cNvPr>
            <p:cNvSpPr/>
            <p:nvPr/>
          </p:nvSpPr>
          <p:spPr>
            <a:xfrm>
              <a:off x="6458703" y="2914792"/>
              <a:ext cx="356304" cy="304593"/>
            </a:xfrm>
            <a:custGeom>
              <a:avLst/>
              <a:gdLst/>
              <a:ahLst/>
              <a:cxnLst/>
              <a:rect l="l" t="t" r="r" b="b"/>
              <a:pathLst>
                <a:path w="5650" h="4830" extrusionOk="0">
                  <a:moveTo>
                    <a:pt x="4499" y="1"/>
                  </a:moveTo>
                  <a:lnTo>
                    <a:pt x="4499" y="1"/>
                  </a:lnTo>
                  <a:cubicBezTo>
                    <a:pt x="5205" y="500"/>
                    <a:pt x="4004" y="2163"/>
                    <a:pt x="3213" y="2824"/>
                  </a:cubicBezTo>
                  <a:cubicBezTo>
                    <a:pt x="2586" y="3350"/>
                    <a:pt x="1276" y="3862"/>
                    <a:pt x="635" y="3862"/>
                  </a:cubicBezTo>
                  <a:cubicBezTo>
                    <a:pt x="492" y="3862"/>
                    <a:pt x="380" y="3835"/>
                    <a:pt x="319" y="3778"/>
                  </a:cubicBezTo>
                  <a:cubicBezTo>
                    <a:pt x="306" y="3767"/>
                    <a:pt x="293" y="3757"/>
                    <a:pt x="279" y="3747"/>
                  </a:cubicBezTo>
                  <a:cubicBezTo>
                    <a:pt x="272" y="3740"/>
                    <a:pt x="265" y="3730"/>
                    <a:pt x="258" y="3723"/>
                  </a:cubicBezTo>
                  <a:cubicBezTo>
                    <a:pt x="244" y="3754"/>
                    <a:pt x="227" y="3784"/>
                    <a:pt x="211" y="3818"/>
                  </a:cubicBezTo>
                  <a:cubicBezTo>
                    <a:pt x="105" y="4036"/>
                    <a:pt x="31" y="4235"/>
                    <a:pt x="11" y="4392"/>
                  </a:cubicBezTo>
                  <a:lnTo>
                    <a:pt x="11" y="4398"/>
                  </a:lnTo>
                  <a:cubicBezTo>
                    <a:pt x="7" y="4419"/>
                    <a:pt x="7" y="4439"/>
                    <a:pt x="7" y="4456"/>
                  </a:cubicBezTo>
                  <a:cubicBezTo>
                    <a:pt x="0" y="4524"/>
                    <a:pt x="14" y="4581"/>
                    <a:pt x="44" y="4633"/>
                  </a:cubicBezTo>
                  <a:cubicBezTo>
                    <a:pt x="58" y="4653"/>
                    <a:pt x="75" y="4673"/>
                    <a:pt x="92" y="4691"/>
                  </a:cubicBezTo>
                  <a:cubicBezTo>
                    <a:pt x="99" y="4694"/>
                    <a:pt x="105" y="4700"/>
                    <a:pt x="116" y="4708"/>
                  </a:cubicBezTo>
                  <a:cubicBezTo>
                    <a:pt x="130" y="4724"/>
                    <a:pt x="150" y="4738"/>
                    <a:pt x="170" y="4752"/>
                  </a:cubicBezTo>
                  <a:cubicBezTo>
                    <a:pt x="258" y="4805"/>
                    <a:pt x="401" y="4830"/>
                    <a:pt x="573" y="4830"/>
                  </a:cubicBezTo>
                  <a:cubicBezTo>
                    <a:pt x="1412" y="4830"/>
                    <a:pt x="3068" y="4280"/>
                    <a:pt x="3831" y="3700"/>
                  </a:cubicBezTo>
                  <a:cubicBezTo>
                    <a:pt x="4642" y="3086"/>
                    <a:pt x="5650" y="1959"/>
                    <a:pt x="5541" y="1213"/>
                  </a:cubicBezTo>
                  <a:cubicBezTo>
                    <a:pt x="5520" y="1070"/>
                    <a:pt x="5456" y="941"/>
                    <a:pt x="5348" y="836"/>
                  </a:cubicBezTo>
                  <a:lnTo>
                    <a:pt x="5348" y="832"/>
                  </a:lnTo>
                  <a:cubicBezTo>
                    <a:pt x="5324" y="812"/>
                    <a:pt x="5296" y="788"/>
                    <a:pt x="5270" y="768"/>
                  </a:cubicBezTo>
                  <a:cubicBezTo>
                    <a:pt x="5212" y="473"/>
                    <a:pt x="5008" y="218"/>
                    <a:pt x="4591" y="38"/>
                  </a:cubicBezTo>
                  <a:cubicBezTo>
                    <a:pt x="4560" y="25"/>
                    <a:pt x="4530" y="15"/>
                    <a:pt x="449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2073;p44">
              <a:extLst>
                <a:ext uri="{FF2B5EF4-FFF2-40B4-BE49-F238E27FC236}">
                  <a16:creationId xmlns:a16="http://schemas.microsoft.com/office/drawing/2014/main" id="{7EA28341-0747-2DB0-CE13-25BA754CB874}"/>
                </a:ext>
              </a:extLst>
            </p:cNvPr>
            <p:cNvSpPr/>
            <p:nvPr/>
          </p:nvSpPr>
          <p:spPr>
            <a:xfrm>
              <a:off x="6468730" y="2846559"/>
              <a:ext cx="54675" cy="60225"/>
            </a:xfrm>
            <a:custGeom>
              <a:avLst/>
              <a:gdLst/>
              <a:ahLst/>
              <a:cxnLst/>
              <a:rect l="l" t="t" r="r" b="b"/>
              <a:pathLst>
                <a:path w="867" h="955" extrusionOk="0">
                  <a:moveTo>
                    <a:pt x="435" y="1"/>
                  </a:moveTo>
                  <a:cubicBezTo>
                    <a:pt x="419" y="1"/>
                    <a:pt x="405" y="8"/>
                    <a:pt x="398" y="28"/>
                  </a:cubicBezTo>
                  <a:lnTo>
                    <a:pt x="300" y="300"/>
                  </a:lnTo>
                  <a:cubicBezTo>
                    <a:pt x="296" y="313"/>
                    <a:pt x="289" y="320"/>
                    <a:pt x="276" y="326"/>
                  </a:cubicBezTo>
                  <a:lnTo>
                    <a:pt x="35" y="436"/>
                  </a:lnTo>
                  <a:cubicBezTo>
                    <a:pt x="1" y="449"/>
                    <a:pt x="1" y="503"/>
                    <a:pt x="35" y="520"/>
                  </a:cubicBezTo>
                  <a:lnTo>
                    <a:pt x="276" y="629"/>
                  </a:lnTo>
                  <a:cubicBezTo>
                    <a:pt x="289" y="632"/>
                    <a:pt x="296" y="642"/>
                    <a:pt x="300" y="655"/>
                  </a:cubicBezTo>
                  <a:lnTo>
                    <a:pt x="398" y="927"/>
                  </a:lnTo>
                  <a:cubicBezTo>
                    <a:pt x="405" y="944"/>
                    <a:pt x="419" y="954"/>
                    <a:pt x="435" y="954"/>
                  </a:cubicBezTo>
                  <a:cubicBezTo>
                    <a:pt x="449" y="954"/>
                    <a:pt x="466" y="944"/>
                    <a:pt x="472" y="927"/>
                  </a:cubicBezTo>
                  <a:lnTo>
                    <a:pt x="571" y="655"/>
                  </a:lnTo>
                  <a:cubicBezTo>
                    <a:pt x="574" y="642"/>
                    <a:pt x="581" y="632"/>
                    <a:pt x="591" y="629"/>
                  </a:cubicBezTo>
                  <a:lnTo>
                    <a:pt x="832" y="520"/>
                  </a:lnTo>
                  <a:cubicBezTo>
                    <a:pt x="866" y="503"/>
                    <a:pt x="866" y="449"/>
                    <a:pt x="832" y="436"/>
                  </a:cubicBezTo>
                  <a:lnTo>
                    <a:pt x="591" y="326"/>
                  </a:lnTo>
                  <a:cubicBezTo>
                    <a:pt x="581" y="320"/>
                    <a:pt x="574" y="313"/>
                    <a:pt x="571" y="300"/>
                  </a:cubicBezTo>
                  <a:lnTo>
                    <a:pt x="472" y="28"/>
                  </a:lnTo>
                  <a:cubicBezTo>
                    <a:pt x="466" y="8"/>
                    <a:pt x="449" y="1"/>
                    <a:pt x="4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2074;p44">
              <a:extLst>
                <a:ext uri="{FF2B5EF4-FFF2-40B4-BE49-F238E27FC236}">
                  <a16:creationId xmlns:a16="http://schemas.microsoft.com/office/drawing/2014/main" id="{6FFB17FA-E7FB-290E-E1AE-DAD4B4336502}"/>
                </a:ext>
              </a:extLst>
            </p:cNvPr>
            <p:cNvSpPr/>
            <p:nvPr/>
          </p:nvSpPr>
          <p:spPr>
            <a:xfrm>
              <a:off x="6470874" y="2977727"/>
              <a:ext cx="40739" cy="44775"/>
            </a:xfrm>
            <a:custGeom>
              <a:avLst/>
              <a:gdLst/>
              <a:ahLst/>
              <a:cxnLst/>
              <a:rect l="l" t="t" r="r" b="b"/>
              <a:pathLst>
                <a:path w="646" h="710" extrusionOk="0">
                  <a:moveTo>
                    <a:pt x="323" y="0"/>
                  </a:moveTo>
                  <a:cubicBezTo>
                    <a:pt x="313" y="0"/>
                    <a:pt x="299" y="11"/>
                    <a:pt x="296" y="25"/>
                  </a:cubicBezTo>
                  <a:lnTo>
                    <a:pt x="222" y="224"/>
                  </a:lnTo>
                  <a:cubicBezTo>
                    <a:pt x="218" y="235"/>
                    <a:pt x="214" y="241"/>
                    <a:pt x="205" y="245"/>
                  </a:cubicBezTo>
                  <a:lnTo>
                    <a:pt x="28" y="326"/>
                  </a:lnTo>
                  <a:cubicBezTo>
                    <a:pt x="1" y="337"/>
                    <a:pt x="1" y="377"/>
                    <a:pt x="28" y="387"/>
                  </a:cubicBezTo>
                  <a:lnTo>
                    <a:pt x="205" y="469"/>
                  </a:lnTo>
                  <a:cubicBezTo>
                    <a:pt x="214" y="473"/>
                    <a:pt x="218" y="479"/>
                    <a:pt x="222" y="489"/>
                  </a:cubicBezTo>
                  <a:lnTo>
                    <a:pt x="296" y="689"/>
                  </a:lnTo>
                  <a:cubicBezTo>
                    <a:pt x="299" y="703"/>
                    <a:pt x="313" y="710"/>
                    <a:pt x="323" y="710"/>
                  </a:cubicBezTo>
                  <a:cubicBezTo>
                    <a:pt x="333" y="710"/>
                    <a:pt x="347" y="703"/>
                    <a:pt x="350" y="689"/>
                  </a:cubicBezTo>
                  <a:lnTo>
                    <a:pt x="421" y="489"/>
                  </a:lnTo>
                  <a:cubicBezTo>
                    <a:pt x="425" y="479"/>
                    <a:pt x="432" y="473"/>
                    <a:pt x="438" y="469"/>
                  </a:cubicBezTo>
                  <a:lnTo>
                    <a:pt x="618" y="387"/>
                  </a:lnTo>
                  <a:cubicBezTo>
                    <a:pt x="645" y="377"/>
                    <a:pt x="645" y="337"/>
                    <a:pt x="618" y="326"/>
                  </a:cubicBezTo>
                  <a:lnTo>
                    <a:pt x="438" y="245"/>
                  </a:lnTo>
                  <a:cubicBezTo>
                    <a:pt x="432" y="241"/>
                    <a:pt x="425" y="235"/>
                    <a:pt x="421" y="224"/>
                  </a:cubicBezTo>
                  <a:lnTo>
                    <a:pt x="350" y="25"/>
                  </a:lnTo>
                  <a:cubicBezTo>
                    <a:pt x="347" y="11"/>
                    <a:pt x="333" y="0"/>
                    <a:pt x="3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2075;p44">
              <a:extLst>
                <a:ext uri="{FF2B5EF4-FFF2-40B4-BE49-F238E27FC236}">
                  <a16:creationId xmlns:a16="http://schemas.microsoft.com/office/drawing/2014/main" id="{CB6C8AD5-6921-1405-5193-7D8773D40CA0}"/>
                </a:ext>
              </a:extLst>
            </p:cNvPr>
            <p:cNvSpPr/>
            <p:nvPr/>
          </p:nvSpPr>
          <p:spPr>
            <a:xfrm>
              <a:off x="6565718" y="2880802"/>
              <a:ext cx="21189" cy="21063"/>
            </a:xfrm>
            <a:custGeom>
              <a:avLst/>
              <a:gdLst/>
              <a:ahLst/>
              <a:cxnLst/>
              <a:rect l="l" t="t" r="r" b="b"/>
              <a:pathLst>
                <a:path w="336" h="334" extrusionOk="0">
                  <a:moveTo>
                    <a:pt x="170" y="1"/>
                  </a:moveTo>
                  <a:cubicBezTo>
                    <a:pt x="78" y="1"/>
                    <a:pt x="0" y="76"/>
                    <a:pt x="0" y="167"/>
                  </a:cubicBezTo>
                  <a:cubicBezTo>
                    <a:pt x="0" y="259"/>
                    <a:pt x="78" y="333"/>
                    <a:pt x="170" y="333"/>
                  </a:cubicBezTo>
                  <a:cubicBezTo>
                    <a:pt x="261" y="333"/>
                    <a:pt x="336" y="259"/>
                    <a:pt x="336" y="167"/>
                  </a:cubicBezTo>
                  <a:cubicBezTo>
                    <a:pt x="336" y="76"/>
                    <a:pt x="261" y="1"/>
                    <a:pt x="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2076;p44">
              <a:extLst>
                <a:ext uri="{FF2B5EF4-FFF2-40B4-BE49-F238E27FC236}">
                  <a16:creationId xmlns:a16="http://schemas.microsoft.com/office/drawing/2014/main" id="{72B15277-6C28-74E1-43FD-E3A334F85552}"/>
                </a:ext>
              </a:extLst>
            </p:cNvPr>
            <p:cNvSpPr/>
            <p:nvPr/>
          </p:nvSpPr>
          <p:spPr>
            <a:xfrm>
              <a:off x="6443063" y="2846559"/>
              <a:ext cx="375791" cy="380962"/>
            </a:xfrm>
            <a:custGeom>
              <a:avLst/>
              <a:gdLst/>
              <a:ahLst/>
              <a:cxnLst/>
              <a:rect l="l" t="t" r="r" b="b"/>
              <a:pathLst>
                <a:path w="5959" h="6041" extrusionOk="0">
                  <a:moveTo>
                    <a:pt x="5355" y="238"/>
                  </a:moveTo>
                  <a:cubicBezTo>
                    <a:pt x="5386" y="238"/>
                    <a:pt x="5412" y="245"/>
                    <a:pt x="5439" y="262"/>
                  </a:cubicBezTo>
                  <a:lnTo>
                    <a:pt x="5535" y="326"/>
                  </a:lnTo>
                  <a:cubicBezTo>
                    <a:pt x="5565" y="350"/>
                    <a:pt x="5589" y="384"/>
                    <a:pt x="5596" y="422"/>
                  </a:cubicBezTo>
                  <a:cubicBezTo>
                    <a:pt x="5605" y="462"/>
                    <a:pt x="5596" y="503"/>
                    <a:pt x="5572" y="537"/>
                  </a:cubicBezTo>
                  <a:lnTo>
                    <a:pt x="5389" y="809"/>
                  </a:lnTo>
                  <a:lnTo>
                    <a:pt x="5046" y="574"/>
                  </a:lnTo>
                  <a:lnTo>
                    <a:pt x="5229" y="303"/>
                  </a:lnTo>
                  <a:cubicBezTo>
                    <a:pt x="5259" y="262"/>
                    <a:pt x="5307" y="238"/>
                    <a:pt x="5355" y="238"/>
                  </a:cubicBezTo>
                  <a:close/>
                  <a:moveTo>
                    <a:pt x="4496" y="588"/>
                  </a:moveTo>
                  <a:cubicBezTo>
                    <a:pt x="4595" y="588"/>
                    <a:pt x="4693" y="615"/>
                    <a:pt x="4775" y="673"/>
                  </a:cubicBezTo>
                  <a:lnTo>
                    <a:pt x="5409" y="1107"/>
                  </a:lnTo>
                  <a:cubicBezTo>
                    <a:pt x="5518" y="1181"/>
                    <a:pt x="5589" y="1294"/>
                    <a:pt x="5613" y="1422"/>
                  </a:cubicBezTo>
                  <a:cubicBezTo>
                    <a:pt x="5633" y="1524"/>
                    <a:pt x="5619" y="1626"/>
                    <a:pt x="5579" y="1714"/>
                  </a:cubicBezTo>
                  <a:cubicBezTo>
                    <a:pt x="5569" y="1694"/>
                    <a:pt x="5555" y="1673"/>
                    <a:pt x="5541" y="1650"/>
                  </a:cubicBezTo>
                  <a:cubicBezTo>
                    <a:pt x="5430" y="1466"/>
                    <a:pt x="5280" y="1219"/>
                    <a:pt x="4893" y="1015"/>
                  </a:cubicBezTo>
                  <a:cubicBezTo>
                    <a:pt x="4781" y="958"/>
                    <a:pt x="4669" y="920"/>
                    <a:pt x="4557" y="907"/>
                  </a:cubicBezTo>
                  <a:cubicBezTo>
                    <a:pt x="4459" y="818"/>
                    <a:pt x="4337" y="747"/>
                    <a:pt x="4191" y="693"/>
                  </a:cubicBezTo>
                  <a:cubicBezTo>
                    <a:pt x="4252" y="646"/>
                    <a:pt x="4327" y="611"/>
                    <a:pt x="4404" y="594"/>
                  </a:cubicBezTo>
                  <a:cubicBezTo>
                    <a:pt x="4435" y="588"/>
                    <a:pt x="4470" y="588"/>
                    <a:pt x="4496" y="588"/>
                  </a:cubicBezTo>
                  <a:close/>
                  <a:moveTo>
                    <a:pt x="3638" y="832"/>
                  </a:moveTo>
                  <a:cubicBezTo>
                    <a:pt x="3740" y="832"/>
                    <a:pt x="3848" y="846"/>
                    <a:pt x="3964" y="873"/>
                  </a:cubicBezTo>
                  <a:cubicBezTo>
                    <a:pt x="4038" y="890"/>
                    <a:pt x="4106" y="914"/>
                    <a:pt x="4171" y="937"/>
                  </a:cubicBezTo>
                  <a:cubicBezTo>
                    <a:pt x="4031" y="981"/>
                    <a:pt x="3895" y="1056"/>
                    <a:pt x="3757" y="1161"/>
                  </a:cubicBezTo>
                  <a:cubicBezTo>
                    <a:pt x="3435" y="1405"/>
                    <a:pt x="3142" y="1792"/>
                    <a:pt x="2857" y="2166"/>
                  </a:cubicBezTo>
                  <a:cubicBezTo>
                    <a:pt x="2681" y="2400"/>
                    <a:pt x="2511" y="2620"/>
                    <a:pt x="2342" y="2807"/>
                  </a:cubicBezTo>
                  <a:cubicBezTo>
                    <a:pt x="2172" y="2990"/>
                    <a:pt x="1982" y="3187"/>
                    <a:pt x="1778" y="3394"/>
                  </a:cubicBezTo>
                  <a:cubicBezTo>
                    <a:pt x="1497" y="3679"/>
                    <a:pt x="1212" y="3967"/>
                    <a:pt x="964" y="4249"/>
                  </a:cubicBezTo>
                  <a:cubicBezTo>
                    <a:pt x="1100" y="4032"/>
                    <a:pt x="1242" y="3811"/>
                    <a:pt x="1378" y="3607"/>
                  </a:cubicBezTo>
                  <a:cubicBezTo>
                    <a:pt x="1579" y="3295"/>
                    <a:pt x="1755" y="3031"/>
                    <a:pt x="1860" y="2830"/>
                  </a:cubicBezTo>
                  <a:cubicBezTo>
                    <a:pt x="1931" y="2702"/>
                    <a:pt x="1996" y="2576"/>
                    <a:pt x="2060" y="2451"/>
                  </a:cubicBezTo>
                  <a:cubicBezTo>
                    <a:pt x="2321" y="1949"/>
                    <a:pt x="2572" y="1474"/>
                    <a:pt x="2868" y="1175"/>
                  </a:cubicBezTo>
                  <a:cubicBezTo>
                    <a:pt x="3101" y="944"/>
                    <a:pt x="3346" y="832"/>
                    <a:pt x="3638" y="832"/>
                  </a:cubicBezTo>
                  <a:close/>
                  <a:moveTo>
                    <a:pt x="4439" y="1134"/>
                  </a:moveTo>
                  <a:cubicBezTo>
                    <a:pt x="4554" y="1134"/>
                    <a:pt x="4669" y="1164"/>
                    <a:pt x="4785" y="1225"/>
                  </a:cubicBezTo>
                  <a:cubicBezTo>
                    <a:pt x="5114" y="1396"/>
                    <a:pt x="5233" y="1596"/>
                    <a:pt x="5338" y="1772"/>
                  </a:cubicBezTo>
                  <a:cubicBezTo>
                    <a:pt x="5378" y="1840"/>
                    <a:pt x="5419" y="1908"/>
                    <a:pt x="5470" y="1962"/>
                  </a:cubicBezTo>
                  <a:lnTo>
                    <a:pt x="5470" y="1966"/>
                  </a:lnTo>
                  <a:lnTo>
                    <a:pt x="5474" y="1969"/>
                  </a:lnTo>
                  <a:cubicBezTo>
                    <a:pt x="5491" y="1989"/>
                    <a:pt x="5511" y="2006"/>
                    <a:pt x="5531" y="2027"/>
                  </a:cubicBezTo>
                  <a:cubicBezTo>
                    <a:pt x="5605" y="2108"/>
                    <a:pt x="5643" y="2207"/>
                    <a:pt x="5654" y="2321"/>
                  </a:cubicBezTo>
                  <a:cubicBezTo>
                    <a:pt x="5680" y="2637"/>
                    <a:pt x="5483" y="3071"/>
                    <a:pt x="5087" y="3574"/>
                  </a:cubicBezTo>
                  <a:cubicBezTo>
                    <a:pt x="4761" y="3991"/>
                    <a:pt x="4303" y="4439"/>
                    <a:pt x="3862" y="4772"/>
                  </a:cubicBezTo>
                  <a:cubicBezTo>
                    <a:pt x="3193" y="5277"/>
                    <a:pt x="1961" y="5691"/>
                    <a:pt x="1161" y="5786"/>
                  </a:cubicBezTo>
                  <a:cubicBezTo>
                    <a:pt x="1083" y="5793"/>
                    <a:pt x="995" y="5796"/>
                    <a:pt x="910" y="5796"/>
                  </a:cubicBezTo>
                  <a:cubicBezTo>
                    <a:pt x="672" y="5796"/>
                    <a:pt x="448" y="5769"/>
                    <a:pt x="425" y="5694"/>
                  </a:cubicBezTo>
                  <a:cubicBezTo>
                    <a:pt x="364" y="5511"/>
                    <a:pt x="496" y="5209"/>
                    <a:pt x="808" y="4805"/>
                  </a:cubicBezTo>
                  <a:cubicBezTo>
                    <a:pt x="1111" y="4409"/>
                    <a:pt x="1534" y="3978"/>
                    <a:pt x="1945" y="3557"/>
                  </a:cubicBezTo>
                  <a:cubicBezTo>
                    <a:pt x="2149" y="3350"/>
                    <a:pt x="2342" y="3153"/>
                    <a:pt x="2515" y="2966"/>
                  </a:cubicBezTo>
                  <a:cubicBezTo>
                    <a:pt x="2694" y="2773"/>
                    <a:pt x="2874" y="2536"/>
                    <a:pt x="3048" y="2308"/>
                  </a:cubicBezTo>
                  <a:cubicBezTo>
                    <a:pt x="3319" y="1949"/>
                    <a:pt x="3604" y="1576"/>
                    <a:pt x="3899" y="1348"/>
                  </a:cubicBezTo>
                  <a:cubicBezTo>
                    <a:pt x="4086" y="1205"/>
                    <a:pt x="4266" y="1134"/>
                    <a:pt x="4439" y="1134"/>
                  </a:cubicBezTo>
                  <a:close/>
                  <a:moveTo>
                    <a:pt x="5355" y="1"/>
                  </a:moveTo>
                  <a:cubicBezTo>
                    <a:pt x="5233" y="1"/>
                    <a:pt x="5110" y="62"/>
                    <a:pt x="5035" y="171"/>
                  </a:cubicBezTo>
                  <a:lnTo>
                    <a:pt x="4852" y="442"/>
                  </a:lnTo>
                  <a:cubicBezTo>
                    <a:pt x="4741" y="381"/>
                    <a:pt x="4622" y="350"/>
                    <a:pt x="4496" y="350"/>
                  </a:cubicBezTo>
                  <a:cubicBezTo>
                    <a:pt x="4452" y="350"/>
                    <a:pt x="4408" y="354"/>
                    <a:pt x="4364" y="364"/>
                  </a:cubicBezTo>
                  <a:cubicBezTo>
                    <a:pt x="4191" y="395"/>
                    <a:pt x="4038" y="486"/>
                    <a:pt x="3926" y="625"/>
                  </a:cubicBezTo>
                  <a:cubicBezTo>
                    <a:pt x="3828" y="605"/>
                    <a:pt x="3733" y="594"/>
                    <a:pt x="3641" y="594"/>
                  </a:cubicBezTo>
                  <a:cubicBezTo>
                    <a:pt x="3285" y="594"/>
                    <a:pt x="2976" y="734"/>
                    <a:pt x="2702" y="1009"/>
                  </a:cubicBezTo>
                  <a:cubicBezTo>
                    <a:pt x="2379" y="1335"/>
                    <a:pt x="2121" y="1823"/>
                    <a:pt x="1850" y="2342"/>
                  </a:cubicBezTo>
                  <a:cubicBezTo>
                    <a:pt x="1789" y="2464"/>
                    <a:pt x="1721" y="2593"/>
                    <a:pt x="1653" y="2719"/>
                  </a:cubicBezTo>
                  <a:cubicBezTo>
                    <a:pt x="1551" y="2909"/>
                    <a:pt x="1371" y="3184"/>
                    <a:pt x="1181" y="3479"/>
                  </a:cubicBezTo>
                  <a:cubicBezTo>
                    <a:pt x="900" y="3906"/>
                    <a:pt x="584" y="4388"/>
                    <a:pt x="374" y="4808"/>
                  </a:cubicBezTo>
                  <a:cubicBezTo>
                    <a:pt x="21" y="5457"/>
                    <a:pt x="1" y="6040"/>
                    <a:pt x="829" y="6040"/>
                  </a:cubicBezTo>
                  <a:lnTo>
                    <a:pt x="856" y="6040"/>
                  </a:lnTo>
                  <a:cubicBezTo>
                    <a:pt x="1714" y="6040"/>
                    <a:pt x="3255" y="5528"/>
                    <a:pt x="4005" y="4958"/>
                  </a:cubicBezTo>
                  <a:cubicBezTo>
                    <a:pt x="4802" y="4354"/>
                    <a:pt x="5959" y="3150"/>
                    <a:pt x="5890" y="2304"/>
                  </a:cubicBezTo>
                  <a:cubicBezTo>
                    <a:pt x="5877" y="2152"/>
                    <a:pt x="5826" y="2019"/>
                    <a:pt x="5741" y="1908"/>
                  </a:cubicBezTo>
                  <a:cubicBezTo>
                    <a:pt x="5843" y="1751"/>
                    <a:pt x="5881" y="1565"/>
                    <a:pt x="5846" y="1382"/>
                  </a:cubicBezTo>
                  <a:cubicBezTo>
                    <a:pt x="5813" y="1205"/>
                    <a:pt x="5718" y="1053"/>
                    <a:pt x="5582" y="944"/>
                  </a:cubicBezTo>
                  <a:lnTo>
                    <a:pt x="5768" y="666"/>
                  </a:lnTo>
                  <a:cubicBezTo>
                    <a:pt x="5826" y="581"/>
                    <a:pt x="5846" y="480"/>
                    <a:pt x="5826" y="378"/>
                  </a:cubicBezTo>
                  <a:cubicBezTo>
                    <a:pt x="5809" y="276"/>
                    <a:pt x="5752" y="191"/>
                    <a:pt x="5663" y="133"/>
                  </a:cubicBezTo>
                  <a:lnTo>
                    <a:pt x="5572" y="69"/>
                  </a:lnTo>
                  <a:cubicBezTo>
                    <a:pt x="5508" y="24"/>
                    <a:pt x="5430" y="1"/>
                    <a:pt x="53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2077;p44">
              <a:extLst>
                <a:ext uri="{FF2B5EF4-FFF2-40B4-BE49-F238E27FC236}">
                  <a16:creationId xmlns:a16="http://schemas.microsoft.com/office/drawing/2014/main" id="{368A29E2-D197-E913-C8B7-73C856D41563}"/>
                </a:ext>
              </a:extLst>
            </p:cNvPr>
            <p:cNvSpPr/>
            <p:nvPr/>
          </p:nvSpPr>
          <p:spPr>
            <a:xfrm>
              <a:off x="6664977" y="2959566"/>
              <a:ext cx="25540" cy="27685"/>
            </a:xfrm>
            <a:custGeom>
              <a:avLst/>
              <a:gdLst/>
              <a:ahLst/>
              <a:cxnLst/>
              <a:rect l="l" t="t" r="r" b="b"/>
              <a:pathLst>
                <a:path w="405" h="439" extrusionOk="0">
                  <a:moveTo>
                    <a:pt x="265" y="0"/>
                  </a:moveTo>
                  <a:cubicBezTo>
                    <a:pt x="224" y="0"/>
                    <a:pt x="183" y="21"/>
                    <a:pt x="160" y="58"/>
                  </a:cubicBezTo>
                  <a:cubicBezTo>
                    <a:pt x="122" y="122"/>
                    <a:pt x="78" y="187"/>
                    <a:pt x="38" y="248"/>
                  </a:cubicBezTo>
                  <a:cubicBezTo>
                    <a:pt x="0" y="306"/>
                    <a:pt x="17" y="380"/>
                    <a:pt x="71" y="418"/>
                  </a:cubicBezTo>
                  <a:cubicBezTo>
                    <a:pt x="95" y="431"/>
                    <a:pt x="116" y="438"/>
                    <a:pt x="139" y="438"/>
                  </a:cubicBezTo>
                  <a:cubicBezTo>
                    <a:pt x="180" y="438"/>
                    <a:pt x="221" y="421"/>
                    <a:pt x="241" y="384"/>
                  </a:cubicBezTo>
                  <a:cubicBezTo>
                    <a:pt x="285" y="319"/>
                    <a:pt x="329" y="252"/>
                    <a:pt x="370" y="187"/>
                  </a:cubicBezTo>
                  <a:cubicBezTo>
                    <a:pt x="404" y="130"/>
                    <a:pt x="387" y="55"/>
                    <a:pt x="329" y="17"/>
                  </a:cubicBezTo>
                  <a:cubicBezTo>
                    <a:pt x="309" y="3"/>
                    <a:pt x="288" y="0"/>
                    <a:pt x="2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2078;p44">
              <a:extLst>
                <a:ext uri="{FF2B5EF4-FFF2-40B4-BE49-F238E27FC236}">
                  <a16:creationId xmlns:a16="http://schemas.microsoft.com/office/drawing/2014/main" id="{DE11BC55-B711-7BD3-4655-FA1F1CE1F7E8}"/>
                </a:ext>
              </a:extLst>
            </p:cNvPr>
            <p:cNvSpPr/>
            <p:nvPr/>
          </p:nvSpPr>
          <p:spPr>
            <a:xfrm>
              <a:off x="6587285" y="3004655"/>
              <a:ext cx="71513" cy="73279"/>
            </a:xfrm>
            <a:custGeom>
              <a:avLst/>
              <a:gdLst/>
              <a:ahLst/>
              <a:cxnLst/>
              <a:rect l="l" t="t" r="r" b="b"/>
              <a:pathLst>
                <a:path w="1134" h="1162" extrusionOk="0">
                  <a:moveTo>
                    <a:pt x="994" y="1"/>
                  </a:moveTo>
                  <a:cubicBezTo>
                    <a:pt x="961" y="1"/>
                    <a:pt x="924" y="18"/>
                    <a:pt x="900" y="49"/>
                  </a:cubicBezTo>
                  <a:cubicBezTo>
                    <a:pt x="601" y="419"/>
                    <a:pt x="367" y="697"/>
                    <a:pt x="61" y="945"/>
                  </a:cubicBezTo>
                  <a:cubicBezTo>
                    <a:pt x="11" y="989"/>
                    <a:pt x="0" y="1067"/>
                    <a:pt x="45" y="1117"/>
                  </a:cubicBezTo>
                  <a:cubicBezTo>
                    <a:pt x="69" y="1148"/>
                    <a:pt x="106" y="1161"/>
                    <a:pt x="139" y="1161"/>
                  </a:cubicBezTo>
                  <a:cubicBezTo>
                    <a:pt x="167" y="1161"/>
                    <a:pt x="194" y="1155"/>
                    <a:pt x="218" y="1134"/>
                  </a:cubicBezTo>
                  <a:cubicBezTo>
                    <a:pt x="540" y="873"/>
                    <a:pt x="784" y="585"/>
                    <a:pt x="1090" y="201"/>
                  </a:cubicBezTo>
                  <a:cubicBezTo>
                    <a:pt x="1134" y="151"/>
                    <a:pt x="1127" y="73"/>
                    <a:pt x="1073" y="29"/>
                  </a:cubicBezTo>
                  <a:cubicBezTo>
                    <a:pt x="1049" y="12"/>
                    <a:pt x="1022" y="1"/>
                    <a:pt x="9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2079;p44">
              <a:extLst>
                <a:ext uri="{FF2B5EF4-FFF2-40B4-BE49-F238E27FC236}">
                  <a16:creationId xmlns:a16="http://schemas.microsoft.com/office/drawing/2014/main" id="{446DB7B4-4452-05F5-992E-FB0F82604872}"/>
                </a:ext>
              </a:extLst>
            </p:cNvPr>
            <p:cNvSpPr/>
            <p:nvPr/>
          </p:nvSpPr>
          <p:spPr>
            <a:xfrm>
              <a:off x="6537214" y="3157074"/>
              <a:ext cx="73468" cy="32982"/>
            </a:xfrm>
            <a:custGeom>
              <a:avLst/>
              <a:gdLst/>
              <a:ahLst/>
              <a:cxnLst/>
              <a:rect l="l" t="t" r="r" b="b"/>
              <a:pathLst>
                <a:path w="1165" h="523" extrusionOk="0">
                  <a:moveTo>
                    <a:pt x="1083" y="0"/>
                  </a:moveTo>
                  <a:cubicBezTo>
                    <a:pt x="1073" y="0"/>
                    <a:pt x="1063" y="0"/>
                    <a:pt x="1049" y="7"/>
                  </a:cubicBezTo>
                  <a:cubicBezTo>
                    <a:pt x="771" y="143"/>
                    <a:pt x="479" y="261"/>
                    <a:pt x="180" y="353"/>
                  </a:cubicBezTo>
                  <a:cubicBezTo>
                    <a:pt x="147" y="363"/>
                    <a:pt x="119" y="370"/>
                    <a:pt x="82" y="384"/>
                  </a:cubicBezTo>
                  <a:cubicBezTo>
                    <a:pt x="0" y="404"/>
                    <a:pt x="11" y="520"/>
                    <a:pt x="96" y="523"/>
                  </a:cubicBezTo>
                  <a:cubicBezTo>
                    <a:pt x="147" y="520"/>
                    <a:pt x="191" y="502"/>
                    <a:pt x="224" y="489"/>
                  </a:cubicBezTo>
                  <a:cubicBezTo>
                    <a:pt x="258" y="479"/>
                    <a:pt x="828" y="275"/>
                    <a:pt x="1113" y="133"/>
                  </a:cubicBezTo>
                  <a:cubicBezTo>
                    <a:pt x="1148" y="116"/>
                    <a:pt x="1165" y="75"/>
                    <a:pt x="1144" y="37"/>
                  </a:cubicBezTo>
                  <a:cubicBezTo>
                    <a:pt x="1134" y="14"/>
                    <a:pt x="1107" y="0"/>
                    <a:pt x="10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2080;p44">
              <a:extLst>
                <a:ext uri="{FF2B5EF4-FFF2-40B4-BE49-F238E27FC236}">
                  <a16:creationId xmlns:a16="http://schemas.microsoft.com/office/drawing/2014/main" id="{F44C90BB-9EDA-A6D7-13B3-4B4D187F1683}"/>
                </a:ext>
              </a:extLst>
            </p:cNvPr>
            <p:cNvSpPr/>
            <p:nvPr/>
          </p:nvSpPr>
          <p:spPr>
            <a:xfrm>
              <a:off x="6616609" y="3130273"/>
              <a:ext cx="40045" cy="26865"/>
            </a:xfrm>
            <a:custGeom>
              <a:avLst/>
              <a:gdLst/>
              <a:ahLst/>
              <a:cxnLst/>
              <a:rect l="l" t="t" r="r" b="b"/>
              <a:pathLst>
                <a:path w="635" h="426" extrusionOk="0">
                  <a:moveTo>
                    <a:pt x="553" y="1"/>
                  </a:moveTo>
                  <a:cubicBezTo>
                    <a:pt x="540" y="1"/>
                    <a:pt x="529" y="4"/>
                    <a:pt x="520" y="11"/>
                  </a:cubicBezTo>
                  <a:cubicBezTo>
                    <a:pt x="431" y="59"/>
                    <a:pt x="346" y="113"/>
                    <a:pt x="262" y="164"/>
                  </a:cubicBezTo>
                  <a:cubicBezTo>
                    <a:pt x="194" y="208"/>
                    <a:pt x="119" y="252"/>
                    <a:pt x="48" y="293"/>
                  </a:cubicBezTo>
                  <a:cubicBezTo>
                    <a:pt x="14" y="313"/>
                    <a:pt x="0" y="357"/>
                    <a:pt x="21" y="391"/>
                  </a:cubicBezTo>
                  <a:cubicBezTo>
                    <a:pt x="34" y="415"/>
                    <a:pt x="58" y="425"/>
                    <a:pt x="82" y="425"/>
                  </a:cubicBezTo>
                  <a:cubicBezTo>
                    <a:pt x="95" y="425"/>
                    <a:pt x="105" y="425"/>
                    <a:pt x="116" y="418"/>
                  </a:cubicBezTo>
                  <a:cubicBezTo>
                    <a:pt x="194" y="375"/>
                    <a:pt x="265" y="330"/>
                    <a:pt x="336" y="283"/>
                  </a:cubicBezTo>
                  <a:cubicBezTo>
                    <a:pt x="418" y="232"/>
                    <a:pt x="503" y="181"/>
                    <a:pt x="587" y="137"/>
                  </a:cubicBezTo>
                  <a:cubicBezTo>
                    <a:pt x="621" y="116"/>
                    <a:pt x="634" y="72"/>
                    <a:pt x="614" y="38"/>
                  </a:cubicBezTo>
                  <a:cubicBezTo>
                    <a:pt x="601" y="15"/>
                    <a:pt x="577" y="1"/>
                    <a:pt x="5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2081;p44">
              <a:extLst>
                <a:ext uri="{FF2B5EF4-FFF2-40B4-BE49-F238E27FC236}">
                  <a16:creationId xmlns:a16="http://schemas.microsoft.com/office/drawing/2014/main" id="{F149B0DF-F506-C386-39DF-7BD7458AD289}"/>
                </a:ext>
              </a:extLst>
            </p:cNvPr>
            <p:cNvSpPr/>
            <p:nvPr/>
          </p:nvSpPr>
          <p:spPr>
            <a:xfrm>
              <a:off x="6734093" y="3044510"/>
              <a:ext cx="14567" cy="14820"/>
            </a:xfrm>
            <a:custGeom>
              <a:avLst/>
              <a:gdLst/>
              <a:ahLst/>
              <a:cxnLst/>
              <a:rect l="l" t="t" r="r" b="b"/>
              <a:pathLst>
                <a:path w="231" h="235" extrusionOk="0">
                  <a:moveTo>
                    <a:pt x="153" y="0"/>
                  </a:moveTo>
                  <a:cubicBezTo>
                    <a:pt x="129" y="0"/>
                    <a:pt x="109" y="11"/>
                    <a:pt x="95" y="28"/>
                  </a:cubicBezTo>
                  <a:cubicBezTo>
                    <a:pt x="71" y="58"/>
                    <a:pt x="47" y="89"/>
                    <a:pt x="24" y="119"/>
                  </a:cubicBezTo>
                  <a:cubicBezTo>
                    <a:pt x="0" y="150"/>
                    <a:pt x="4" y="194"/>
                    <a:pt x="34" y="221"/>
                  </a:cubicBezTo>
                  <a:cubicBezTo>
                    <a:pt x="47" y="231"/>
                    <a:pt x="65" y="235"/>
                    <a:pt x="78" y="235"/>
                  </a:cubicBezTo>
                  <a:cubicBezTo>
                    <a:pt x="99" y="235"/>
                    <a:pt x="122" y="224"/>
                    <a:pt x="135" y="208"/>
                  </a:cubicBezTo>
                  <a:cubicBezTo>
                    <a:pt x="160" y="177"/>
                    <a:pt x="183" y="143"/>
                    <a:pt x="207" y="112"/>
                  </a:cubicBezTo>
                  <a:cubicBezTo>
                    <a:pt x="231" y="81"/>
                    <a:pt x="224" y="38"/>
                    <a:pt x="193" y="14"/>
                  </a:cubicBezTo>
                  <a:cubicBezTo>
                    <a:pt x="180" y="4"/>
                    <a:pt x="166" y="0"/>
                    <a:pt x="1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2082;p44">
              <a:extLst>
                <a:ext uri="{FF2B5EF4-FFF2-40B4-BE49-F238E27FC236}">
                  <a16:creationId xmlns:a16="http://schemas.microsoft.com/office/drawing/2014/main" id="{0FC8DBEC-E15A-AB9F-5A07-1798F7D05776}"/>
                </a:ext>
              </a:extLst>
            </p:cNvPr>
            <p:cNvSpPr/>
            <p:nvPr/>
          </p:nvSpPr>
          <p:spPr>
            <a:xfrm>
              <a:off x="6751182" y="2979871"/>
              <a:ext cx="35378" cy="55495"/>
            </a:xfrm>
            <a:custGeom>
              <a:avLst/>
              <a:gdLst/>
              <a:ahLst/>
              <a:cxnLst/>
              <a:rect l="l" t="t" r="r" b="b"/>
              <a:pathLst>
                <a:path w="561" h="880" extrusionOk="0">
                  <a:moveTo>
                    <a:pt x="479" y="1"/>
                  </a:moveTo>
                  <a:cubicBezTo>
                    <a:pt x="452" y="1"/>
                    <a:pt x="428" y="18"/>
                    <a:pt x="414" y="45"/>
                  </a:cubicBezTo>
                  <a:cubicBezTo>
                    <a:pt x="306" y="296"/>
                    <a:pt x="174" y="541"/>
                    <a:pt x="21" y="771"/>
                  </a:cubicBezTo>
                  <a:cubicBezTo>
                    <a:pt x="0" y="805"/>
                    <a:pt x="11" y="846"/>
                    <a:pt x="41" y="870"/>
                  </a:cubicBezTo>
                  <a:cubicBezTo>
                    <a:pt x="55" y="876"/>
                    <a:pt x="68" y="879"/>
                    <a:pt x="82" y="879"/>
                  </a:cubicBezTo>
                  <a:cubicBezTo>
                    <a:pt x="105" y="879"/>
                    <a:pt x="126" y="870"/>
                    <a:pt x="140" y="849"/>
                  </a:cubicBezTo>
                  <a:cubicBezTo>
                    <a:pt x="296" y="611"/>
                    <a:pt x="431" y="361"/>
                    <a:pt x="544" y="102"/>
                  </a:cubicBezTo>
                  <a:cubicBezTo>
                    <a:pt x="561" y="65"/>
                    <a:pt x="544" y="24"/>
                    <a:pt x="509" y="7"/>
                  </a:cubicBezTo>
                  <a:cubicBezTo>
                    <a:pt x="500" y="4"/>
                    <a:pt x="489" y="1"/>
                    <a:pt x="4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" name="Google Shape;2445;p44">
            <a:extLst>
              <a:ext uri="{FF2B5EF4-FFF2-40B4-BE49-F238E27FC236}">
                <a16:creationId xmlns:a16="http://schemas.microsoft.com/office/drawing/2014/main" id="{598AABCB-8E68-A8E9-4CA3-16E9986ED1EB}"/>
              </a:ext>
            </a:extLst>
          </p:cNvPr>
          <p:cNvGrpSpPr/>
          <p:nvPr/>
        </p:nvGrpSpPr>
        <p:grpSpPr>
          <a:xfrm>
            <a:off x="8294235" y="1061114"/>
            <a:ext cx="423801" cy="455610"/>
            <a:chOff x="4758562" y="4026050"/>
            <a:chExt cx="433556" cy="466097"/>
          </a:xfrm>
        </p:grpSpPr>
        <p:sp>
          <p:nvSpPr>
            <p:cNvPr id="69" name="Google Shape;2446;p44">
              <a:extLst>
                <a:ext uri="{FF2B5EF4-FFF2-40B4-BE49-F238E27FC236}">
                  <a16:creationId xmlns:a16="http://schemas.microsoft.com/office/drawing/2014/main" id="{79B10AFC-3866-DD88-564F-EF7CEF736693}"/>
                </a:ext>
              </a:extLst>
            </p:cNvPr>
            <p:cNvSpPr/>
            <p:nvPr/>
          </p:nvSpPr>
          <p:spPr>
            <a:xfrm>
              <a:off x="4758562" y="4026050"/>
              <a:ext cx="433556" cy="466097"/>
            </a:xfrm>
            <a:custGeom>
              <a:avLst/>
              <a:gdLst/>
              <a:ahLst/>
              <a:cxnLst/>
              <a:rect l="l" t="t" r="r" b="b"/>
              <a:pathLst>
                <a:path w="6875" h="7391" extrusionOk="0">
                  <a:moveTo>
                    <a:pt x="3987" y="1"/>
                  </a:moveTo>
                  <a:cubicBezTo>
                    <a:pt x="3773" y="4"/>
                    <a:pt x="3569" y="96"/>
                    <a:pt x="3427" y="245"/>
                  </a:cubicBezTo>
                  <a:cubicBezTo>
                    <a:pt x="3278" y="401"/>
                    <a:pt x="3145" y="605"/>
                    <a:pt x="3030" y="852"/>
                  </a:cubicBezTo>
                  <a:cubicBezTo>
                    <a:pt x="2880" y="619"/>
                    <a:pt x="2620" y="466"/>
                    <a:pt x="2321" y="466"/>
                  </a:cubicBezTo>
                  <a:cubicBezTo>
                    <a:pt x="1887" y="466"/>
                    <a:pt x="1527" y="798"/>
                    <a:pt x="1486" y="1225"/>
                  </a:cubicBezTo>
                  <a:cubicBezTo>
                    <a:pt x="1374" y="1151"/>
                    <a:pt x="1242" y="1111"/>
                    <a:pt x="1103" y="1111"/>
                  </a:cubicBezTo>
                  <a:cubicBezTo>
                    <a:pt x="808" y="1111"/>
                    <a:pt x="547" y="1290"/>
                    <a:pt x="438" y="1565"/>
                  </a:cubicBezTo>
                  <a:lnTo>
                    <a:pt x="421" y="1609"/>
                  </a:lnTo>
                  <a:cubicBezTo>
                    <a:pt x="166" y="1724"/>
                    <a:pt x="0" y="1983"/>
                    <a:pt x="4" y="2268"/>
                  </a:cubicBezTo>
                  <a:cubicBezTo>
                    <a:pt x="4" y="2553"/>
                    <a:pt x="173" y="2810"/>
                    <a:pt x="421" y="2919"/>
                  </a:cubicBezTo>
                  <a:lnTo>
                    <a:pt x="434" y="2956"/>
                  </a:lnTo>
                  <a:cubicBezTo>
                    <a:pt x="543" y="3237"/>
                    <a:pt x="804" y="3417"/>
                    <a:pt x="1103" y="3417"/>
                  </a:cubicBezTo>
                  <a:cubicBezTo>
                    <a:pt x="1178" y="3417"/>
                    <a:pt x="1249" y="3408"/>
                    <a:pt x="1317" y="3383"/>
                  </a:cubicBezTo>
                  <a:lnTo>
                    <a:pt x="1317" y="3383"/>
                  </a:lnTo>
                  <a:cubicBezTo>
                    <a:pt x="991" y="3740"/>
                    <a:pt x="780" y="4174"/>
                    <a:pt x="710" y="4653"/>
                  </a:cubicBezTo>
                  <a:cubicBezTo>
                    <a:pt x="635" y="5165"/>
                    <a:pt x="713" y="5674"/>
                    <a:pt x="940" y="6122"/>
                  </a:cubicBezTo>
                  <a:cubicBezTo>
                    <a:pt x="1170" y="6583"/>
                    <a:pt x="1537" y="6943"/>
                    <a:pt x="2002" y="7170"/>
                  </a:cubicBezTo>
                  <a:cubicBezTo>
                    <a:pt x="2147" y="7239"/>
                    <a:pt x="2315" y="7273"/>
                    <a:pt x="2506" y="7273"/>
                  </a:cubicBezTo>
                  <a:cubicBezTo>
                    <a:pt x="2586" y="7273"/>
                    <a:pt x="2670" y="7267"/>
                    <a:pt x="2758" y="7255"/>
                  </a:cubicBezTo>
                  <a:cubicBezTo>
                    <a:pt x="2990" y="7346"/>
                    <a:pt x="3183" y="7390"/>
                    <a:pt x="3359" y="7390"/>
                  </a:cubicBezTo>
                  <a:cubicBezTo>
                    <a:pt x="3417" y="7390"/>
                    <a:pt x="3471" y="7387"/>
                    <a:pt x="3529" y="7377"/>
                  </a:cubicBezTo>
                  <a:cubicBezTo>
                    <a:pt x="4564" y="7201"/>
                    <a:pt x="5361" y="6390"/>
                    <a:pt x="5514" y="5358"/>
                  </a:cubicBezTo>
                  <a:cubicBezTo>
                    <a:pt x="5551" y="5118"/>
                    <a:pt x="5547" y="4880"/>
                    <a:pt x="5511" y="4645"/>
                  </a:cubicBezTo>
                  <a:lnTo>
                    <a:pt x="5538" y="4645"/>
                  </a:lnTo>
                  <a:cubicBezTo>
                    <a:pt x="5959" y="4645"/>
                    <a:pt x="6301" y="4303"/>
                    <a:pt x="6301" y="3879"/>
                  </a:cubicBezTo>
                  <a:cubicBezTo>
                    <a:pt x="6301" y="3720"/>
                    <a:pt x="6250" y="3571"/>
                    <a:pt x="6165" y="3444"/>
                  </a:cubicBezTo>
                  <a:cubicBezTo>
                    <a:pt x="6433" y="3299"/>
                    <a:pt x="6678" y="3082"/>
                    <a:pt x="6759" y="2759"/>
                  </a:cubicBezTo>
                  <a:cubicBezTo>
                    <a:pt x="6875" y="2288"/>
                    <a:pt x="6579" y="1853"/>
                    <a:pt x="6314" y="1575"/>
                  </a:cubicBezTo>
                  <a:cubicBezTo>
                    <a:pt x="6131" y="1385"/>
                    <a:pt x="5741" y="1042"/>
                    <a:pt x="5171" y="904"/>
                  </a:cubicBezTo>
                  <a:cubicBezTo>
                    <a:pt x="5144" y="896"/>
                    <a:pt x="5113" y="890"/>
                    <a:pt x="5086" y="883"/>
                  </a:cubicBezTo>
                  <a:cubicBezTo>
                    <a:pt x="5083" y="849"/>
                    <a:pt x="5076" y="815"/>
                    <a:pt x="5066" y="782"/>
                  </a:cubicBezTo>
                  <a:cubicBezTo>
                    <a:pt x="4913" y="242"/>
                    <a:pt x="4421" y="1"/>
                    <a:pt x="400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28575" dist="19050" dir="2220000" algn="bl" rotWithShape="0">
                <a:schemeClr val="dk1">
                  <a:alpha val="2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2447;p44">
              <a:extLst>
                <a:ext uri="{FF2B5EF4-FFF2-40B4-BE49-F238E27FC236}">
                  <a16:creationId xmlns:a16="http://schemas.microsoft.com/office/drawing/2014/main" id="{0F438EF8-E939-079E-2F31-5BA96B281A75}"/>
                </a:ext>
              </a:extLst>
            </p:cNvPr>
            <p:cNvSpPr/>
            <p:nvPr/>
          </p:nvSpPr>
          <p:spPr>
            <a:xfrm>
              <a:off x="4972089" y="4076260"/>
              <a:ext cx="57829" cy="112630"/>
            </a:xfrm>
            <a:custGeom>
              <a:avLst/>
              <a:gdLst/>
              <a:ahLst/>
              <a:cxnLst/>
              <a:rect l="l" t="t" r="r" b="b"/>
              <a:pathLst>
                <a:path w="917" h="1786" extrusionOk="0">
                  <a:moveTo>
                    <a:pt x="614" y="0"/>
                  </a:moveTo>
                  <a:lnTo>
                    <a:pt x="614" y="0"/>
                  </a:lnTo>
                  <a:cubicBezTo>
                    <a:pt x="187" y="451"/>
                    <a:pt x="0" y="1632"/>
                    <a:pt x="0" y="1632"/>
                  </a:cubicBezTo>
                  <a:cubicBezTo>
                    <a:pt x="31" y="1748"/>
                    <a:pt x="85" y="1785"/>
                    <a:pt x="136" y="1785"/>
                  </a:cubicBezTo>
                  <a:cubicBezTo>
                    <a:pt x="227" y="1785"/>
                    <a:pt x="326" y="1676"/>
                    <a:pt x="326" y="1676"/>
                  </a:cubicBezTo>
                  <a:cubicBezTo>
                    <a:pt x="639" y="587"/>
                    <a:pt x="916" y="207"/>
                    <a:pt x="916" y="207"/>
                  </a:cubicBezTo>
                  <a:cubicBezTo>
                    <a:pt x="858" y="3"/>
                    <a:pt x="634" y="0"/>
                    <a:pt x="61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2448;p44">
              <a:extLst>
                <a:ext uri="{FF2B5EF4-FFF2-40B4-BE49-F238E27FC236}">
                  <a16:creationId xmlns:a16="http://schemas.microsoft.com/office/drawing/2014/main" id="{91DA5D64-CB5D-BAFC-F833-073B23290AD1}"/>
                </a:ext>
              </a:extLst>
            </p:cNvPr>
            <p:cNvSpPr/>
            <p:nvPr/>
          </p:nvSpPr>
          <p:spPr>
            <a:xfrm>
              <a:off x="4846029" y="4146447"/>
              <a:ext cx="214287" cy="295953"/>
            </a:xfrm>
            <a:custGeom>
              <a:avLst/>
              <a:gdLst/>
              <a:ahLst/>
              <a:cxnLst/>
              <a:rect l="l" t="t" r="r" b="b"/>
              <a:pathLst>
                <a:path w="3398" h="4693" extrusionOk="0">
                  <a:moveTo>
                    <a:pt x="2060" y="0"/>
                  </a:moveTo>
                  <a:cubicBezTo>
                    <a:pt x="1551" y="0"/>
                    <a:pt x="1090" y="475"/>
                    <a:pt x="995" y="1117"/>
                  </a:cubicBezTo>
                  <a:cubicBezTo>
                    <a:pt x="995" y="1126"/>
                    <a:pt x="992" y="1137"/>
                    <a:pt x="992" y="1147"/>
                  </a:cubicBezTo>
                  <a:cubicBezTo>
                    <a:pt x="951" y="1446"/>
                    <a:pt x="812" y="1723"/>
                    <a:pt x="588" y="1934"/>
                  </a:cubicBezTo>
                  <a:cubicBezTo>
                    <a:pt x="337" y="2175"/>
                    <a:pt x="160" y="2494"/>
                    <a:pt x="106" y="2863"/>
                  </a:cubicBezTo>
                  <a:cubicBezTo>
                    <a:pt x="1" y="3573"/>
                    <a:pt x="337" y="4248"/>
                    <a:pt x="961" y="4550"/>
                  </a:cubicBezTo>
                  <a:cubicBezTo>
                    <a:pt x="1002" y="4570"/>
                    <a:pt x="1056" y="4577"/>
                    <a:pt x="1117" y="4577"/>
                  </a:cubicBezTo>
                  <a:cubicBezTo>
                    <a:pt x="1208" y="4577"/>
                    <a:pt x="1307" y="4560"/>
                    <a:pt x="1379" y="4546"/>
                  </a:cubicBezTo>
                  <a:cubicBezTo>
                    <a:pt x="1396" y="4543"/>
                    <a:pt x="1416" y="4543"/>
                    <a:pt x="1432" y="4543"/>
                  </a:cubicBezTo>
                  <a:cubicBezTo>
                    <a:pt x="1473" y="4543"/>
                    <a:pt x="1511" y="4550"/>
                    <a:pt x="1548" y="4567"/>
                  </a:cubicBezTo>
                  <a:cubicBezTo>
                    <a:pt x="1656" y="4614"/>
                    <a:pt x="1850" y="4692"/>
                    <a:pt x="1972" y="4692"/>
                  </a:cubicBezTo>
                  <a:cubicBezTo>
                    <a:pt x="1986" y="4692"/>
                    <a:pt x="1996" y="4692"/>
                    <a:pt x="2010" y="4689"/>
                  </a:cubicBezTo>
                  <a:cubicBezTo>
                    <a:pt x="2685" y="4573"/>
                    <a:pt x="3238" y="4044"/>
                    <a:pt x="3343" y="3339"/>
                  </a:cubicBezTo>
                  <a:cubicBezTo>
                    <a:pt x="3397" y="2969"/>
                    <a:pt x="3319" y="2613"/>
                    <a:pt x="3146" y="2310"/>
                  </a:cubicBezTo>
                  <a:cubicBezTo>
                    <a:pt x="2993" y="2042"/>
                    <a:pt x="2939" y="1737"/>
                    <a:pt x="2990" y="1442"/>
                  </a:cubicBezTo>
                  <a:cubicBezTo>
                    <a:pt x="2990" y="1432"/>
                    <a:pt x="2993" y="1422"/>
                    <a:pt x="2993" y="1411"/>
                  </a:cubicBezTo>
                  <a:cubicBezTo>
                    <a:pt x="3095" y="719"/>
                    <a:pt x="2732" y="91"/>
                    <a:pt x="2179" y="10"/>
                  </a:cubicBezTo>
                  <a:cubicBezTo>
                    <a:pt x="2138" y="3"/>
                    <a:pt x="2101" y="0"/>
                    <a:pt x="206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2449;p44">
              <a:extLst>
                <a:ext uri="{FF2B5EF4-FFF2-40B4-BE49-F238E27FC236}">
                  <a16:creationId xmlns:a16="http://schemas.microsoft.com/office/drawing/2014/main" id="{C9BC538C-C802-AA81-163A-CE26D2E6686C}"/>
                </a:ext>
              </a:extLst>
            </p:cNvPr>
            <p:cNvSpPr/>
            <p:nvPr/>
          </p:nvSpPr>
          <p:spPr>
            <a:xfrm>
              <a:off x="5033700" y="4200365"/>
              <a:ext cx="2964" cy="37081"/>
            </a:xfrm>
            <a:custGeom>
              <a:avLst/>
              <a:gdLst/>
              <a:ahLst/>
              <a:cxnLst/>
              <a:rect l="l" t="t" r="r" b="b"/>
              <a:pathLst>
                <a:path w="47" h="588" extrusionOk="0">
                  <a:moveTo>
                    <a:pt x="0" y="0"/>
                  </a:moveTo>
                  <a:lnTo>
                    <a:pt x="0" y="3"/>
                  </a:lnTo>
                  <a:cubicBezTo>
                    <a:pt x="3" y="14"/>
                    <a:pt x="5" y="24"/>
                    <a:pt x="7" y="35"/>
                  </a:cubicBezTo>
                  <a:lnTo>
                    <a:pt x="7" y="35"/>
                  </a:lnTo>
                  <a:cubicBezTo>
                    <a:pt x="5" y="23"/>
                    <a:pt x="3" y="12"/>
                    <a:pt x="0" y="0"/>
                  </a:cubicBezTo>
                  <a:close/>
                  <a:moveTo>
                    <a:pt x="7" y="35"/>
                  </a:moveTo>
                  <a:cubicBezTo>
                    <a:pt x="39" y="198"/>
                    <a:pt x="46" y="376"/>
                    <a:pt x="17" y="556"/>
                  </a:cubicBezTo>
                  <a:cubicBezTo>
                    <a:pt x="17" y="567"/>
                    <a:pt x="14" y="577"/>
                    <a:pt x="14" y="587"/>
                  </a:cubicBezTo>
                  <a:cubicBezTo>
                    <a:pt x="14" y="577"/>
                    <a:pt x="17" y="567"/>
                    <a:pt x="21" y="556"/>
                  </a:cubicBezTo>
                  <a:cubicBezTo>
                    <a:pt x="47" y="375"/>
                    <a:pt x="42" y="196"/>
                    <a:pt x="7" y="35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2450;p44">
              <a:extLst>
                <a:ext uri="{FF2B5EF4-FFF2-40B4-BE49-F238E27FC236}">
                  <a16:creationId xmlns:a16="http://schemas.microsoft.com/office/drawing/2014/main" id="{15B487D4-B56C-1FB5-7D57-AFBE0A8EA2A6}"/>
                </a:ext>
              </a:extLst>
            </p:cNvPr>
            <p:cNvSpPr/>
            <p:nvPr/>
          </p:nvSpPr>
          <p:spPr>
            <a:xfrm>
              <a:off x="4979152" y="4146636"/>
              <a:ext cx="15009" cy="3216"/>
            </a:xfrm>
            <a:custGeom>
              <a:avLst/>
              <a:gdLst/>
              <a:ahLst/>
              <a:cxnLst/>
              <a:rect l="l" t="t" r="r" b="b"/>
              <a:pathLst>
                <a:path w="238" h="51" extrusionOk="0">
                  <a:moveTo>
                    <a:pt x="1" y="0"/>
                  </a:moveTo>
                  <a:lnTo>
                    <a:pt x="1" y="0"/>
                  </a:lnTo>
                  <a:cubicBezTo>
                    <a:pt x="21" y="0"/>
                    <a:pt x="44" y="4"/>
                    <a:pt x="68" y="7"/>
                  </a:cubicBezTo>
                  <a:cubicBezTo>
                    <a:pt x="126" y="14"/>
                    <a:pt x="184" y="31"/>
                    <a:pt x="237" y="51"/>
                  </a:cubicBezTo>
                  <a:lnTo>
                    <a:pt x="237" y="51"/>
                  </a:lnTo>
                  <a:cubicBezTo>
                    <a:pt x="184" y="31"/>
                    <a:pt x="126" y="14"/>
                    <a:pt x="68" y="7"/>
                  </a:cubicBezTo>
                  <a:cubicBezTo>
                    <a:pt x="44" y="4"/>
                    <a:pt x="21" y="0"/>
                    <a:pt x="1" y="0"/>
                  </a:cubicBezTo>
                  <a:close/>
                </a:path>
              </a:pathLst>
            </a:custGeom>
            <a:solidFill>
              <a:srgbClr val="E8DD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2451;p44">
              <a:extLst>
                <a:ext uri="{FF2B5EF4-FFF2-40B4-BE49-F238E27FC236}">
                  <a16:creationId xmlns:a16="http://schemas.microsoft.com/office/drawing/2014/main" id="{8F5222D5-0B8F-BC6C-FF03-6C3000BEABDD}"/>
                </a:ext>
              </a:extLst>
            </p:cNvPr>
            <p:cNvSpPr/>
            <p:nvPr/>
          </p:nvSpPr>
          <p:spPr>
            <a:xfrm>
              <a:off x="4851578" y="4146447"/>
              <a:ext cx="206341" cy="295953"/>
            </a:xfrm>
            <a:custGeom>
              <a:avLst/>
              <a:gdLst/>
              <a:ahLst/>
              <a:cxnLst/>
              <a:rect l="l" t="t" r="r" b="b"/>
              <a:pathLst>
                <a:path w="3272" h="4693" extrusionOk="0">
                  <a:moveTo>
                    <a:pt x="1935" y="0"/>
                  </a:moveTo>
                  <a:cubicBezTo>
                    <a:pt x="2309" y="143"/>
                    <a:pt x="2539" y="608"/>
                    <a:pt x="2468" y="1113"/>
                  </a:cubicBezTo>
                  <a:cubicBezTo>
                    <a:pt x="2464" y="1120"/>
                    <a:pt x="2464" y="1130"/>
                    <a:pt x="2461" y="1140"/>
                  </a:cubicBezTo>
                  <a:cubicBezTo>
                    <a:pt x="2420" y="1381"/>
                    <a:pt x="2501" y="1914"/>
                    <a:pt x="2597" y="2148"/>
                  </a:cubicBezTo>
                  <a:cubicBezTo>
                    <a:pt x="2725" y="2467"/>
                    <a:pt x="2719" y="2691"/>
                    <a:pt x="2675" y="2990"/>
                  </a:cubicBezTo>
                  <a:cubicBezTo>
                    <a:pt x="2590" y="3569"/>
                    <a:pt x="2193" y="3868"/>
                    <a:pt x="1633" y="3909"/>
                  </a:cubicBezTo>
                  <a:cubicBezTo>
                    <a:pt x="1596" y="3912"/>
                    <a:pt x="1562" y="3912"/>
                    <a:pt x="1524" y="3912"/>
                  </a:cubicBezTo>
                  <a:cubicBezTo>
                    <a:pt x="1195" y="3912"/>
                    <a:pt x="962" y="3800"/>
                    <a:pt x="883" y="3763"/>
                  </a:cubicBezTo>
                  <a:cubicBezTo>
                    <a:pt x="456" y="3555"/>
                    <a:pt x="110" y="3054"/>
                    <a:pt x="86" y="2578"/>
                  </a:cubicBezTo>
                  <a:cubicBezTo>
                    <a:pt x="55" y="2670"/>
                    <a:pt x="35" y="2766"/>
                    <a:pt x="18" y="2863"/>
                  </a:cubicBezTo>
                  <a:cubicBezTo>
                    <a:pt x="8" y="2949"/>
                    <a:pt x="1" y="3034"/>
                    <a:pt x="1" y="3118"/>
                  </a:cubicBezTo>
                  <a:cubicBezTo>
                    <a:pt x="1" y="3732"/>
                    <a:pt x="323" y="4285"/>
                    <a:pt x="873" y="4550"/>
                  </a:cubicBezTo>
                  <a:cubicBezTo>
                    <a:pt x="914" y="4570"/>
                    <a:pt x="968" y="4577"/>
                    <a:pt x="1029" y="4577"/>
                  </a:cubicBezTo>
                  <a:cubicBezTo>
                    <a:pt x="1120" y="4577"/>
                    <a:pt x="1219" y="4560"/>
                    <a:pt x="1291" y="4546"/>
                  </a:cubicBezTo>
                  <a:cubicBezTo>
                    <a:pt x="1308" y="4543"/>
                    <a:pt x="1328" y="4543"/>
                    <a:pt x="1344" y="4543"/>
                  </a:cubicBezTo>
                  <a:cubicBezTo>
                    <a:pt x="1385" y="4543"/>
                    <a:pt x="1423" y="4550"/>
                    <a:pt x="1460" y="4567"/>
                  </a:cubicBezTo>
                  <a:cubicBezTo>
                    <a:pt x="1568" y="4614"/>
                    <a:pt x="1762" y="4692"/>
                    <a:pt x="1884" y="4692"/>
                  </a:cubicBezTo>
                  <a:cubicBezTo>
                    <a:pt x="1898" y="4692"/>
                    <a:pt x="1908" y="4692"/>
                    <a:pt x="1922" y="4689"/>
                  </a:cubicBezTo>
                  <a:cubicBezTo>
                    <a:pt x="2594" y="4573"/>
                    <a:pt x="3143" y="4051"/>
                    <a:pt x="3251" y="3349"/>
                  </a:cubicBezTo>
                  <a:cubicBezTo>
                    <a:pt x="3255" y="3345"/>
                    <a:pt x="3255" y="3342"/>
                    <a:pt x="3255" y="3339"/>
                  </a:cubicBezTo>
                  <a:cubicBezTo>
                    <a:pt x="3265" y="3257"/>
                    <a:pt x="3272" y="3179"/>
                    <a:pt x="3272" y="3101"/>
                  </a:cubicBezTo>
                  <a:cubicBezTo>
                    <a:pt x="3272" y="2819"/>
                    <a:pt x="3194" y="2548"/>
                    <a:pt x="3058" y="2310"/>
                  </a:cubicBezTo>
                  <a:cubicBezTo>
                    <a:pt x="2943" y="2110"/>
                    <a:pt x="2885" y="1883"/>
                    <a:pt x="2885" y="1659"/>
                  </a:cubicBezTo>
                  <a:cubicBezTo>
                    <a:pt x="2885" y="1588"/>
                    <a:pt x="2888" y="1516"/>
                    <a:pt x="2902" y="1446"/>
                  </a:cubicBezTo>
                  <a:lnTo>
                    <a:pt x="2902" y="1442"/>
                  </a:lnTo>
                  <a:cubicBezTo>
                    <a:pt x="2902" y="1432"/>
                    <a:pt x="2905" y="1422"/>
                    <a:pt x="2905" y="1411"/>
                  </a:cubicBezTo>
                  <a:cubicBezTo>
                    <a:pt x="2936" y="1218"/>
                    <a:pt x="2926" y="1028"/>
                    <a:pt x="2888" y="855"/>
                  </a:cubicBezTo>
                  <a:cubicBezTo>
                    <a:pt x="2448" y="591"/>
                    <a:pt x="2199" y="95"/>
                    <a:pt x="2199" y="95"/>
                  </a:cubicBezTo>
                  <a:cubicBezTo>
                    <a:pt x="2199" y="95"/>
                    <a:pt x="2220" y="78"/>
                    <a:pt x="2260" y="54"/>
                  </a:cubicBezTo>
                  <a:cubicBezTo>
                    <a:pt x="2207" y="34"/>
                    <a:pt x="2149" y="17"/>
                    <a:pt x="2091" y="10"/>
                  </a:cubicBezTo>
                  <a:cubicBezTo>
                    <a:pt x="2067" y="7"/>
                    <a:pt x="2044" y="3"/>
                    <a:pt x="2024" y="3"/>
                  </a:cubicBezTo>
                  <a:cubicBezTo>
                    <a:pt x="2010" y="0"/>
                    <a:pt x="1996" y="0"/>
                    <a:pt x="198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2452;p44">
              <a:extLst>
                <a:ext uri="{FF2B5EF4-FFF2-40B4-BE49-F238E27FC236}">
                  <a16:creationId xmlns:a16="http://schemas.microsoft.com/office/drawing/2014/main" id="{90616CCD-B012-A3F9-7B31-D3957EF463DA}"/>
                </a:ext>
              </a:extLst>
            </p:cNvPr>
            <p:cNvSpPr/>
            <p:nvPr/>
          </p:nvSpPr>
          <p:spPr>
            <a:xfrm>
              <a:off x="4990251" y="4129736"/>
              <a:ext cx="148387" cy="81792"/>
            </a:xfrm>
            <a:custGeom>
              <a:avLst/>
              <a:gdLst/>
              <a:ahLst/>
              <a:cxnLst/>
              <a:rect l="l" t="t" r="r" b="b"/>
              <a:pathLst>
                <a:path w="2353" h="1297" extrusionOk="0">
                  <a:moveTo>
                    <a:pt x="1039" y="1"/>
                  </a:moveTo>
                  <a:cubicBezTo>
                    <a:pt x="496" y="1"/>
                    <a:pt x="0" y="360"/>
                    <a:pt x="0" y="360"/>
                  </a:cubicBezTo>
                  <a:cubicBezTo>
                    <a:pt x="0" y="360"/>
                    <a:pt x="367" y="1100"/>
                    <a:pt x="1008" y="1255"/>
                  </a:cubicBezTo>
                  <a:cubicBezTo>
                    <a:pt x="1124" y="1283"/>
                    <a:pt x="1242" y="1296"/>
                    <a:pt x="1355" y="1296"/>
                  </a:cubicBezTo>
                  <a:cubicBezTo>
                    <a:pt x="1857" y="1296"/>
                    <a:pt x="2285" y="1052"/>
                    <a:pt x="2315" y="926"/>
                  </a:cubicBezTo>
                  <a:cubicBezTo>
                    <a:pt x="2352" y="774"/>
                    <a:pt x="1945" y="187"/>
                    <a:pt x="1307" y="31"/>
                  </a:cubicBezTo>
                  <a:cubicBezTo>
                    <a:pt x="1219" y="10"/>
                    <a:pt x="1127" y="1"/>
                    <a:pt x="10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2453;p44">
              <a:extLst>
                <a:ext uri="{FF2B5EF4-FFF2-40B4-BE49-F238E27FC236}">
                  <a16:creationId xmlns:a16="http://schemas.microsoft.com/office/drawing/2014/main" id="{1954E341-A55B-54B9-84C1-E4F4190729D1}"/>
                </a:ext>
              </a:extLst>
            </p:cNvPr>
            <p:cNvSpPr/>
            <p:nvPr/>
          </p:nvSpPr>
          <p:spPr>
            <a:xfrm>
              <a:off x="5066870" y="4130556"/>
              <a:ext cx="69558" cy="80973"/>
            </a:xfrm>
            <a:custGeom>
              <a:avLst/>
              <a:gdLst/>
              <a:ahLst/>
              <a:cxnLst/>
              <a:rect l="l" t="t" r="r" b="b"/>
              <a:pathLst>
                <a:path w="1103" h="1284" extrusionOk="0">
                  <a:moveTo>
                    <a:pt x="960" y="1056"/>
                  </a:moveTo>
                  <a:cubicBezTo>
                    <a:pt x="788" y="1168"/>
                    <a:pt x="482" y="1283"/>
                    <a:pt x="140" y="1283"/>
                  </a:cubicBezTo>
                  <a:lnTo>
                    <a:pt x="140" y="1283"/>
                  </a:lnTo>
                  <a:cubicBezTo>
                    <a:pt x="482" y="1283"/>
                    <a:pt x="788" y="1168"/>
                    <a:pt x="960" y="1056"/>
                  </a:cubicBezTo>
                  <a:close/>
                  <a:moveTo>
                    <a:pt x="0" y="1"/>
                  </a:moveTo>
                  <a:cubicBezTo>
                    <a:pt x="31" y="5"/>
                    <a:pt x="61" y="11"/>
                    <a:pt x="92" y="18"/>
                  </a:cubicBezTo>
                  <a:cubicBezTo>
                    <a:pt x="703" y="168"/>
                    <a:pt x="1103" y="710"/>
                    <a:pt x="1103" y="890"/>
                  </a:cubicBezTo>
                  <a:cubicBezTo>
                    <a:pt x="1103" y="710"/>
                    <a:pt x="703" y="168"/>
                    <a:pt x="92" y="18"/>
                  </a:cubicBezTo>
                  <a:cubicBezTo>
                    <a:pt x="61" y="11"/>
                    <a:pt x="31" y="5"/>
                    <a:pt x="0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2454;p44">
              <a:extLst>
                <a:ext uri="{FF2B5EF4-FFF2-40B4-BE49-F238E27FC236}">
                  <a16:creationId xmlns:a16="http://schemas.microsoft.com/office/drawing/2014/main" id="{DDE3DA9A-1D77-BEB8-0DB0-2275A2DCBA6A}"/>
                </a:ext>
              </a:extLst>
            </p:cNvPr>
            <p:cNvSpPr/>
            <p:nvPr/>
          </p:nvSpPr>
          <p:spPr>
            <a:xfrm>
              <a:off x="4990251" y="4129736"/>
              <a:ext cx="146179" cy="81792"/>
            </a:xfrm>
            <a:custGeom>
              <a:avLst/>
              <a:gdLst/>
              <a:ahLst/>
              <a:cxnLst/>
              <a:rect l="l" t="t" r="r" b="b"/>
              <a:pathLst>
                <a:path w="2318" h="1297" extrusionOk="0">
                  <a:moveTo>
                    <a:pt x="1043" y="1"/>
                  </a:moveTo>
                  <a:cubicBezTo>
                    <a:pt x="957" y="1"/>
                    <a:pt x="876" y="10"/>
                    <a:pt x="794" y="24"/>
                  </a:cubicBezTo>
                  <a:cubicBezTo>
                    <a:pt x="825" y="21"/>
                    <a:pt x="859" y="18"/>
                    <a:pt x="890" y="18"/>
                  </a:cubicBezTo>
                  <a:cubicBezTo>
                    <a:pt x="957" y="18"/>
                    <a:pt x="1026" y="24"/>
                    <a:pt x="1093" y="41"/>
                  </a:cubicBezTo>
                  <a:cubicBezTo>
                    <a:pt x="1585" y="163"/>
                    <a:pt x="1898" y="611"/>
                    <a:pt x="1867" y="730"/>
                  </a:cubicBezTo>
                  <a:cubicBezTo>
                    <a:pt x="1846" y="825"/>
                    <a:pt x="1517" y="1011"/>
                    <a:pt x="1131" y="1011"/>
                  </a:cubicBezTo>
                  <a:cubicBezTo>
                    <a:pt x="1046" y="1011"/>
                    <a:pt x="954" y="1001"/>
                    <a:pt x="866" y="981"/>
                  </a:cubicBezTo>
                  <a:cubicBezTo>
                    <a:pt x="398" y="865"/>
                    <a:pt x="119" y="350"/>
                    <a:pt x="92" y="299"/>
                  </a:cubicBezTo>
                  <a:cubicBezTo>
                    <a:pt x="35" y="336"/>
                    <a:pt x="0" y="360"/>
                    <a:pt x="0" y="360"/>
                  </a:cubicBezTo>
                  <a:cubicBezTo>
                    <a:pt x="0" y="360"/>
                    <a:pt x="367" y="1100"/>
                    <a:pt x="1008" y="1255"/>
                  </a:cubicBezTo>
                  <a:cubicBezTo>
                    <a:pt x="1124" y="1283"/>
                    <a:pt x="1242" y="1296"/>
                    <a:pt x="1355" y="1296"/>
                  </a:cubicBezTo>
                  <a:cubicBezTo>
                    <a:pt x="1697" y="1296"/>
                    <a:pt x="2003" y="1181"/>
                    <a:pt x="2175" y="1069"/>
                  </a:cubicBezTo>
                  <a:cubicBezTo>
                    <a:pt x="2254" y="1018"/>
                    <a:pt x="2305" y="967"/>
                    <a:pt x="2315" y="926"/>
                  </a:cubicBezTo>
                  <a:cubicBezTo>
                    <a:pt x="2318" y="920"/>
                    <a:pt x="2318" y="913"/>
                    <a:pt x="2318" y="903"/>
                  </a:cubicBezTo>
                  <a:cubicBezTo>
                    <a:pt x="2318" y="723"/>
                    <a:pt x="1918" y="181"/>
                    <a:pt x="1307" y="31"/>
                  </a:cubicBezTo>
                  <a:cubicBezTo>
                    <a:pt x="1276" y="24"/>
                    <a:pt x="1246" y="18"/>
                    <a:pt x="1215" y="14"/>
                  </a:cubicBezTo>
                  <a:cubicBezTo>
                    <a:pt x="1158" y="4"/>
                    <a:pt x="1100" y="1"/>
                    <a:pt x="10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2455;p44">
              <a:extLst>
                <a:ext uri="{FF2B5EF4-FFF2-40B4-BE49-F238E27FC236}">
                  <a16:creationId xmlns:a16="http://schemas.microsoft.com/office/drawing/2014/main" id="{5A6EE676-D949-1C6D-B423-DAAEDDDAE68D}"/>
                </a:ext>
              </a:extLst>
            </p:cNvPr>
            <p:cNvSpPr/>
            <p:nvPr/>
          </p:nvSpPr>
          <p:spPr>
            <a:xfrm>
              <a:off x="4800687" y="4138754"/>
              <a:ext cx="54802" cy="60603"/>
            </a:xfrm>
            <a:custGeom>
              <a:avLst/>
              <a:gdLst/>
              <a:ahLst/>
              <a:cxnLst/>
              <a:rect l="l" t="t" r="r" b="b"/>
              <a:pathLst>
                <a:path w="869" h="961" extrusionOk="0">
                  <a:moveTo>
                    <a:pt x="435" y="0"/>
                  </a:moveTo>
                  <a:cubicBezTo>
                    <a:pt x="418" y="0"/>
                    <a:pt x="405" y="10"/>
                    <a:pt x="397" y="30"/>
                  </a:cubicBezTo>
                  <a:lnTo>
                    <a:pt x="299" y="302"/>
                  </a:lnTo>
                  <a:cubicBezTo>
                    <a:pt x="296" y="315"/>
                    <a:pt x="289" y="323"/>
                    <a:pt x="275" y="329"/>
                  </a:cubicBezTo>
                  <a:lnTo>
                    <a:pt x="34" y="437"/>
                  </a:lnTo>
                  <a:cubicBezTo>
                    <a:pt x="1" y="454"/>
                    <a:pt x="1" y="509"/>
                    <a:pt x="34" y="522"/>
                  </a:cubicBezTo>
                  <a:lnTo>
                    <a:pt x="275" y="631"/>
                  </a:lnTo>
                  <a:cubicBezTo>
                    <a:pt x="289" y="638"/>
                    <a:pt x="296" y="648"/>
                    <a:pt x="299" y="658"/>
                  </a:cubicBezTo>
                  <a:lnTo>
                    <a:pt x="397" y="929"/>
                  </a:lnTo>
                  <a:cubicBezTo>
                    <a:pt x="405" y="950"/>
                    <a:pt x="418" y="960"/>
                    <a:pt x="435" y="960"/>
                  </a:cubicBezTo>
                  <a:cubicBezTo>
                    <a:pt x="452" y="960"/>
                    <a:pt x="466" y="950"/>
                    <a:pt x="472" y="929"/>
                  </a:cubicBezTo>
                  <a:lnTo>
                    <a:pt x="571" y="658"/>
                  </a:lnTo>
                  <a:cubicBezTo>
                    <a:pt x="574" y="648"/>
                    <a:pt x="581" y="638"/>
                    <a:pt x="594" y="631"/>
                  </a:cubicBezTo>
                  <a:lnTo>
                    <a:pt x="835" y="522"/>
                  </a:lnTo>
                  <a:cubicBezTo>
                    <a:pt x="869" y="509"/>
                    <a:pt x="869" y="454"/>
                    <a:pt x="835" y="437"/>
                  </a:cubicBezTo>
                  <a:lnTo>
                    <a:pt x="594" y="329"/>
                  </a:lnTo>
                  <a:cubicBezTo>
                    <a:pt x="581" y="323"/>
                    <a:pt x="574" y="315"/>
                    <a:pt x="571" y="302"/>
                  </a:cubicBezTo>
                  <a:lnTo>
                    <a:pt x="472" y="30"/>
                  </a:lnTo>
                  <a:cubicBezTo>
                    <a:pt x="466" y="10"/>
                    <a:pt x="452" y="0"/>
                    <a:pt x="4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2456;p44">
              <a:extLst>
                <a:ext uri="{FF2B5EF4-FFF2-40B4-BE49-F238E27FC236}">
                  <a16:creationId xmlns:a16="http://schemas.microsoft.com/office/drawing/2014/main" id="{FC582BF6-6192-945F-C936-ECE1E7716962}"/>
                </a:ext>
              </a:extLst>
            </p:cNvPr>
            <p:cNvSpPr/>
            <p:nvPr/>
          </p:nvSpPr>
          <p:spPr>
            <a:xfrm>
              <a:off x="4894397" y="4098079"/>
              <a:ext cx="21252" cy="21252"/>
            </a:xfrm>
            <a:custGeom>
              <a:avLst/>
              <a:gdLst/>
              <a:ahLst/>
              <a:cxnLst/>
              <a:rect l="l" t="t" r="r" b="b"/>
              <a:pathLst>
                <a:path w="337" h="337" extrusionOk="0">
                  <a:moveTo>
                    <a:pt x="167" y="0"/>
                  </a:moveTo>
                  <a:cubicBezTo>
                    <a:pt x="75" y="0"/>
                    <a:pt x="1" y="75"/>
                    <a:pt x="1" y="166"/>
                  </a:cubicBezTo>
                  <a:cubicBezTo>
                    <a:pt x="1" y="262"/>
                    <a:pt x="75" y="336"/>
                    <a:pt x="167" y="336"/>
                  </a:cubicBezTo>
                  <a:cubicBezTo>
                    <a:pt x="262" y="336"/>
                    <a:pt x="336" y="262"/>
                    <a:pt x="336" y="166"/>
                  </a:cubicBezTo>
                  <a:cubicBezTo>
                    <a:pt x="336" y="75"/>
                    <a:pt x="262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2457;p44">
              <a:extLst>
                <a:ext uri="{FF2B5EF4-FFF2-40B4-BE49-F238E27FC236}">
                  <a16:creationId xmlns:a16="http://schemas.microsoft.com/office/drawing/2014/main" id="{5907FBA6-6DF0-3C06-741B-08277EFD6A8B}"/>
                </a:ext>
              </a:extLst>
            </p:cNvPr>
            <p:cNvSpPr/>
            <p:nvPr/>
          </p:nvSpPr>
          <p:spPr>
            <a:xfrm>
              <a:off x="5101933" y="4265129"/>
              <a:ext cx="11414" cy="11667"/>
            </a:xfrm>
            <a:custGeom>
              <a:avLst/>
              <a:gdLst/>
              <a:ahLst/>
              <a:cxnLst/>
              <a:rect l="l" t="t" r="r" b="b"/>
              <a:pathLst>
                <a:path w="181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0" y="184"/>
                    <a:pt x="180" y="143"/>
                    <a:pt x="180" y="93"/>
                  </a:cubicBezTo>
                  <a:cubicBezTo>
                    <a:pt x="180" y="42"/>
                    <a:pt x="140" y="1"/>
                    <a:pt x="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2458;p44">
              <a:extLst>
                <a:ext uri="{FF2B5EF4-FFF2-40B4-BE49-F238E27FC236}">
                  <a16:creationId xmlns:a16="http://schemas.microsoft.com/office/drawing/2014/main" id="{B91B4E93-7F4F-9686-E694-854F0F7C209B}"/>
                </a:ext>
              </a:extLst>
            </p:cNvPr>
            <p:cNvSpPr/>
            <p:nvPr/>
          </p:nvSpPr>
          <p:spPr>
            <a:xfrm>
              <a:off x="4841993" y="4068755"/>
              <a:ext cx="303899" cy="381151"/>
            </a:xfrm>
            <a:custGeom>
              <a:avLst/>
              <a:gdLst/>
              <a:ahLst/>
              <a:cxnLst/>
              <a:rect l="l" t="t" r="r" b="b"/>
              <a:pathLst>
                <a:path w="4819" h="6044" extrusionOk="0">
                  <a:moveTo>
                    <a:pt x="2725" y="241"/>
                  </a:moveTo>
                  <a:cubicBezTo>
                    <a:pt x="2766" y="248"/>
                    <a:pt x="2816" y="268"/>
                    <a:pt x="2847" y="313"/>
                  </a:cubicBezTo>
                  <a:cubicBezTo>
                    <a:pt x="2783" y="418"/>
                    <a:pt x="2650" y="662"/>
                    <a:pt x="2487" y="1103"/>
                  </a:cubicBezTo>
                  <a:cubicBezTo>
                    <a:pt x="2396" y="1154"/>
                    <a:pt x="2331" y="1198"/>
                    <a:pt x="2301" y="1218"/>
                  </a:cubicBezTo>
                  <a:cubicBezTo>
                    <a:pt x="2389" y="883"/>
                    <a:pt x="2531" y="476"/>
                    <a:pt x="2725" y="241"/>
                  </a:cubicBezTo>
                  <a:close/>
                  <a:moveTo>
                    <a:pt x="3390" y="1086"/>
                  </a:moveTo>
                  <a:cubicBezTo>
                    <a:pt x="3471" y="1086"/>
                    <a:pt x="3549" y="1093"/>
                    <a:pt x="3631" y="1113"/>
                  </a:cubicBezTo>
                  <a:cubicBezTo>
                    <a:pt x="3964" y="1195"/>
                    <a:pt x="4197" y="1395"/>
                    <a:pt x="4310" y="1507"/>
                  </a:cubicBezTo>
                  <a:cubicBezTo>
                    <a:pt x="4473" y="1670"/>
                    <a:pt x="4543" y="1815"/>
                    <a:pt x="4550" y="1867"/>
                  </a:cubicBezTo>
                  <a:cubicBezTo>
                    <a:pt x="4523" y="1904"/>
                    <a:pt x="4391" y="2003"/>
                    <a:pt x="4174" y="2070"/>
                  </a:cubicBezTo>
                  <a:cubicBezTo>
                    <a:pt x="4072" y="2104"/>
                    <a:pt x="3906" y="2145"/>
                    <a:pt x="3706" y="2145"/>
                  </a:cubicBezTo>
                  <a:cubicBezTo>
                    <a:pt x="3604" y="2145"/>
                    <a:pt x="3499" y="2134"/>
                    <a:pt x="3386" y="2108"/>
                  </a:cubicBezTo>
                  <a:cubicBezTo>
                    <a:pt x="2939" y="1995"/>
                    <a:pt x="2627" y="1558"/>
                    <a:pt x="2508" y="1364"/>
                  </a:cubicBezTo>
                  <a:cubicBezTo>
                    <a:pt x="2667" y="1270"/>
                    <a:pt x="3020" y="1086"/>
                    <a:pt x="3390" y="1086"/>
                  </a:cubicBezTo>
                  <a:close/>
                  <a:moveTo>
                    <a:pt x="2124" y="1351"/>
                  </a:moveTo>
                  <a:cubicBezTo>
                    <a:pt x="2158" y="1351"/>
                    <a:pt x="2193" y="1354"/>
                    <a:pt x="2226" y="1358"/>
                  </a:cubicBezTo>
                  <a:cubicBezTo>
                    <a:pt x="2229" y="1358"/>
                    <a:pt x="2233" y="1361"/>
                    <a:pt x="2237" y="1361"/>
                  </a:cubicBezTo>
                  <a:cubicBezTo>
                    <a:pt x="2240" y="1367"/>
                    <a:pt x="2243" y="1371"/>
                    <a:pt x="2243" y="1378"/>
                  </a:cubicBezTo>
                  <a:cubicBezTo>
                    <a:pt x="2257" y="1405"/>
                    <a:pt x="2498" y="1880"/>
                    <a:pt x="2935" y="2161"/>
                  </a:cubicBezTo>
                  <a:cubicBezTo>
                    <a:pt x="2962" y="2311"/>
                    <a:pt x="2966" y="2467"/>
                    <a:pt x="2942" y="2626"/>
                  </a:cubicBezTo>
                  <a:cubicBezTo>
                    <a:pt x="2939" y="2637"/>
                    <a:pt x="2939" y="2643"/>
                    <a:pt x="2939" y="2654"/>
                  </a:cubicBezTo>
                  <a:cubicBezTo>
                    <a:pt x="2885" y="2980"/>
                    <a:pt x="2946" y="3315"/>
                    <a:pt x="3109" y="3603"/>
                  </a:cubicBezTo>
                  <a:cubicBezTo>
                    <a:pt x="3275" y="3892"/>
                    <a:pt x="3339" y="4222"/>
                    <a:pt x="3292" y="4554"/>
                  </a:cubicBezTo>
                  <a:cubicBezTo>
                    <a:pt x="3197" y="5191"/>
                    <a:pt x="2697" y="5694"/>
                    <a:pt x="2053" y="5805"/>
                  </a:cubicBezTo>
                  <a:lnTo>
                    <a:pt x="2036" y="5805"/>
                  </a:lnTo>
                  <a:cubicBezTo>
                    <a:pt x="1978" y="5805"/>
                    <a:pt x="1853" y="5775"/>
                    <a:pt x="1659" y="5691"/>
                  </a:cubicBezTo>
                  <a:cubicBezTo>
                    <a:pt x="1609" y="5667"/>
                    <a:pt x="1554" y="5656"/>
                    <a:pt x="1496" y="5656"/>
                  </a:cubicBezTo>
                  <a:cubicBezTo>
                    <a:pt x="1473" y="5656"/>
                    <a:pt x="1446" y="5656"/>
                    <a:pt x="1419" y="5663"/>
                  </a:cubicBezTo>
                  <a:cubicBezTo>
                    <a:pt x="1320" y="5683"/>
                    <a:pt x="1239" y="5691"/>
                    <a:pt x="1181" y="5691"/>
                  </a:cubicBezTo>
                  <a:cubicBezTo>
                    <a:pt x="1130" y="5691"/>
                    <a:pt x="1093" y="5683"/>
                    <a:pt x="1076" y="5673"/>
                  </a:cubicBezTo>
                  <a:cubicBezTo>
                    <a:pt x="506" y="5398"/>
                    <a:pt x="190" y="4771"/>
                    <a:pt x="289" y="4109"/>
                  </a:cubicBezTo>
                  <a:cubicBezTo>
                    <a:pt x="336" y="3780"/>
                    <a:pt x="492" y="3485"/>
                    <a:pt x="733" y="3254"/>
                  </a:cubicBezTo>
                  <a:cubicBezTo>
                    <a:pt x="974" y="3024"/>
                    <a:pt x="1130" y="2722"/>
                    <a:pt x="1171" y="2396"/>
                  </a:cubicBezTo>
                  <a:cubicBezTo>
                    <a:pt x="1175" y="2385"/>
                    <a:pt x="1175" y="2376"/>
                    <a:pt x="1175" y="2365"/>
                  </a:cubicBezTo>
                  <a:cubicBezTo>
                    <a:pt x="1263" y="1782"/>
                    <a:pt x="1673" y="1351"/>
                    <a:pt x="2124" y="1351"/>
                  </a:cubicBezTo>
                  <a:close/>
                  <a:moveTo>
                    <a:pt x="2681" y="0"/>
                  </a:moveTo>
                  <a:lnTo>
                    <a:pt x="2674" y="0"/>
                  </a:lnTo>
                  <a:cubicBezTo>
                    <a:pt x="2644" y="0"/>
                    <a:pt x="2613" y="14"/>
                    <a:pt x="2592" y="38"/>
                  </a:cubicBezTo>
                  <a:cubicBezTo>
                    <a:pt x="2351" y="288"/>
                    <a:pt x="2185" y="740"/>
                    <a:pt x="2083" y="1117"/>
                  </a:cubicBezTo>
                  <a:cubicBezTo>
                    <a:pt x="1839" y="1127"/>
                    <a:pt x="1602" y="1229"/>
                    <a:pt x="1402" y="1419"/>
                  </a:cubicBezTo>
                  <a:cubicBezTo>
                    <a:pt x="1158" y="1646"/>
                    <a:pt x="995" y="1972"/>
                    <a:pt x="943" y="2332"/>
                  </a:cubicBezTo>
                  <a:cubicBezTo>
                    <a:pt x="940" y="2341"/>
                    <a:pt x="940" y="2352"/>
                    <a:pt x="937" y="2365"/>
                  </a:cubicBezTo>
                  <a:cubicBezTo>
                    <a:pt x="903" y="2637"/>
                    <a:pt x="774" y="2891"/>
                    <a:pt x="571" y="3082"/>
                  </a:cubicBezTo>
                  <a:cubicBezTo>
                    <a:pt x="289" y="3349"/>
                    <a:pt x="109" y="3692"/>
                    <a:pt x="55" y="4075"/>
                  </a:cubicBezTo>
                  <a:cubicBezTo>
                    <a:pt x="1" y="4452"/>
                    <a:pt x="55" y="4822"/>
                    <a:pt x="221" y="5144"/>
                  </a:cubicBezTo>
                  <a:cubicBezTo>
                    <a:pt x="384" y="5473"/>
                    <a:pt x="645" y="5728"/>
                    <a:pt x="971" y="5887"/>
                  </a:cubicBezTo>
                  <a:cubicBezTo>
                    <a:pt x="1025" y="5914"/>
                    <a:pt x="1097" y="5924"/>
                    <a:pt x="1184" y="5924"/>
                  </a:cubicBezTo>
                  <a:cubicBezTo>
                    <a:pt x="1266" y="5924"/>
                    <a:pt x="1358" y="5914"/>
                    <a:pt x="1466" y="5894"/>
                  </a:cubicBezTo>
                  <a:cubicBezTo>
                    <a:pt x="1476" y="5894"/>
                    <a:pt x="1487" y="5891"/>
                    <a:pt x="1496" y="5891"/>
                  </a:cubicBezTo>
                  <a:cubicBezTo>
                    <a:pt x="1521" y="5891"/>
                    <a:pt x="1541" y="5897"/>
                    <a:pt x="1565" y="5904"/>
                  </a:cubicBezTo>
                  <a:cubicBezTo>
                    <a:pt x="1765" y="5996"/>
                    <a:pt x="1924" y="6043"/>
                    <a:pt x="2036" y="6043"/>
                  </a:cubicBezTo>
                  <a:cubicBezTo>
                    <a:pt x="2057" y="6043"/>
                    <a:pt x="2077" y="6040"/>
                    <a:pt x="2094" y="6037"/>
                  </a:cubicBezTo>
                  <a:cubicBezTo>
                    <a:pt x="2840" y="5911"/>
                    <a:pt x="3414" y="5327"/>
                    <a:pt x="3526" y="4588"/>
                  </a:cubicBezTo>
                  <a:cubicBezTo>
                    <a:pt x="3580" y="4204"/>
                    <a:pt x="3509" y="3821"/>
                    <a:pt x="3316" y="3485"/>
                  </a:cubicBezTo>
                  <a:cubicBezTo>
                    <a:pt x="3176" y="3244"/>
                    <a:pt x="3125" y="2963"/>
                    <a:pt x="3170" y="2691"/>
                  </a:cubicBezTo>
                  <a:cubicBezTo>
                    <a:pt x="3173" y="2681"/>
                    <a:pt x="3173" y="2670"/>
                    <a:pt x="3176" y="2661"/>
                  </a:cubicBezTo>
                  <a:cubicBezTo>
                    <a:pt x="3193" y="2535"/>
                    <a:pt x="3200" y="2413"/>
                    <a:pt x="3190" y="2291"/>
                  </a:cubicBezTo>
                  <a:cubicBezTo>
                    <a:pt x="3234" y="2308"/>
                    <a:pt x="3281" y="2324"/>
                    <a:pt x="3333" y="2338"/>
                  </a:cubicBezTo>
                  <a:cubicBezTo>
                    <a:pt x="3461" y="2369"/>
                    <a:pt x="3587" y="2382"/>
                    <a:pt x="3706" y="2382"/>
                  </a:cubicBezTo>
                  <a:cubicBezTo>
                    <a:pt x="3950" y="2382"/>
                    <a:pt x="4153" y="2324"/>
                    <a:pt x="4276" y="2288"/>
                  </a:cubicBezTo>
                  <a:cubicBezTo>
                    <a:pt x="4496" y="2209"/>
                    <a:pt x="4744" y="2077"/>
                    <a:pt x="4781" y="1921"/>
                  </a:cubicBezTo>
                  <a:cubicBezTo>
                    <a:pt x="4819" y="1768"/>
                    <a:pt x="4662" y="1534"/>
                    <a:pt x="4503" y="1364"/>
                  </a:cubicBezTo>
                  <a:cubicBezTo>
                    <a:pt x="4371" y="1229"/>
                    <a:pt x="4089" y="981"/>
                    <a:pt x="3685" y="883"/>
                  </a:cubicBezTo>
                  <a:cubicBezTo>
                    <a:pt x="3587" y="858"/>
                    <a:pt x="3488" y="849"/>
                    <a:pt x="3390" y="849"/>
                  </a:cubicBezTo>
                  <a:cubicBezTo>
                    <a:pt x="3176" y="849"/>
                    <a:pt x="2969" y="899"/>
                    <a:pt x="2793" y="964"/>
                  </a:cubicBezTo>
                  <a:cubicBezTo>
                    <a:pt x="2959" y="560"/>
                    <a:pt x="3074" y="398"/>
                    <a:pt x="3074" y="394"/>
                  </a:cubicBezTo>
                  <a:cubicBezTo>
                    <a:pt x="3098" y="367"/>
                    <a:pt x="3105" y="326"/>
                    <a:pt x="3095" y="293"/>
                  </a:cubicBezTo>
                  <a:cubicBezTo>
                    <a:pt x="3027" y="61"/>
                    <a:pt x="2799" y="0"/>
                    <a:pt x="26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2459;p44">
              <a:extLst>
                <a:ext uri="{FF2B5EF4-FFF2-40B4-BE49-F238E27FC236}">
                  <a16:creationId xmlns:a16="http://schemas.microsoft.com/office/drawing/2014/main" id="{90B6A293-72CB-BBFF-D90D-FACB407E5A7B}"/>
                </a:ext>
              </a:extLst>
            </p:cNvPr>
            <p:cNvSpPr/>
            <p:nvPr/>
          </p:nvSpPr>
          <p:spPr>
            <a:xfrm>
              <a:off x="4890361" y="4231580"/>
              <a:ext cx="55243" cy="83937"/>
            </a:xfrm>
            <a:custGeom>
              <a:avLst/>
              <a:gdLst/>
              <a:ahLst/>
              <a:cxnLst/>
              <a:rect l="l" t="t" r="r" b="b"/>
              <a:pathLst>
                <a:path w="876" h="1331" extrusionOk="0">
                  <a:moveTo>
                    <a:pt x="746" y="0"/>
                  </a:moveTo>
                  <a:cubicBezTo>
                    <a:pt x="693" y="0"/>
                    <a:pt x="641" y="38"/>
                    <a:pt x="632" y="96"/>
                  </a:cubicBezTo>
                  <a:cubicBezTo>
                    <a:pt x="601" y="228"/>
                    <a:pt x="553" y="401"/>
                    <a:pt x="475" y="557"/>
                  </a:cubicBezTo>
                  <a:cubicBezTo>
                    <a:pt x="435" y="642"/>
                    <a:pt x="367" y="713"/>
                    <a:pt x="295" y="788"/>
                  </a:cubicBezTo>
                  <a:cubicBezTo>
                    <a:pt x="258" y="825"/>
                    <a:pt x="220" y="866"/>
                    <a:pt x="184" y="910"/>
                  </a:cubicBezTo>
                  <a:cubicBezTo>
                    <a:pt x="123" y="988"/>
                    <a:pt x="54" y="1073"/>
                    <a:pt x="21" y="1171"/>
                  </a:cubicBezTo>
                  <a:cubicBezTo>
                    <a:pt x="1" y="1232"/>
                    <a:pt x="31" y="1300"/>
                    <a:pt x="92" y="1324"/>
                  </a:cubicBezTo>
                  <a:cubicBezTo>
                    <a:pt x="106" y="1327"/>
                    <a:pt x="119" y="1330"/>
                    <a:pt x="132" y="1330"/>
                  </a:cubicBezTo>
                  <a:cubicBezTo>
                    <a:pt x="180" y="1330"/>
                    <a:pt x="228" y="1300"/>
                    <a:pt x="245" y="1249"/>
                  </a:cubicBezTo>
                  <a:cubicBezTo>
                    <a:pt x="265" y="1184"/>
                    <a:pt x="316" y="1120"/>
                    <a:pt x="367" y="1062"/>
                  </a:cubicBezTo>
                  <a:cubicBezTo>
                    <a:pt x="397" y="1025"/>
                    <a:pt x="431" y="988"/>
                    <a:pt x="469" y="951"/>
                  </a:cubicBezTo>
                  <a:cubicBezTo>
                    <a:pt x="546" y="866"/>
                    <a:pt x="628" y="780"/>
                    <a:pt x="689" y="666"/>
                  </a:cubicBezTo>
                  <a:cubicBezTo>
                    <a:pt x="777" y="482"/>
                    <a:pt x="828" y="292"/>
                    <a:pt x="862" y="146"/>
                  </a:cubicBezTo>
                  <a:cubicBezTo>
                    <a:pt x="876" y="82"/>
                    <a:pt x="835" y="21"/>
                    <a:pt x="774" y="4"/>
                  </a:cubicBezTo>
                  <a:cubicBezTo>
                    <a:pt x="764" y="4"/>
                    <a:pt x="754" y="0"/>
                    <a:pt x="7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2460;p44">
              <a:extLst>
                <a:ext uri="{FF2B5EF4-FFF2-40B4-BE49-F238E27FC236}">
                  <a16:creationId xmlns:a16="http://schemas.microsoft.com/office/drawing/2014/main" id="{7C3855A3-9698-3134-CE65-2C6D8E4DE5F3}"/>
                </a:ext>
              </a:extLst>
            </p:cNvPr>
            <p:cNvSpPr/>
            <p:nvPr/>
          </p:nvSpPr>
          <p:spPr>
            <a:xfrm>
              <a:off x="4938477" y="4185545"/>
              <a:ext cx="25351" cy="27495"/>
            </a:xfrm>
            <a:custGeom>
              <a:avLst/>
              <a:gdLst/>
              <a:ahLst/>
              <a:cxnLst/>
              <a:rect l="l" t="t" r="r" b="b"/>
              <a:pathLst>
                <a:path w="402" h="436" extrusionOk="0">
                  <a:moveTo>
                    <a:pt x="265" y="1"/>
                  </a:moveTo>
                  <a:cubicBezTo>
                    <a:pt x="242" y="1"/>
                    <a:pt x="218" y="8"/>
                    <a:pt x="198" y="24"/>
                  </a:cubicBezTo>
                  <a:cubicBezTo>
                    <a:pt x="116" y="85"/>
                    <a:pt x="68" y="177"/>
                    <a:pt x="27" y="269"/>
                  </a:cubicBezTo>
                  <a:cubicBezTo>
                    <a:pt x="1" y="326"/>
                    <a:pt x="27" y="398"/>
                    <a:pt x="85" y="422"/>
                  </a:cubicBezTo>
                  <a:cubicBezTo>
                    <a:pt x="102" y="431"/>
                    <a:pt x="119" y="436"/>
                    <a:pt x="133" y="436"/>
                  </a:cubicBezTo>
                  <a:cubicBezTo>
                    <a:pt x="181" y="436"/>
                    <a:pt x="221" y="408"/>
                    <a:pt x="242" y="364"/>
                  </a:cubicBezTo>
                  <a:cubicBezTo>
                    <a:pt x="262" y="320"/>
                    <a:pt x="299" y="245"/>
                    <a:pt x="337" y="215"/>
                  </a:cubicBezTo>
                  <a:cubicBezTo>
                    <a:pt x="391" y="177"/>
                    <a:pt x="401" y="103"/>
                    <a:pt x="364" y="49"/>
                  </a:cubicBezTo>
                  <a:cubicBezTo>
                    <a:pt x="340" y="18"/>
                    <a:pt x="303" y="1"/>
                    <a:pt x="2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2461;p44">
              <a:extLst>
                <a:ext uri="{FF2B5EF4-FFF2-40B4-BE49-F238E27FC236}">
                  <a16:creationId xmlns:a16="http://schemas.microsoft.com/office/drawing/2014/main" id="{65E89509-A1E9-0B92-3C49-89274B6DB41D}"/>
                </a:ext>
              </a:extLst>
            </p:cNvPr>
            <p:cNvSpPr/>
            <p:nvPr/>
          </p:nvSpPr>
          <p:spPr>
            <a:xfrm>
              <a:off x="4988169" y="4296849"/>
              <a:ext cx="12171" cy="17153"/>
            </a:xfrm>
            <a:custGeom>
              <a:avLst/>
              <a:gdLst/>
              <a:ahLst/>
              <a:cxnLst/>
              <a:rect l="l" t="t" r="r" b="b"/>
              <a:pathLst>
                <a:path w="193" h="272" extrusionOk="0">
                  <a:moveTo>
                    <a:pt x="115" y="0"/>
                  </a:moveTo>
                  <a:cubicBezTo>
                    <a:pt x="85" y="0"/>
                    <a:pt x="54" y="21"/>
                    <a:pt x="47" y="51"/>
                  </a:cubicBezTo>
                  <a:lnTo>
                    <a:pt x="10" y="180"/>
                  </a:lnTo>
                  <a:cubicBezTo>
                    <a:pt x="0" y="218"/>
                    <a:pt x="20" y="258"/>
                    <a:pt x="58" y="268"/>
                  </a:cubicBezTo>
                  <a:cubicBezTo>
                    <a:pt x="64" y="271"/>
                    <a:pt x="71" y="271"/>
                    <a:pt x="78" y="271"/>
                  </a:cubicBezTo>
                  <a:cubicBezTo>
                    <a:pt x="108" y="271"/>
                    <a:pt x="135" y="251"/>
                    <a:pt x="146" y="221"/>
                  </a:cubicBezTo>
                  <a:lnTo>
                    <a:pt x="183" y="92"/>
                  </a:lnTo>
                  <a:cubicBezTo>
                    <a:pt x="193" y="55"/>
                    <a:pt x="173" y="14"/>
                    <a:pt x="135" y="4"/>
                  </a:cubicBezTo>
                  <a:cubicBezTo>
                    <a:pt x="129" y="4"/>
                    <a:pt x="122" y="0"/>
                    <a:pt x="1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2462;p44">
              <a:extLst>
                <a:ext uri="{FF2B5EF4-FFF2-40B4-BE49-F238E27FC236}">
                  <a16:creationId xmlns:a16="http://schemas.microsoft.com/office/drawing/2014/main" id="{D1701CAF-2C6C-3DBC-F86D-3EB632FB4B0E}"/>
                </a:ext>
              </a:extLst>
            </p:cNvPr>
            <p:cNvSpPr/>
            <p:nvPr/>
          </p:nvSpPr>
          <p:spPr>
            <a:xfrm>
              <a:off x="5006331" y="4336452"/>
              <a:ext cx="12234" cy="16964"/>
            </a:xfrm>
            <a:custGeom>
              <a:avLst/>
              <a:gdLst/>
              <a:ahLst/>
              <a:cxnLst/>
              <a:rect l="l" t="t" r="r" b="b"/>
              <a:pathLst>
                <a:path w="194" h="269" extrusionOk="0">
                  <a:moveTo>
                    <a:pt x="116" y="0"/>
                  </a:moveTo>
                  <a:cubicBezTo>
                    <a:pt x="85" y="0"/>
                    <a:pt x="58" y="21"/>
                    <a:pt x="47" y="51"/>
                  </a:cubicBezTo>
                  <a:lnTo>
                    <a:pt x="10" y="180"/>
                  </a:lnTo>
                  <a:cubicBezTo>
                    <a:pt x="0" y="217"/>
                    <a:pt x="21" y="254"/>
                    <a:pt x="58" y="268"/>
                  </a:cubicBezTo>
                  <a:lnTo>
                    <a:pt x="78" y="268"/>
                  </a:lnTo>
                  <a:cubicBezTo>
                    <a:pt x="109" y="268"/>
                    <a:pt x="136" y="251"/>
                    <a:pt x="146" y="217"/>
                  </a:cubicBezTo>
                  <a:lnTo>
                    <a:pt x="183" y="88"/>
                  </a:lnTo>
                  <a:cubicBezTo>
                    <a:pt x="193" y="51"/>
                    <a:pt x="173" y="13"/>
                    <a:pt x="1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2463;p44">
              <a:extLst>
                <a:ext uri="{FF2B5EF4-FFF2-40B4-BE49-F238E27FC236}">
                  <a16:creationId xmlns:a16="http://schemas.microsoft.com/office/drawing/2014/main" id="{E8FE6EBC-40B2-B2F5-DB0B-E519D9A461B2}"/>
                </a:ext>
              </a:extLst>
            </p:cNvPr>
            <p:cNvSpPr/>
            <p:nvPr/>
          </p:nvSpPr>
          <p:spPr>
            <a:xfrm>
              <a:off x="4979782" y="4332353"/>
              <a:ext cx="12297" cy="17153"/>
            </a:xfrm>
            <a:custGeom>
              <a:avLst/>
              <a:gdLst/>
              <a:ahLst/>
              <a:cxnLst/>
              <a:rect l="l" t="t" r="r" b="b"/>
              <a:pathLst>
                <a:path w="195" h="272" extrusionOk="0">
                  <a:moveTo>
                    <a:pt x="116" y="1"/>
                  </a:moveTo>
                  <a:cubicBezTo>
                    <a:pt x="85" y="1"/>
                    <a:pt x="58" y="21"/>
                    <a:pt x="48" y="51"/>
                  </a:cubicBezTo>
                  <a:lnTo>
                    <a:pt x="11" y="180"/>
                  </a:lnTo>
                  <a:cubicBezTo>
                    <a:pt x="0" y="217"/>
                    <a:pt x="21" y="258"/>
                    <a:pt x="58" y="269"/>
                  </a:cubicBezTo>
                  <a:cubicBezTo>
                    <a:pt x="65" y="269"/>
                    <a:pt x="72" y="272"/>
                    <a:pt x="78" y="272"/>
                  </a:cubicBezTo>
                  <a:cubicBezTo>
                    <a:pt x="109" y="272"/>
                    <a:pt x="140" y="252"/>
                    <a:pt x="146" y="221"/>
                  </a:cubicBezTo>
                  <a:lnTo>
                    <a:pt x="183" y="92"/>
                  </a:lnTo>
                  <a:cubicBezTo>
                    <a:pt x="194" y="55"/>
                    <a:pt x="174" y="14"/>
                    <a:pt x="136" y="4"/>
                  </a:cubicBezTo>
                  <a:cubicBezTo>
                    <a:pt x="130" y="1"/>
                    <a:pt x="122" y="1"/>
                    <a:pt x="1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" name="Google Shape;2525;p44">
            <a:extLst>
              <a:ext uri="{FF2B5EF4-FFF2-40B4-BE49-F238E27FC236}">
                <a16:creationId xmlns:a16="http://schemas.microsoft.com/office/drawing/2014/main" id="{E532E436-2A84-A8BA-60D3-08B9A7A979DE}"/>
              </a:ext>
            </a:extLst>
          </p:cNvPr>
          <p:cNvGrpSpPr/>
          <p:nvPr/>
        </p:nvGrpSpPr>
        <p:grpSpPr>
          <a:xfrm>
            <a:off x="2882237" y="4366024"/>
            <a:ext cx="464548" cy="424911"/>
            <a:chOff x="8037323" y="4026050"/>
            <a:chExt cx="475241" cy="434691"/>
          </a:xfrm>
        </p:grpSpPr>
        <p:sp>
          <p:nvSpPr>
            <p:cNvPr id="88" name="Google Shape;2526;p44">
              <a:extLst>
                <a:ext uri="{FF2B5EF4-FFF2-40B4-BE49-F238E27FC236}">
                  <a16:creationId xmlns:a16="http://schemas.microsoft.com/office/drawing/2014/main" id="{552B0DE0-EDAA-FB80-2370-E4036722D6AB}"/>
                </a:ext>
              </a:extLst>
            </p:cNvPr>
            <p:cNvSpPr/>
            <p:nvPr/>
          </p:nvSpPr>
          <p:spPr>
            <a:xfrm>
              <a:off x="8037323" y="4026050"/>
              <a:ext cx="475241" cy="434691"/>
            </a:xfrm>
            <a:custGeom>
              <a:avLst/>
              <a:gdLst/>
              <a:ahLst/>
              <a:cxnLst/>
              <a:rect l="l" t="t" r="r" b="b"/>
              <a:pathLst>
                <a:path w="7536" h="6893" extrusionOk="0">
                  <a:moveTo>
                    <a:pt x="3319" y="1"/>
                  </a:moveTo>
                  <a:cubicBezTo>
                    <a:pt x="2894" y="1"/>
                    <a:pt x="2548" y="347"/>
                    <a:pt x="2548" y="771"/>
                  </a:cubicBezTo>
                  <a:cubicBezTo>
                    <a:pt x="2548" y="795"/>
                    <a:pt x="2548" y="815"/>
                    <a:pt x="2552" y="835"/>
                  </a:cubicBezTo>
                  <a:cubicBezTo>
                    <a:pt x="2545" y="832"/>
                    <a:pt x="2542" y="832"/>
                    <a:pt x="2539" y="829"/>
                  </a:cubicBezTo>
                  <a:lnTo>
                    <a:pt x="2511" y="815"/>
                  </a:lnTo>
                  <a:lnTo>
                    <a:pt x="2494" y="774"/>
                  </a:lnTo>
                  <a:cubicBezTo>
                    <a:pt x="2392" y="489"/>
                    <a:pt x="2121" y="296"/>
                    <a:pt x="1819" y="296"/>
                  </a:cubicBezTo>
                  <a:cubicBezTo>
                    <a:pt x="1517" y="296"/>
                    <a:pt x="1246" y="489"/>
                    <a:pt x="1144" y="774"/>
                  </a:cubicBezTo>
                  <a:lnTo>
                    <a:pt x="1130" y="815"/>
                  </a:lnTo>
                  <a:lnTo>
                    <a:pt x="1100" y="829"/>
                  </a:lnTo>
                  <a:cubicBezTo>
                    <a:pt x="849" y="951"/>
                    <a:pt x="686" y="1209"/>
                    <a:pt x="689" y="1490"/>
                  </a:cubicBezTo>
                  <a:cubicBezTo>
                    <a:pt x="693" y="1775"/>
                    <a:pt x="859" y="2030"/>
                    <a:pt x="1114" y="2145"/>
                  </a:cubicBezTo>
                  <a:lnTo>
                    <a:pt x="1130" y="2152"/>
                  </a:lnTo>
                  <a:lnTo>
                    <a:pt x="1147" y="2207"/>
                  </a:lnTo>
                  <a:cubicBezTo>
                    <a:pt x="1154" y="2227"/>
                    <a:pt x="1167" y="2247"/>
                    <a:pt x="1175" y="2268"/>
                  </a:cubicBezTo>
                  <a:cubicBezTo>
                    <a:pt x="849" y="2382"/>
                    <a:pt x="611" y="2691"/>
                    <a:pt x="611" y="3058"/>
                  </a:cubicBezTo>
                  <a:cubicBezTo>
                    <a:pt x="611" y="3278"/>
                    <a:pt x="696" y="3475"/>
                    <a:pt x="832" y="3624"/>
                  </a:cubicBezTo>
                  <a:lnTo>
                    <a:pt x="509" y="3851"/>
                  </a:lnTo>
                  <a:cubicBezTo>
                    <a:pt x="251" y="4031"/>
                    <a:pt x="79" y="4316"/>
                    <a:pt x="41" y="4629"/>
                  </a:cubicBezTo>
                  <a:cubicBezTo>
                    <a:pt x="0" y="4944"/>
                    <a:pt x="99" y="5263"/>
                    <a:pt x="306" y="5500"/>
                  </a:cubicBezTo>
                  <a:cubicBezTo>
                    <a:pt x="957" y="6250"/>
                    <a:pt x="1863" y="6736"/>
                    <a:pt x="2850" y="6861"/>
                  </a:cubicBezTo>
                  <a:cubicBezTo>
                    <a:pt x="3017" y="6881"/>
                    <a:pt x="3190" y="6892"/>
                    <a:pt x="3366" y="6892"/>
                  </a:cubicBezTo>
                  <a:cubicBezTo>
                    <a:pt x="4197" y="6892"/>
                    <a:pt x="4998" y="6640"/>
                    <a:pt x="5680" y="6166"/>
                  </a:cubicBezTo>
                  <a:cubicBezTo>
                    <a:pt x="6504" y="5589"/>
                    <a:pt x="7085" y="4734"/>
                    <a:pt x="7312" y="3754"/>
                  </a:cubicBezTo>
                  <a:cubicBezTo>
                    <a:pt x="7536" y="2783"/>
                    <a:pt x="7397" y="1765"/>
                    <a:pt x="6919" y="896"/>
                  </a:cubicBezTo>
                  <a:cubicBezTo>
                    <a:pt x="6766" y="619"/>
                    <a:pt x="6501" y="418"/>
                    <a:pt x="6192" y="343"/>
                  </a:cubicBezTo>
                  <a:cubicBezTo>
                    <a:pt x="6110" y="324"/>
                    <a:pt x="6025" y="315"/>
                    <a:pt x="5940" y="315"/>
                  </a:cubicBezTo>
                  <a:cubicBezTo>
                    <a:pt x="5713" y="315"/>
                    <a:pt x="5485" y="382"/>
                    <a:pt x="5300" y="513"/>
                  </a:cubicBezTo>
                  <a:lnTo>
                    <a:pt x="5025" y="707"/>
                  </a:lnTo>
                  <a:cubicBezTo>
                    <a:pt x="4961" y="594"/>
                    <a:pt x="4869" y="503"/>
                    <a:pt x="4758" y="439"/>
                  </a:cubicBezTo>
                  <a:cubicBezTo>
                    <a:pt x="4648" y="177"/>
                    <a:pt x="4394" y="4"/>
                    <a:pt x="4106" y="4"/>
                  </a:cubicBezTo>
                  <a:cubicBezTo>
                    <a:pt x="3970" y="4"/>
                    <a:pt x="3837" y="45"/>
                    <a:pt x="3726" y="116"/>
                  </a:cubicBezTo>
                  <a:cubicBezTo>
                    <a:pt x="3607" y="45"/>
                    <a:pt x="3468" y="1"/>
                    <a:pt x="33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28575" dist="19050" dir="2220000" algn="bl" rotWithShape="0">
                <a:schemeClr val="dk1">
                  <a:alpha val="2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2527;p44">
              <a:extLst>
                <a:ext uri="{FF2B5EF4-FFF2-40B4-BE49-F238E27FC236}">
                  <a16:creationId xmlns:a16="http://schemas.microsoft.com/office/drawing/2014/main" id="{F7D30222-7966-2428-CC07-0B29113409B6}"/>
                </a:ext>
              </a:extLst>
            </p:cNvPr>
            <p:cNvSpPr/>
            <p:nvPr/>
          </p:nvSpPr>
          <p:spPr>
            <a:xfrm>
              <a:off x="8087584" y="4097448"/>
              <a:ext cx="391241" cy="313043"/>
            </a:xfrm>
            <a:custGeom>
              <a:avLst/>
              <a:gdLst/>
              <a:ahLst/>
              <a:cxnLst/>
              <a:rect l="l" t="t" r="r" b="b"/>
              <a:pathLst>
                <a:path w="6204" h="4964" extrusionOk="0">
                  <a:moveTo>
                    <a:pt x="5131" y="0"/>
                  </a:moveTo>
                  <a:cubicBezTo>
                    <a:pt x="5066" y="0"/>
                    <a:pt x="4999" y="21"/>
                    <a:pt x="4938" y="61"/>
                  </a:cubicBezTo>
                  <a:lnTo>
                    <a:pt x="194" y="3366"/>
                  </a:lnTo>
                  <a:cubicBezTo>
                    <a:pt x="28" y="3482"/>
                    <a:pt x="1" y="3715"/>
                    <a:pt x="133" y="3864"/>
                  </a:cubicBezTo>
                  <a:cubicBezTo>
                    <a:pt x="764" y="4581"/>
                    <a:pt x="1660" y="4964"/>
                    <a:pt x="2569" y="4964"/>
                  </a:cubicBezTo>
                  <a:cubicBezTo>
                    <a:pt x="3211" y="4964"/>
                    <a:pt x="3859" y="4774"/>
                    <a:pt x="4425" y="4381"/>
                  </a:cubicBezTo>
                  <a:cubicBezTo>
                    <a:pt x="5793" y="3427"/>
                    <a:pt x="6203" y="1612"/>
                    <a:pt x="5430" y="176"/>
                  </a:cubicBezTo>
                  <a:cubicBezTo>
                    <a:pt x="5369" y="61"/>
                    <a:pt x="5253" y="0"/>
                    <a:pt x="51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2528;p44">
              <a:extLst>
                <a:ext uri="{FF2B5EF4-FFF2-40B4-BE49-F238E27FC236}">
                  <a16:creationId xmlns:a16="http://schemas.microsoft.com/office/drawing/2014/main" id="{2FD6D5CF-61B3-BB02-D46A-08FAEF369DF3}"/>
                </a:ext>
              </a:extLst>
            </p:cNvPr>
            <p:cNvSpPr/>
            <p:nvPr/>
          </p:nvSpPr>
          <p:spPr>
            <a:xfrm>
              <a:off x="8088466" y="4095872"/>
              <a:ext cx="385818" cy="315061"/>
            </a:xfrm>
            <a:custGeom>
              <a:avLst/>
              <a:gdLst/>
              <a:ahLst/>
              <a:cxnLst/>
              <a:rect l="l" t="t" r="r" b="b"/>
              <a:pathLst>
                <a:path w="6118" h="4996" extrusionOk="0">
                  <a:moveTo>
                    <a:pt x="5042" y="1"/>
                  </a:moveTo>
                  <a:lnTo>
                    <a:pt x="5042" y="1"/>
                  </a:lnTo>
                  <a:cubicBezTo>
                    <a:pt x="5049" y="12"/>
                    <a:pt x="5056" y="21"/>
                    <a:pt x="5062" y="29"/>
                  </a:cubicBezTo>
                  <a:cubicBezTo>
                    <a:pt x="5076" y="25"/>
                    <a:pt x="5093" y="25"/>
                    <a:pt x="5107" y="25"/>
                  </a:cubicBezTo>
                  <a:lnTo>
                    <a:pt x="5042" y="1"/>
                  </a:lnTo>
                  <a:close/>
                  <a:moveTo>
                    <a:pt x="48" y="3574"/>
                  </a:moveTo>
                  <a:lnTo>
                    <a:pt x="0" y="3615"/>
                  </a:lnTo>
                  <a:cubicBezTo>
                    <a:pt x="10" y="3632"/>
                    <a:pt x="24" y="3649"/>
                    <a:pt x="34" y="3665"/>
                  </a:cubicBezTo>
                  <a:cubicBezTo>
                    <a:pt x="34" y="3635"/>
                    <a:pt x="41" y="3604"/>
                    <a:pt x="48" y="3574"/>
                  </a:cubicBezTo>
                  <a:close/>
                  <a:moveTo>
                    <a:pt x="5687" y="884"/>
                  </a:moveTo>
                  <a:cubicBezTo>
                    <a:pt x="6034" y="2151"/>
                    <a:pt x="5583" y="3551"/>
                    <a:pt x="4467" y="4365"/>
                  </a:cubicBezTo>
                  <a:lnTo>
                    <a:pt x="4467" y="4365"/>
                  </a:lnTo>
                  <a:cubicBezTo>
                    <a:pt x="5638" y="3513"/>
                    <a:pt x="6118" y="2149"/>
                    <a:pt x="5687" y="884"/>
                  </a:cubicBezTo>
                  <a:close/>
                  <a:moveTo>
                    <a:pt x="4467" y="4365"/>
                  </a:moveTo>
                  <a:cubicBezTo>
                    <a:pt x="4449" y="4379"/>
                    <a:pt x="4430" y="4392"/>
                    <a:pt x="4411" y="4406"/>
                  </a:cubicBezTo>
                  <a:cubicBezTo>
                    <a:pt x="4430" y="4392"/>
                    <a:pt x="4449" y="4379"/>
                    <a:pt x="4467" y="4365"/>
                  </a:cubicBezTo>
                  <a:close/>
                  <a:moveTo>
                    <a:pt x="4411" y="4406"/>
                  </a:moveTo>
                  <a:cubicBezTo>
                    <a:pt x="4351" y="4447"/>
                    <a:pt x="4291" y="4486"/>
                    <a:pt x="4230" y="4523"/>
                  </a:cubicBezTo>
                  <a:lnTo>
                    <a:pt x="4230" y="4523"/>
                  </a:lnTo>
                  <a:cubicBezTo>
                    <a:pt x="4291" y="4486"/>
                    <a:pt x="4351" y="4447"/>
                    <a:pt x="4411" y="4406"/>
                  </a:cubicBezTo>
                  <a:close/>
                  <a:moveTo>
                    <a:pt x="4230" y="4523"/>
                  </a:moveTo>
                  <a:cubicBezTo>
                    <a:pt x="3709" y="4837"/>
                    <a:pt x="3129" y="4989"/>
                    <a:pt x="2555" y="4989"/>
                  </a:cubicBezTo>
                  <a:cubicBezTo>
                    <a:pt x="2365" y="4989"/>
                    <a:pt x="2175" y="4972"/>
                    <a:pt x="1988" y="4938"/>
                  </a:cubicBezTo>
                  <a:lnTo>
                    <a:pt x="1988" y="4938"/>
                  </a:lnTo>
                  <a:cubicBezTo>
                    <a:pt x="2182" y="4976"/>
                    <a:pt x="2375" y="4996"/>
                    <a:pt x="2572" y="4996"/>
                  </a:cubicBezTo>
                  <a:cubicBezTo>
                    <a:pt x="3134" y="4996"/>
                    <a:pt x="3705" y="4840"/>
                    <a:pt x="4230" y="4523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2529;p44">
              <a:extLst>
                <a:ext uri="{FF2B5EF4-FFF2-40B4-BE49-F238E27FC236}">
                  <a16:creationId xmlns:a16="http://schemas.microsoft.com/office/drawing/2014/main" id="{D2B38BBB-2FAF-0469-79B0-D3186C7DA87D}"/>
                </a:ext>
              </a:extLst>
            </p:cNvPr>
            <p:cNvSpPr/>
            <p:nvPr/>
          </p:nvSpPr>
          <p:spPr>
            <a:xfrm>
              <a:off x="8090547" y="4097448"/>
              <a:ext cx="378818" cy="313043"/>
            </a:xfrm>
            <a:custGeom>
              <a:avLst/>
              <a:gdLst/>
              <a:ahLst/>
              <a:cxnLst/>
              <a:rect l="l" t="t" r="r" b="b"/>
              <a:pathLst>
                <a:path w="6007" h="4964" extrusionOk="0">
                  <a:moveTo>
                    <a:pt x="5074" y="0"/>
                  </a:moveTo>
                  <a:cubicBezTo>
                    <a:pt x="5060" y="0"/>
                    <a:pt x="5043" y="0"/>
                    <a:pt x="5029" y="4"/>
                  </a:cubicBezTo>
                  <a:cubicBezTo>
                    <a:pt x="5834" y="1225"/>
                    <a:pt x="5522" y="2871"/>
                    <a:pt x="4317" y="3709"/>
                  </a:cubicBezTo>
                  <a:cubicBezTo>
                    <a:pt x="3845" y="4038"/>
                    <a:pt x="3306" y="4197"/>
                    <a:pt x="2774" y="4197"/>
                  </a:cubicBezTo>
                  <a:cubicBezTo>
                    <a:pt x="1932" y="4197"/>
                    <a:pt x="1100" y="3803"/>
                    <a:pt x="575" y="3067"/>
                  </a:cubicBezTo>
                  <a:lnTo>
                    <a:pt x="571" y="3067"/>
                  </a:lnTo>
                  <a:lnTo>
                    <a:pt x="15" y="3549"/>
                  </a:lnTo>
                  <a:cubicBezTo>
                    <a:pt x="8" y="3579"/>
                    <a:pt x="1" y="3610"/>
                    <a:pt x="1" y="3640"/>
                  </a:cubicBezTo>
                  <a:cubicBezTo>
                    <a:pt x="503" y="4332"/>
                    <a:pt x="1202" y="4767"/>
                    <a:pt x="1955" y="4913"/>
                  </a:cubicBezTo>
                  <a:cubicBezTo>
                    <a:pt x="2142" y="4947"/>
                    <a:pt x="2332" y="4964"/>
                    <a:pt x="2522" y="4964"/>
                  </a:cubicBezTo>
                  <a:cubicBezTo>
                    <a:pt x="3164" y="4964"/>
                    <a:pt x="3812" y="4774"/>
                    <a:pt x="4378" y="4381"/>
                  </a:cubicBezTo>
                  <a:cubicBezTo>
                    <a:pt x="5535" y="3573"/>
                    <a:pt x="6006" y="2148"/>
                    <a:pt x="5654" y="859"/>
                  </a:cubicBezTo>
                  <a:cubicBezTo>
                    <a:pt x="5563" y="587"/>
                    <a:pt x="5427" y="316"/>
                    <a:pt x="5247" y="57"/>
                  </a:cubicBezTo>
                  <a:lnTo>
                    <a:pt x="50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2530;p44">
              <a:extLst>
                <a:ext uri="{FF2B5EF4-FFF2-40B4-BE49-F238E27FC236}">
                  <a16:creationId xmlns:a16="http://schemas.microsoft.com/office/drawing/2014/main" id="{56AC39B3-DEFF-C356-6848-A601E33F37E8}"/>
                </a:ext>
              </a:extLst>
            </p:cNvPr>
            <p:cNvSpPr/>
            <p:nvPr/>
          </p:nvSpPr>
          <p:spPr>
            <a:xfrm>
              <a:off x="8124412" y="4118195"/>
              <a:ext cx="298098" cy="239638"/>
            </a:xfrm>
            <a:custGeom>
              <a:avLst/>
              <a:gdLst/>
              <a:ahLst/>
              <a:cxnLst/>
              <a:rect l="l" t="t" r="r" b="b"/>
              <a:pathLst>
                <a:path w="4727" h="3800" extrusionOk="0">
                  <a:moveTo>
                    <a:pt x="3967" y="0"/>
                  </a:moveTo>
                  <a:lnTo>
                    <a:pt x="0" y="2766"/>
                  </a:lnTo>
                  <a:cubicBezTo>
                    <a:pt x="469" y="3441"/>
                    <a:pt x="1222" y="3800"/>
                    <a:pt x="1985" y="3800"/>
                  </a:cubicBezTo>
                  <a:cubicBezTo>
                    <a:pt x="2460" y="3800"/>
                    <a:pt x="2942" y="3661"/>
                    <a:pt x="3363" y="3366"/>
                  </a:cubicBezTo>
                  <a:cubicBezTo>
                    <a:pt x="4459" y="2603"/>
                    <a:pt x="4727" y="1096"/>
                    <a:pt x="39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2531;p44">
              <a:extLst>
                <a:ext uri="{FF2B5EF4-FFF2-40B4-BE49-F238E27FC236}">
                  <a16:creationId xmlns:a16="http://schemas.microsoft.com/office/drawing/2014/main" id="{F0027721-7B01-48D4-2376-78B36D7C7658}"/>
                </a:ext>
              </a:extLst>
            </p:cNvPr>
            <p:cNvSpPr/>
            <p:nvPr/>
          </p:nvSpPr>
          <p:spPr>
            <a:xfrm>
              <a:off x="8122646" y="4087358"/>
              <a:ext cx="58901" cy="64892"/>
            </a:xfrm>
            <a:custGeom>
              <a:avLst/>
              <a:gdLst/>
              <a:ahLst/>
              <a:cxnLst/>
              <a:rect l="l" t="t" r="r" b="b"/>
              <a:pathLst>
                <a:path w="934" h="1029" extrusionOk="0">
                  <a:moveTo>
                    <a:pt x="466" y="1"/>
                  </a:moveTo>
                  <a:cubicBezTo>
                    <a:pt x="449" y="1"/>
                    <a:pt x="432" y="11"/>
                    <a:pt x="425" y="31"/>
                  </a:cubicBezTo>
                  <a:lnTo>
                    <a:pt x="320" y="326"/>
                  </a:lnTo>
                  <a:cubicBezTo>
                    <a:pt x="317" y="336"/>
                    <a:pt x="310" y="347"/>
                    <a:pt x="296" y="353"/>
                  </a:cubicBezTo>
                  <a:lnTo>
                    <a:pt x="35" y="469"/>
                  </a:lnTo>
                  <a:cubicBezTo>
                    <a:pt x="1" y="486"/>
                    <a:pt x="1" y="547"/>
                    <a:pt x="35" y="560"/>
                  </a:cubicBezTo>
                  <a:lnTo>
                    <a:pt x="296" y="679"/>
                  </a:lnTo>
                  <a:cubicBezTo>
                    <a:pt x="310" y="682"/>
                    <a:pt x="317" y="693"/>
                    <a:pt x="320" y="706"/>
                  </a:cubicBezTo>
                  <a:lnTo>
                    <a:pt x="425" y="998"/>
                  </a:lnTo>
                  <a:cubicBezTo>
                    <a:pt x="432" y="1019"/>
                    <a:pt x="449" y="1028"/>
                    <a:pt x="466" y="1028"/>
                  </a:cubicBezTo>
                  <a:cubicBezTo>
                    <a:pt x="483" y="1028"/>
                    <a:pt x="500" y="1019"/>
                    <a:pt x="506" y="998"/>
                  </a:cubicBezTo>
                  <a:lnTo>
                    <a:pt x="612" y="706"/>
                  </a:lnTo>
                  <a:cubicBezTo>
                    <a:pt x="616" y="693"/>
                    <a:pt x="625" y="682"/>
                    <a:pt x="636" y="679"/>
                  </a:cubicBezTo>
                  <a:lnTo>
                    <a:pt x="897" y="560"/>
                  </a:lnTo>
                  <a:cubicBezTo>
                    <a:pt x="934" y="547"/>
                    <a:pt x="934" y="486"/>
                    <a:pt x="897" y="469"/>
                  </a:cubicBezTo>
                  <a:lnTo>
                    <a:pt x="636" y="353"/>
                  </a:lnTo>
                  <a:cubicBezTo>
                    <a:pt x="625" y="347"/>
                    <a:pt x="616" y="336"/>
                    <a:pt x="612" y="326"/>
                  </a:cubicBezTo>
                  <a:lnTo>
                    <a:pt x="506" y="31"/>
                  </a:lnTo>
                  <a:cubicBezTo>
                    <a:pt x="500" y="11"/>
                    <a:pt x="483" y="1"/>
                    <a:pt x="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2532;p44">
              <a:extLst>
                <a:ext uri="{FF2B5EF4-FFF2-40B4-BE49-F238E27FC236}">
                  <a16:creationId xmlns:a16="http://schemas.microsoft.com/office/drawing/2014/main" id="{6C8E991F-83EF-CAE8-FB85-25E84D12F7E6}"/>
                </a:ext>
              </a:extLst>
            </p:cNvPr>
            <p:cNvSpPr/>
            <p:nvPr/>
          </p:nvSpPr>
          <p:spPr>
            <a:xfrm>
              <a:off x="8274435" y="4068944"/>
              <a:ext cx="43702" cy="48432"/>
            </a:xfrm>
            <a:custGeom>
              <a:avLst/>
              <a:gdLst/>
              <a:ahLst/>
              <a:cxnLst/>
              <a:rect l="l" t="t" r="r" b="b"/>
              <a:pathLst>
                <a:path w="693" h="768" extrusionOk="0">
                  <a:moveTo>
                    <a:pt x="346" y="0"/>
                  </a:moveTo>
                  <a:cubicBezTo>
                    <a:pt x="336" y="0"/>
                    <a:pt x="322" y="11"/>
                    <a:pt x="315" y="25"/>
                  </a:cubicBezTo>
                  <a:lnTo>
                    <a:pt x="240" y="241"/>
                  </a:lnTo>
                  <a:cubicBezTo>
                    <a:pt x="237" y="252"/>
                    <a:pt x="231" y="259"/>
                    <a:pt x="220" y="262"/>
                  </a:cubicBezTo>
                  <a:lnTo>
                    <a:pt x="27" y="351"/>
                  </a:lnTo>
                  <a:cubicBezTo>
                    <a:pt x="0" y="364"/>
                    <a:pt x="0" y="404"/>
                    <a:pt x="27" y="418"/>
                  </a:cubicBezTo>
                  <a:lnTo>
                    <a:pt x="220" y="506"/>
                  </a:lnTo>
                  <a:cubicBezTo>
                    <a:pt x="231" y="509"/>
                    <a:pt x="237" y="517"/>
                    <a:pt x="240" y="526"/>
                  </a:cubicBezTo>
                  <a:lnTo>
                    <a:pt x="315" y="744"/>
                  </a:lnTo>
                  <a:cubicBezTo>
                    <a:pt x="322" y="758"/>
                    <a:pt x="336" y="768"/>
                    <a:pt x="346" y="768"/>
                  </a:cubicBezTo>
                  <a:cubicBezTo>
                    <a:pt x="359" y="768"/>
                    <a:pt x="373" y="758"/>
                    <a:pt x="376" y="744"/>
                  </a:cubicBezTo>
                  <a:lnTo>
                    <a:pt x="454" y="526"/>
                  </a:lnTo>
                  <a:cubicBezTo>
                    <a:pt x="458" y="517"/>
                    <a:pt x="464" y="509"/>
                    <a:pt x="472" y="506"/>
                  </a:cubicBezTo>
                  <a:lnTo>
                    <a:pt x="665" y="418"/>
                  </a:lnTo>
                  <a:cubicBezTo>
                    <a:pt x="692" y="404"/>
                    <a:pt x="692" y="364"/>
                    <a:pt x="665" y="351"/>
                  </a:cubicBezTo>
                  <a:lnTo>
                    <a:pt x="472" y="262"/>
                  </a:lnTo>
                  <a:cubicBezTo>
                    <a:pt x="464" y="259"/>
                    <a:pt x="458" y="252"/>
                    <a:pt x="454" y="241"/>
                  </a:cubicBezTo>
                  <a:lnTo>
                    <a:pt x="376" y="25"/>
                  </a:lnTo>
                  <a:cubicBezTo>
                    <a:pt x="373" y="11"/>
                    <a:pt x="359" y="0"/>
                    <a:pt x="3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2533;p44">
              <a:extLst>
                <a:ext uri="{FF2B5EF4-FFF2-40B4-BE49-F238E27FC236}">
                  <a16:creationId xmlns:a16="http://schemas.microsoft.com/office/drawing/2014/main" id="{6D36F86F-1466-1B47-456A-5A031167A42D}"/>
                </a:ext>
              </a:extLst>
            </p:cNvPr>
            <p:cNvSpPr/>
            <p:nvPr/>
          </p:nvSpPr>
          <p:spPr>
            <a:xfrm>
              <a:off x="8118421" y="4208437"/>
              <a:ext cx="21252" cy="21504"/>
            </a:xfrm>
            <a:custGeom>
              <a:avLst/>
              <a:gdLst/>
              <a:ahLst/>
              <a:cxnLst/>
              <a:rect l="l" t="t" r="r" b="b"/>
              <a:pathLst>
                <a:path w="337" h="341" extrusionOk="0">
                  <a:moveTo>
                    <a:pt x="170" y="1"/>
                  </a:moveTo>
                  <a:cubicBezTo>
                    <a:pt x="78" y="1"/>
                    <a:pt x="0" y="79"/>
                    <a:pt x="0" y="170"/>
                  </a:cubicBezTo>
                  <a:cubicBezTo>
                    <a:pt x="0" y="262"/>
                    <a:pt x="78" y="340"/>
                    <a:pt x="170" y="340"/>
                  </a:cubicBezTo>
                  <a:cubicBezTo>
                    <a:pt x="262" y="340"/>
                    <a:pt x="337" y="262"/>
                    <a:pt x="337" y="170"/>
                  </a:cubicBezTo>
                  <a:cubicBezTo>
                    <a:pt x="337" y="79"/>
                    <a:pt x="262" y="1"/>
                    <a:pt x="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2534;p44">
              <a:extLst>
                <a:ext uri="{FF2B5EF4-FFF2-40B4-BE49-F238E27FC236}">
                  <a16:creationId xmlns:a16="http://schemas.microsoft.com/office/drawing/2014/main" id="{CAEACB03-BDF6-9C71-6DAC-9468EE914695}"/>
                </a:ext>
              </a:extLst>
            </p:cNvPr>
            <p:cNvSpPr/>
            <p:nvPr/>
          </p:nvSpPr>
          <p:spPr>
            <a:xfrm>
              <a:off x="8240382" y="4068755"/>
              <a:ext cx="12486" cy="12486"/>
            </a:xfrm>
            <a:custGeom>
              <a:avLst/>
              <a:gdLst/>
              <a:ahLst/>
              <a:cxnLst/>
              <a:rect l="l" t="t" r="r" b="b"/>
              <a:pathLst>
                <a:path w="198" h="198" extrusionOk="0">
                  <a:moveTo>
                    <a:pt x="99" y="0"/>
                  </a:moveTo>
                  <a:cubicBezTo>
                    <a:pt x="44" y="0"/>
                    <a:pt x="0" y="44"/>
                    <a:pt x="0" y="99"/>
                  </a:cubicBezTo>
                  <a:cubicBezTo>
                    <a:pt x="0" y="153"/>
                    <a:pt x="44" y="197"/>
                    <a:pt x="99" y="197"/>
                  </a:cubicBezTo>
                  <a:cubicBezTo>
                    <a:pt x="153" y="197"/>
                    <a:pt x="197" y="153"/>
                    <a:pt x="197" y="99"/>
                  </a:cubicBezTo>
                  <a:cubicBezTo>
                    <a:pt x="197" y="44"/>
                    <a:pt x="153" y="0"/>
                    <a:pt x="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2535;p44">
              <a:extLst>
                <a:ext uri="{FF2B5EF4-FFF2-40B4-BE49-F238E27FC236}">
                  <a16:creationId xmlns:a16="http://schemas.microsoft.com/office/drawing/2014/main" id="{B13AC55C-2FDB-B6D5-0159-7DB20F7D0490}"/>
                </a:ext>
              </a:extLst>
            </p:cNvPr>
            <p:cNvSpPr/>
            <p:nvPr/>
          </p:nvSpPr>
          <p:spPr>
            <a:xfrm>
              <a:off x="8080962" y="4088683"/>
              <a:ext cx="389665" cy="329755"/>
            </a:xfrm>
            <a:custGeom>
              <a:avLst/>
              <a:gdLst/>
              <a:ahLst/>
              <a:cxnLst/>
              <a:rect l="l" t="t" r="r" b="b"/>
              <a:pathLst>
                <a:path w="6179" h="5229" extrusionOk="0">
                  <a:moveTo>
                    <a:pt x="4666" y="617"/>
                  </a:moveTo>
                  <a:cubicBezTo>
                    <a:pt x="4971" y="1109"/>
                    <a:pt x="5083" y="1690"/>
                    <a:pt x="4982" y="2263"/>
                  </a:cubicBezTo>
                  <a:cubicBezTo>
                    <a:pt x="4869" y="2880"/>
                    <a:pt x="4526" y="3417"/>
                    <a:pt x="4011" y="3776"/>
                  </a:cubicBezTo>
                  <a:cubicBezTo>
                    <a:pt x="3604" y="4061"/>
                    <a:pt x="3139" y="4197"/>
                    <a:pt x="2674" y="4197"/>
                  </a:cubicBezTo>
                  <a:cubicBezTo>
                    <a:pt x="1972" y="4197"/>
                    <a:pt x="1280" y="3881"/>
                    <a:pt x="821" y="3295"/>
                  </a:cubicBezTo>
                  <a:close/>
                  <a:moveTo>
                    <a:pt x="5242" y="254"/>
                  </a:moveTo>
                  <a:cubicBezTo>
                    <a:pt x="5259" y="254"/>
                    <a:pt x="5273" y="257"/>
                    <a:pt x="5287" y="262"/>
                  </a:cubicBezTo>
                  <a:cubicBezTo>
                    <a:pt x="5341" y="271"/>
                    <a:pt x="5382" y="305"/>
                    <a:pt x="5409" y="353"/>
                  </a:cubicBezTo>
                  <a:cubicBezTo>
                    <a:pt x="6179" y="1754"/>
                    <a:pt x="5768" y="3498"/>
                    <a:pt x="4456" y="4410"/>
                  </a:cubicBezTo>
                  <a:cubicBezTo>
                    <a:pt x="3913" y="4791"/>
                    <a:pt x="3288" y="4974"/>
                    <a:pt x="2671" y="4974"/>
                  </a:cubicBezTo>
                  <a:cubicBezTo>
                    <a:pt x="1795" y="4974"/>
                    <a:pt x="931" y="4607"/>
                    <a:pt x="316" y="3901"/>
                  </a:cubicBezTo>
                  <a:cubicBezTo>
                    <a:pt x="282" y="3861"/>
                    <a:pt x="265" y="3807"/>
                    <a:pt x="272" y="3756"/>
                  </a:cubicBezTo>
                  <a:cubicBezTo>
                    <a:pt x="279" y="3702"/>
                    <a:pt x="306" y="3654"/>
                    <a:pt x="350" y="3627"/>
                  </a:cubicBezTo>
                  <a:lnTo>
                    <a:pt x="707" y="3376"/>
                  </a:lnTo>
                  <a:cubicBezTo>
                    <a:pt x="1083" y="3865"/>
                    <a:pt x="1623" y="4191"/>
                    <a:pt x="2233" y="4302"/>
                  </a:cubicBezTo>
                  <a:cubicBezTo>
                    <a:pt x="2382" y="4326"/>
                    <a:pt x="2528" y="4340"/>
                    <a:pt x="2677" y="4340"/>
                  </a:cubicBezTo>
                  <a:cubicBezTo>
                    <a:pt x="3180" y="4340"/>
                    <a:pt x="3671" y="4186"/>
                    <a:pt x="4092" y="3895"/>
                  </a:cubicBezTo>
                  <a:cubicBezTo>
                    <a:pt x="4639" y="3511"/>
                    <a:pt x="5005" y="2945"/>
                    <a:pt x="5120" y="2290"/>
                  </a:cubicBezTo>
                  <a:cubicBezTo>
                    <a:pt x="5229" y="1679"/>
                    <a:pt x="5110" y="1059"/>
                    <a:pt x="4785" y="536"/>
                  </a:cubicBezTo>
                  <a:lnTo>
                    <a:pt x="5140" y="288"/>
                  </a:lnTo>
                  <a:cubicBezTo>
                    <a:pt x="5171" y="268"/>
                    <a:pt x="5206" y="254"/>
                    <a:pt x="5242" y="254"/>
                  </a:cubicBezTo>
                  <a:close/>
                  <a:moveTo>
                    <a:pt x="5246" y="0"/>
                  </a:moveTo>
                  <a:cubicBezTo>
                    <a:pt x="5154" y="0"/>
                    <a:pt x="5066" y="27"/>
                    <a:pt x="4991" y="78"/>
                  </a:cubicBezTo>
                  <a:lnTo>
                    <a:pt x="204" y="3413"/>
                  </a:lnTo>
                  <a:cubicBezTo>
                    <a:pt x="99" y="3485"/>
                    <a:pt x="31" y="3596"/>
                    <a:pt x="18" y="3722"/>
                  </a:cubicBezTo>
                  <a:cubicBezTo>
                    <a:pt x="1" y="3848"/>
                    <a:pt x="41" y="3973"/>
                    <a:pt x="123" y="4068"/>
                  </a:cubicBezTo>
                  <a:cubicBezTo>
                    <a:pt x="666" y="4695"/>
                    <a:pt x="1419" y="5096"/>
                    <a:pt x="2243" y="5201"/>
                  </a:cubicBezTo>
                  <a:cubicBezTo>
                    <a:pt x="2389" y="5221"/>
                    <a:pt x="2531" y="5229"/>
                    <a:pt x="2674" y="5229"/>
                  </a:cubicBezTo>
                  <a:cubicBezTo>
                    <a:pt x="3360" y="5229"/>
                    <a:pt x="4031" y="5021"/>
                    <a:pt x="4601" y="4625"/>
                  </a:cubicBezTo>
                  <a:cubicBezTo>
                    <a:pt x="5290" y="4142"/>
                    <a:pt x="5772" y="3430"/>
                    <a:pt x="5962" y="2612"/>
                  </a:cubicBezTo>
                  <a:cubicBezTo>
                    <a:pt x="6149" y="1801"/>
                    <a:pt x="6033" y="957"/>
                    <a:pt x="5633" y="231"/>
                  </a:cubicBezTo>
                  <a:cubicBezTo>
                    <a:pt x="5572" y="119"/>
                    <a:pt x="5470" y="41"/>
                    <a:pt x="5344" y="10"/>
                  </a:cubicBezTo>
                  <a:cubicBezTo>
                    <a:pt x="5314" y="3"/>
                    <a:pt x="5280" y="0"/>
                    <a:pt x="5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2536;p44">
              <a:extLst>
                <a:ext uri="{FF2B5EF4-FFF2-40B4-BE49-F238E27FC236}">
                  <a16:creationId xmlns:a16="http://schemas.microsoft.com/office/drawing/2014/main" id="{ECA4BB09-2878-0BD9-B70E-8F701279EC06}"/>
                </a:ext>
              </a:extLst>
            </p:cNvPr>
            <p:cNvSpPr/>
            <p:nvPr/>
          </p:nvSpPr>
          <p:spPr>
            <a:xfrm>
              <a:off x="8226887" y="4297227"/>
              <a:ext cx="16522" cy="17847"/>
            </a:xfrm>
            <a:custGeom>
              <a:avLst/>
              <a:gdLst/>
              <a:ahLst/>
              <a:cxnLst/>
              <a:rect l="l" t="t" r="r" b="b"/>
              <a:pathLst>
                <a:path w="262" h="283" extrusionOk="0">
                  <a:moveTo>
                    <a:pt x="86" y="1"/>
                  </a:moveTo>
                  <a:cubicBezTo>
                    <a:pt x="72" y="1"/>
                    <a:pt x="55" y="4"/>
                    <a:pt x="45" y="15"/>
                  </a:cubicBezTo>
                  <a:cubicBezTo>
                    <a:pt x="11" y="38"/>
                    <a:pt x="1" y="82"/>
                    <a:pt x="24" y="116"/>
                  </a:cubicBezTo>
                  <a:lnTo>
                    <a:pt x="116" y="252"/>
                  </a:lnTo>
                  <a:cubicBezTo>
                    <a:pt x="133" y="273"/>
                    <a:pt x="153" y="283"/>
                    <a:pt x="177" y="283"/>
                  </a:cubicBezTo>
                  <a:cubicBezTo>
                    <a:pt x="194" y="283"/>
                    <a:pt x="208" y="279"/>
                    <a:pt x="221" y="269"/>
                  </a:cubicBezTo>
                  <a:cubicBezTo>
                    <a:pt x="255" y="248"/>
                    <a:pt x="261" y="201"/>
                    <a:pt x="238" y="167"/>
                  </a:cubicBezTo>
                  <a:lnTo>
                    <a:pt x="147" y="32"/>
                  </a:lnTo>
                  <a:cubicBezTo>
                    <a:pt x="133" y="11"/>
                    <a:pt x="109" y="1"/>
                    <a:pt x="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2537;p44">
              <a:extLst>
                <a:ext uri="{FF2B5EF4-FFF2-40B4-BE49-F238E27FC236}">
                  <a16:creationId xmlns:a16="http://schemas.microsoft.com/office/drawing/2014/main" id="{FFBECCAA-F85D-E79C-2B65-6CBD16D2FDB0}"/>
                </a:ext>
              </a:extLst>
            </p:cNvPr>
            <p:cNvSpPr/>
            <p:nvPr/>
          </p:nvSpPr>
          <p:spPr>
            <a:xfrm>
              <a:off x="8277777" y="4301326"/>
              <a:ext cx="16586" cy="17784"/>
            </a:xfrm>
            <a:custGeom>
              <a:avLst/>
              <a:gdLst/>
              <a:ahLst/>
              <a:cxnLst/>
              <a:rect l="l" t="t" r="r" b="b"/>
              <a:pathLst>
                <a:path w="263" h="282" extrusionOk="0">
                  <a:moveTo>
                    <a:pt x="82" y="0"/>
                  </a:moveTo>
                  <a:cubicBezTo>
                    <a:pt x="69" y="0"/>
                    <a:pt x="55" y="4"/>
                    <a:pt x="42" y="14"/>
                  </a:cubicBezTo>
                  <a:cubicBezTo>
                    <a:pt x="8" y="38"/>
                    <a:pt x="1" y="82"/>
                    <a:pt x="21" y="116"/>
                  </a:cubicBezTo>
                  <a:lnTo>
                    <a:pt x="116" y="252"/>
                  </a:lnTo>
                  <a:cubicBezTo>
                    <a:pt x="130" y="272"/>
                    <a:pt x="154" y="282"/>
                    <a:pt x="178" y="282"/>
                  </a:cubicBezTo>
                  <a:cubicBezTo>
                    <a:pt x="191" y="282"/>
                    <a:pt x="204" y="279"/>
                    <a:pt x="218" y="269"/>
                  </a:cubicBezTo>
                  <a:cubicBezTo>
                    <a:pt x="252" y="244"/>
                    <a:pt x="262" y="200"/>
                    <a:pt x="239" y="167"/>
                  </a:cubicBezTo>
                  <a:lnTo>
                    <a:pt x="143" y="31"/>
                  </a:lnTo>
                  <a:cubicBezTo>
                    <a:pt x="130" y="11"/>
                    <a:pt x="106" y="0"/>
                    <a:pt x="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2538;p44">
              <a:extLst>
                <a:ext uri="{FF2B5EF4-FFF2-40B4-BE49-F238E27FC236}">
                  <a16:creationId xmlns:a16="http://schemas.microsoft.com/office/drawing/2014/main" id="{AB57394E-B1E4-E199-5584-4B71A135C77F}"/>
                </a:ext>
              </a:extLst>
            </p:cNvPr>
            <p:cNvSpPr/>
            <p:nvPr/>
          </p:nvSpPr>
          <p:spPr>
            <a:xfrm>
              <a:off x="8274435" y="4252517"/>
              <a:ext cx="16459" cy="17847"/>
            </a:xfrm>
            <a:custGeom>
              <a:avLst/>
              <a:gdLst/>
              <a:ahLst/>
              <a:cxnLst/>
              <a:rect l="l" t="t" r="r" b="b"/>
              <a:pathLst>
                <a:path w="261" h="283" extrusionOk="0">
                  <a:moveTo>
                    <a:pt x="85" y="1"/>
                  </a:moveTo>
                  <a:cubicBezTo>
                    <a:pt x="71" y="1"/>
                    <a:pt x="54" y="5"/>
                    <a:pt x="41" y="14"/>
                  </a:cubicBezTo>
                  <a:cubicBezTo>
                    <a:pt x="10" y="38"/>
                    <a:pt x="0" y="82"/>
                    <a:pt x="24" y="116"/>
                  </a:cubicBezTo>
                  <a:lnTo>
                    <a:pt x="115" y="252"/>
                  </a:lnTo>
                  <a:cubicBezTo>
                    <a:pt x="132" y="273"/>
                    <a:pt x="152" y="282"/>
                    <a:pt x="176" y="282"/>
                  </a:cubicBezTo>
                  <a:cubicBezTo>
                    <a:pt x="190" y="282"/>
                    <a:pt x="207" y="279"/>
                    <a:pt x="220" y="269"/>
                  </a:cubicBezTo>
                  <a:cubicBezTo>
                    <a:pt x="254" y="245"/>
                    <a:pt x="261" y="201"/>
                    <a:pt x="237" y="168"/>
                  </a:cubicBezTo>
                  <a:lnTo>
                    <a:pt x="146" y="32"/>
                  </a:lnTo>
                  <a:cubicBezTo>
                    <a:pt x="132" y="11"/>
                    <a:pt x="108" y="1"/>
                    <a:pt x="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2539;p44">
              <a:extLst>
                <a:ext uri="{FF2B5EF4-FFF2-40B4-BE49-F238E27FC236}">
                  <a16:creationId xmlns:a16="http://schemas.microsoft.com/office/drawing/2014/main" id="{4BED79C5-AF31-48F7-6079-A954C1C60BC6}"/>
                </a:ext>
              </a:extLst>
            </p:cNvPr>
            <p:cNvSpPr/>
            <p:nvPr/>
          </p:nvSpPr>
          <p:spPr>
            <a:xfrm>
              <a:off x="8322929" y="4255354"/>
              <a:ext cx="16522" cy="17784"/>
            </a:xfrm>
            <a:custGeom>
              <a:avLst/>
              <a:gdLst/>
              <a:ahLst/>
              <a:cxnLst/>
              <a:rect l="l" t="t" r="r" b="b"/>
              <a:pathLst>
                <a:path w="262" h="282" extrusionOk="0">
                  <a:moveTo>
                    <a:pt x="86" y="0"/>
                  </a:moveTo>
                  <a:cubicBezTo>
                    <a:pt x="72" y="0"/>
                    <a:pt x="55" y="4"/>
                    <a:pt x="45" y="13"/>
                  </a:cubicBezTo>
                  <a:cubicBezTo>
                    <a:pt x="11" y="37"/>
                    <a:pt x="1" y="85"/>
                    <a:pt x="25" y="115"/>
                  </a:cubicBezTo>
                  <a:lnTo>
                    <a:pt x="119" y="251"/>
                  </a:lnTo>
                  <a:cubicBezTo>
                    <a:pt x="133" y="272"/>
                    <a:pt x="157" y="281"/>
                    <a:pt x="181" y="281"/>
                  </a:cubicBezTo>
                  <a:cubicBezTo>
                    <a:pt x="194" y="281"/>
                    <a:pt x="208" y="278"/>
                    <a:pt x="221" y="268"/>
                  </a:cubicBezTo>
                  <a:cubicBezTo>
                    <a:pt x="255" y="245"/>
                    <a:pt x="262" y="200"/>
                    <a:pt x="242" y="166"/>
                  </a:cubicBezTo>
                  <a:lnTo>
                    <a:pt x="147" y="34"/>
                  </a:lnTo>
                  <a:cubicBezTo>
                    <a:pt x="133" y="10"/>
                    <a:pt x="110" y="0"/>
                    <a:pt x="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2540;p44">
              <a:extLst>
                <a:ext uri="{FF2B5EF4-FFF2-40B4-BE49-F238E27FC236}">
                  <a16:creationId xmlns:a16="http://schemas.microsoft.com/office/drawing/2014/main" id="{C4B31A03-EF79-97DF-1017-1FCA333B5241}"/>
                </a:ext>
              </a:extLst>
            </p:cNvPr>
            <p:cNvSpPr/>
            <p:nvPr/>
          </p:nvSpPr>
          <p:spPr>
            <a:xfrm>
              <a:off x="8334722" y="4180626"/>
              <a:ext cx="16522" cy="18036"/>
            </a:xfrm>
            <a:custGeom>
              <a:avLst/>
              <a:gdLst/>
              <a:ahLst/>
              <a:cxnLst/>
              <a:rect l="l" t="t" r="r" b="b"/>
              <a:pathLst>
                <a:path w="262" h="286" extrusionOk="0">
                  <a:moveTo>
                    <a:pt x="86" y="1"/>
                  </a:moveTo>
                  <a:cubicBezTo>
                    <a:pt x="68" y="1"/>
                    <a:pt x="55" y="8"/>
                    <a:pt x="42" y="14"/>
                  </a:cubicBezTo>
                  <a:cubicBezTo>
                    <a:pt x="7" y="38"/>
                    <a:pt x="1" y="86"/>
                    <a:pt x="24" y="119"/>
                  </a:cubicBezTo>
                  <a:lnTo>
                    <a:pt x="116" y="252"/>
                  </a:lnTo>
                  <a:cubicBezTo>
                    <a:pt x="130" y="273"/>
                    <a:pt x="153" y="286"/>
                    <a:pt x="177" y="286"/>
                  </a:cubicBezTo>
                  <a:cubicBezTo>
                    <a:pt x="191" y="286"/>
                    <a:pt x="208" y="279"/>
                    <a:pt x="221" y="273"/>
                  </a:cubicBezTo>
                  <a:cubicBezTo>
                    <a:pt x="252" y="249"/>
                    <a:pt x="261" y="201"/>
                    <a:pt x="238" y="167"/>
                  </a:cubicBezTo>
                  <a:lnTo>
                    <a:pt x="147" y="35"/>
                  </a:lnTo>
                  <a:cubicBezTo>
                    <a:pt x="130" y="14"/>
                    <a:pt x="109" y="1"/>
                    <a:pt x="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2541;p44">
              <a:extLst>
                <a:ext uri="{FF2B5EF4-FFF2-40B4-BE49-F238E27FC236}">
                  <a16:creationId xmlns:a16="http://schemas.microsoft.com/office/drawing/2014/main" id="{E7A5BDEE-F298-1A01-7272-70F6412B9B74}"/>
                </a:ext>
              </a:extLst>
            </p:cNvPr>
            <p:cNvSpPr/>
            <p:nvPr/>
          </p:nvSpPr>
          <p:spPr>
            <a:xfrm>
              <a:off x="8294678" y="4186050"/>
              <a:ext cx="26234" cy="21378"/>
            </a:xfrm>
            <a:custGeom>
              <a:avLst/>
              <a:gdLst/>
              <a:ahLst/>
              <a:cxnLst/>
              <a:rect l="l" t="t" r="r" b="b"/>
              <a:pathLst>
                <a:path w="416" h="339" extrusionOk="0">
                  <a:moveTo>
                    <a:pt x="276" y="0"/>
                  </a:moveTo>
                  <a:cubicBezTo>
                    <a:pt x="249" y="0"/>
                    <a:pt x="221" y="10"/>
                    <a:pt x="198" y="30"/>
                  </a:cubicBezTo>
                  <a:cubicBezTo>
                    <a:pt x="168" y="54"/>
                    <a:pt x="130" y="77"/>
                    <a:pt x="93" y="102"/>
                  </a:cubicBezTo>
                  <a:lnTo>
                    <a:pt x="76" y="112"/>
                  </a:lnTo>
                  <a:cubicBezTo>
                    <a:pt x="18" y="149"/>
                    <a:pt x="1" y="224"/>
                    <a:pt x="38" y="281"/>
                  </a:cubicBezTo>
                  <a:cubicBezTo>
                    <a:pt x="62" y="318"/>
                    <a:pt x="103" y="339"/>
                    <a:pt x="143" y="339"/>
                  </a:cubicBezTo>
                  <a:cubicBezTo>
                    <a:pt x="164" y="339"/>
                    <a:pt x="188" y="332"/>
                    <a:pt x="208" y="322"/>
                  </a:cubicBezTo>
                  <a:lnTo>
                    <a:pt x="221" y="312"/>
                  </a:lnTo>
                  <a:cubicBezTo>
                    <a:pt x="269" y="285"/>
                    <a:pt x="313" y="254"/>
                    <a:pt x="357" y="220"/>
                  </a:cubicBezTo>
                  <a:cubicBezTo>
                    <a:pt x="408" y="176"/>
                    <a:pt x="415" y="98"/>
                    <a:pt x="371" y="44"/>
                  </a:cubicBezTo>
                  <a:cubicBezTo>
                    <a:pt x="347" y="16"/>
                    <a:pt x="313" y="0"/>
                    <a:pt x="2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2542;p44">
              <a:extLst>
                <a:ext uri="{FF2B5EF4-FFF2-40B4-BE49-F238E27FC236}">
                  <a16:creationId xmlns:a16="http://schemas.microsoft.com/office/drawing/2014/main" id="{FC07DBF3-23FE-886B-D0CF-C2716C81672E}"/>
                </a:ext>
              </a:extLst>
            </p:cNvPr>
            <p:cNvSpPr/>
            <p:nvPr/>
          </p:nvSpPr>
          <p:spPr>
            <a:xfrm>
              <a:off x="8168050" y="4210833"/>
              <a:ext cx="116666" cy="83306"/>
            </a:xfrm>
            <a:custGeom>
              <a:avLst/>
              <a:gdLst/>
              <a:ahLst/>
              <a:cxnLst/>
              <a:rect l="l" t="t" r="r" b="b"/>
              <a:pathLst>
                <a:path w="1850" h="1321" extrusionOk="0">
                  <a:moveTo>
                    <a:pt x="1711" y="0"/>
                  </a:moveTo>
                  <a:cubicBezTo>
                    <a:pt x="1687" y="0"/>
                    <a:pt x="1659" y="7"/>
                    <a:pt x="1639" y="21"/>
                  </a:cubicBezTo>
                  <a:cubicBezTo>
                    <a:pt x="1534" y="96"/>
                    <a:pt x="1418" y="173"/>
                    <a:pt x="1290" y="258"/>
                  </a:cubicBezTo>
                  <a:cubicBezTo>
                    <a:pt x="1150" y="353"/>
                    <a:pt x="1011" y="451"/>
                    <a:pt x="876" y="547"/>
                  </a:cubicBezTo>
                  <a:cubicBezTo>
                    <a:pt x="615" y="727"/>
                    <a:pt x="339" y="916"/>
                    <a:pt x="71" y="1096"/>
                  </a:cubicBezTo>
                  <a:cubicBezTo>
                    <a:pt x="14" y="1134"/>
                    <a:pt x="1" y="1211"/>
                    <a:pt x="38" y="1269"/>
                  </a:cubicBezTo>
                  <a:cubicBezTo>
                    <a:pt x="62" y="1303"/>
                    <a:pt x="99" y="1320"/>
                    <a:pt x="140" y="1320"/>
                  </a:cubicBezTo>
                  <a:cubicBezTo>
                    <a:pt x="164" y="1320"/>
                    <a:pt x="187" y="1317"/>
                    <a:pt x="211" y="1300"/>
                  </a:cubicBezTo>
                  <a:cubicBezTo>
                    <a:pt x="479" y="1120"/>
                    <a:pt x="754" y="930"/>
                    <a:pt x="1019" y="750"/>
                  </a:cubicBezTo>
                  <a:cubicBezTo>
                    <a:pt x="1150" y="655"/>
                    <a:pt x="1293" y="560"/>
                    <a:pt x="1429" y="465"/>
                  </a:cubicBezTo>
                  <a:cubicBezTo>
                    <a:pt x="1558" y="377"/>
                    <a:pt x="1673" y="299"/>
                    <a:pt x="1778" y="228"/>
                  </a:cubicBezTo>
                  <a:cubicBezTo>
                    <a:pt x="1836" y="190"/>
                    <a:pt x="1850" y="112"/>
                    <a:pt x="1812" y="55"/>
                  </a:cubicBezTo>
                  <a:cubicBezTo>
                    <a:pt x="1789" y="21"/>
                    <a:pt x="1748" y="0"/>
                    <a:pt x="17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" name="Google Shape;1601;p44">
            <a:extLst>
              <a:ext uri="{FF2B5EF4-FFF2-40B4-BE49-F238E27FC236}">
                <a16:creationId xmlns:a16="http://schemas.microsoft.com/office/drawing/2014/main" id="{CD3EF2B2-7AD3-5C26-7C7D-6F937543CB9C}"/>
              </a:ext>
            </a:extLst>
          </p:cNvPr>
          <p:cNvGrpSpPr/>
          <p:nvPr/>
        </p:nvGrpSpPr>
        <p:grpSpPr>
          <a:xfrm>
            <a:off x="585928" y="4264973"/>
            <a:ext cx="455363" cy="455610"/>
            <a:chOff x="3928167" y="1581533"/>
            <a:chExt cx="465844" cy="466097"/>
          </a:xfrm>
        </p:grpSpPr>
        <p:sp>
          <p:nvSpPr>
            <p:cNvPr id="106" name="Google Shape;1602;p44">
              <a:extLst>
                <a:ext uri="{FF2B5EF4-FFF2-40B4-BE49-F238E27FC236}">
                  <a16:creationId xmlns:a16="http://schemas.microsoft.com/office/drawing/2014/main" id="{0F624ABC-FAC2-EC69-8AFC-8FE94E85645D}"/>
                </a:ext>
              </a:extLst>
            </p:cNvPr>
            <p:cNvSpPr/>
            <p:nvPr/>
          </p:nvSpPr>
          <p:spPr>
            <a:xfrm>
              <a:off x="3928167" y="1581533"/>
              <a:ext cx="465844" cy="466097"/>
            </a:xfrm>
            <a:custGeom>
              <a:avLst/>
              <a:gdLst/>
              <a:ahLst/>
              <a:cxnLst/>
              <a:rect l="l" t="t" r="r" b="b"/>
              <a:pathLst>
                <a:path w="7387" h="7391" extrusionOk="0">
                  <a:moveTo>
                    <a:pt x="1402" y="0"/>
                  </a:moveTo>
                  <a:cubicBezTo>
                    <a:pt x="1103" y="0"/>
                    <a:pt x="832" y="190"/>
                    <a:pt x="730" y="475"/>
                  </a:cubicBezTo>
                  <a:lnTo>
                    <a:pt x="723" y="500"/>
                  </a:lnTo>
                  <a:cubicBezTo>
                    <a:pt x="468" y="614"/>
                    <a:pt x="302" y="869"/>
                    <a:pt x="302" y="1151"/>
                  </a:cubicBezTo>
                  <a:cubicBezTo>
                    <a:pt x="299" y="1432"/>
                    <a:pt x="465" y="1693"/>
                    <a:pt x="723" y="1809"/>
                  </a:cubicBezTo>
                  <a:lnTo>
                    <a:pt x="730" y="1836"/>
                  </a:lnTo>
                  <a:cubicBezTo>
                    <a:pt x="736" y="1850"/>
                    <a:pt x="744" y="1859"/>
                    <a:pt x="747" y="1873"/>
                  </a:cubicBezTo>
                  <a:cubicBezTo>
                    <a:pt x="652" y="1955"/>
                    <a:pt x="564" y="2043"/>
                    <a:pt x="482" y="2144"/>
                  </a:cubicBezTo>
                  <a:cubicBezTo>
                    <a:pt x="129" y="2589"/>
                    <a:pt x="0" y="3170"/>
                    <a:pt x="133" y="3729"/>
                  </a:cubicBezTo>
                  <a:cubicBezTo>
                    <a:pt x="285" y="4394"/>
                    <a:pt x="788" y="4913"/>
                    <a:pt x="1442" y="5087"/>
                  </a:cubicBezTo>
                  <a:cubicBezTo>
                    <a:pt x="1603" y="5128"/>
                    <a:pt x="1764" y="5148"/>
                    <a:pt x="1925" y="5148"/>
                  </a:cubicBezTo>
                  <a:cubicBezTo>
                    <a:pt x="1937" y="5148"/>
                    <a:pt x="1949" y="5148"/>
                    <a:pt x="1961" y="5148"/>
                  </a:cubicBezTo>
                  <a:lnTo>
                    <a:pt x="2128" y="5368"/>
                  </a:lnTo>
                  <a:lnTo>
                    <a:pt x="2128" y="6145"/>
                  </a:lnTo>
                  <a:cubicBezTo>
                    <a:pt x="2128" y="6834"/>
                    <a:pt x="2687" y="7390"/>
                    <a:pt x="3373" y="7390"/>
                  </a:cubicBezTo>
                  <a:lnTo>
                    <a:pt x="4058" y="7390"/>
                  </a:lnTo>
                  <a:cubicBezTo>
                    <a:pt x="4747" y="7390"/>
                    <a:pt x="5307" y="6834"/>
                    <a:pt x="5307" y="6145"/>
                  </a:cubicBezTo>
                  <a:lnTo>
                    <a:pt x="5307" y="5354"/>
                  </a:lnTo>
                  <a:lnTo>
                    <a:pt x="5456" y="5148"/>
                  </a:lnTo>
                  <a:cubicBezTo>
                    <a:pt x="5480" y="5148"/>
                    <a:pt x="5507" y="5151"/>
                    <a:pt x="5534" y="5151"/>
                  </a:cubicBezTo>
                  <a:cubicBezTo>
                    <a:pt x="6555" y="5151"/>
                    <a:pt x="7387" y="4316"/>
                    <a:pt x="7387" y="3295"/>
                  </a:cubicBezTo>
                  <a:cubicBezTo>
                    <a:pt x="7387" y="2827"/>
                    <a:pt x="7210" y="2399"/>
                    <a:pt x="6922" y="2074"/>
                  </a:cubicBezTo>
                  <a:cubicBezTo>
                    <a:pt x="7102" y="1941"/>
                    <a:pt x="7213" y="1734"/>
                    <a:pt x="7217" y="1507"/>
                  </a:cubicBezTo>
                  <a:cubicBezTo>
                    <a:pt x="7217" y="1253"/>
                    <a:pt x="7085" y="1018"/>
                    <a:pt x="6867" y="890"/>
                  </a:cubicBezTo>
                  <a:cubicBezTo>
                    <a:pt x="6756" y="635"/>
                    <a:pt x="6505" y="469"/>
                    <a:pt x="6226" y="469"/>
                  </a:cubicBezTo>
                  <a:cubicBezTo>
                    <a:pt x="6145" y="469"/>
                    <a:pt x="6070" y="482"/>
                    <a:pt x="5996" y="509"/>
                  </a:cubicBezTo>
                  <a:cubicBezTo>
                    <a:pt x="5863" y="387"/>
                    <a:pt x="5694" y="316"/>
                    <a:pt x="5514" y="299"/>
                  </a:cubicBezTo>
                  <a:lnTo>
                    <a:pt x="5439" y="296"/>
                  </a:lnTo>
                  <a:cubicBezTo>
                    <a:pt x="5151" y="296"/>
                    <a:pt x="4893" y="445"/>
                    <a:pt x="4740" y="669"/>
                  </a:cubicBezTo>
                  <a:cubicBezTo>
                    <a:pt x="4435" y="516"/>
                    <a:pt x="4092" y="431"/>
                    <a:pt x="3732" y="431"/>
                  </a:cubicBezTo>
                  <a:cubicBezTo>
                    <a:pt x="3257" y="431"/>
                    <a:pt x="2806" y="581"/>
                    <a:pt x="2433" y="846"/>
                  </a:cubicBezTo>
                  <a:cubicBezTo>
                    <a:pt x="2362" y="693"/>
                    <a:pt x="2240" y="567"/>
                    <a:pt x="2083" y="500"/>
                  </a:cubicBezTo>
                  <a:lnTo>
                    <a:pt x="2077" y="479"/>
                  </a:lnTo>
                  <a:cubicBezTo>
                    <a:pt x="1975" y="190"/>
                    <a:pt x="1707" y="0"/>
                    <a:pt x="14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28575" dist="19050" dir="2220000" algn="bl" rotWithShape="0">
                <a:schemeClr val="dk1">
                  <a:alpha val="2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603;p44">
              <a:extLst>
                <a:ext uri="{FF2B5EF4-FFF2-40B4-BE49-F238E27FC236}">
                  <a16:creationId xmlns:a16="http://schemas.microsoft.com/office/drawing/2014/main" id="{DB7F30E0-E8EE-D817-31C6-CB4FD298EB22}"/>
                </a:ext>
              </a:extLst>
            </p:cNvPr>
            <p:cNvSpPr/>
            <p:nvPr/>
          </p:nvSpPr>
          <p:spPr>
            <a:xfrm>
              <a:off x="4055047" y="1800747"/>
              <a:ext cx="212080" cy="196693"/>
            </a:xfrm>
            <a:custGeom>
              <a:avLst/>
              <a:gdLst/>
              <a:ahLst/>
              <a:cxnLst/>
              <a:rect l="l" t="t" r="r" b="b"/>
              <a:pathLst>
                <a:path w="3363" h="3119" extrusionOk="0">
                  <a:moveTo>
                    <a:pt x="591" y="1"/>
                  </a:moveTo>
                  <a:cubicBezTo>
                    <a:pt x="214" y="1"/>
                    <a:pt x="0" y="428"/>
                    <a:pt x="228" y="729"/>
                  </a:cubicBezTo>
                  <a:lnTo>
                    <a:pt x="811" y="1503"/>
                  </a:lnTo>
                  <a:cubicBezTo>
                    <a:pt x="872" y="1581"/>
                    <a:pt x="906" y="1676"/>
                    <a:pt x="906" y="1775"/>
                  </a:cubicBezTo>
                  <a:lnTo>
                    <a:pt x="906" y="2663"/>
                  </a:lnTo>
                  <a:cubicBezTo>
                    <a:pt x="906" y="2915"/>
                    <a:pt x="1109" y="3119"/>
                    <a:pt x="1361" y="3119"/>
                  </a:cubicBezTo>
                  <a:lnTo>
                    <a:pt x="2050" y="3119"/>
                  </a:lnTo>
                  <a:cubicBezTo>
                    <a:pt x="2301" y="3119"/>
                    <a:pt x="2504" y="2915"/>
                    <a:pt x="2504" y="2663"/>
                  </a:cubicBezTo>
                  <a:lnTo>
                    <a:pt x="2504" y="1768"/>
                  </a:lnTo>
                  <a:cubicBezTo>
                    <a:pt x="2504" y="1673"/>
                    <a:pt x="2534" y="1581"/>
                    <a:pt x="2589" y="1503"/>
                  </a:cubicBezTo>
                  <a:lnTo>
                    <a:pt x="3149" y="720"/>
                  </a:lnTo>
                  <a:cubicBezTo>
                    <a:pt x="3363" y="418"/>
                    <a:pt x="3149" y="1"/>
                    <a:pt x="2779" y="1"/>
                  </a:cubicBezTo>
                  <a:lnTo>
                    <a:pt x="1951" y="1"/>
                  </a:lnTo>
                  <a:lnTo>
                    <a:pt x="1951" y="1069"/>
                  </a:lnTo>
                  <a:cubicBezTo>
                    <a:pt x="1951" y="1202"/>
                    <a:pt x="1846" y="1313"/>
                    <a:pt x="1717" y="1316"/>
                  </a:cubicBezTo>
                  <a:lnTo>
                    <a:pt x="1710" y="1316"/>
                  </a:lnTo>
                  <a:cubicBezTo>
                    <a:pt x="1574" y="1316"/>
                    <a:pt x="1466" y="1208"/>
                    <a:pt x="1466" y="1075"/>
                  </a:cubicBezTo>
                  <a:lnTo>
                    <a:pt x="146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604;p44">
              <a:extLst>
                <a:ext uri="{FF2B5EF4-FFF2-40B4-BE49-F238E27FC236}">
                  <a16:creationId xmlns:a16="http://schemas.microsoft.com/office/drawing/2014/main" id="{0BF22BD9-38B3-9902-95A9-75C80A37BAEA}"/>
                </a:ext>
              </a:extLst>
            </p:cNvPr>
            <p:cNvSpPr/>
            <p:nvPr/>
          </p:nvSpPr>
          <p:spPr>
            <a:xfrm>
              <a:off x="4063119" y="1800305"/>
              <a:ext cx="196314" cy="197576"/>
            </a:xfrm>
            <a:custGeom>
              <a:avLst/>
              <a:gdLst/>
              <a:ahLst/>
              <a:cxnLst/>
              <a:rect l="l" t="t" r="r" b="b"/>
              <a:pathLst>
                <a:path w="3113" h="3133" extrusionOk="0">
                  <a:moveTo>
                    <a:pt x="2651" y="14"/>
                  </a:moveTo>
                  <a:cubicBezTo>
                    <a:pt x="2783" y="14"/>
                    <a:pt x="2895" y="69"/>
                    <a:pt x="2973" y="153"/>
                  </a:cubicBezTo>
                  <a:cubicBezTo>
                    <a:pt x="3055" y="235"/>
                    <a:pt x="3099" y="346"/>
                    <a:pt x="3099" y="462"/>
                  </a:cubicBezTo>
                  <a:cubicBezTo>
                    <a:pt x="3099" y="550"/>
                    <a:pt x="3075" y="642"/>
                    <a:pt x="3017" y="723"/>
                  </a:cubicBezTo>
                  <a:lnTo>
                    <a:pt x="2454" y="1507"/>
                  </a:lnTo>
                  <a:cubicBezTo>
                    <a:pt x="2400" y="1585"/>
                    <a:pt x="2370" y="1680"/>
                    <a:pt x="2370" y="1775"/>
                  </a:cubicBezTo>
                  <a:lnTo>
                    <a:pt x="2370" y="2670"/>
                  </a:lnTo>
                  <a:cubicBezTo>
                    <a:pt x="2370" y="2797"/>
                    <a:pt x="2318" y="2908"/>
                    <a:pt x="2237" y="2990"/>
                  </a:cubicBezTo>
                  <a:cubicBezTo>
                    <a:pt x="2159" y="3071"/>
                    <a:pt x="2044" y="3118"/>
                    <a:pt x="1922" y="3118"/>
                  </a:cubicBezTo>
                  <a:lnTo>
                    <a:pt x="1233" y="3118"/>
                  </a:lnTo>
                  <a:cubicBezTo>
                    <a:pt x="1108" y="3118"/>
                    <a:pt x="995" y="3071"/>
                    <a:pt x="914" y="2990"/>
                  </a:cubicBezTo>
                  <a:cubicBezTo>
                    <a:pt x="832" y="2908"/>
                    <a:pt x="785" y="2797"/>
                    <a:pt x="785" y="2670"/>
                  </a:cubicBezTo>
                  <a:lnTo>
                    <a:pt x="785" y="1782"/>
                  </a:lnTo>
                  <a:cubicBezTo>
                    <a:pt x="785" y="1683"/>
                    <a:pt x="751" y="1585"/>
                    <a:pt x="690" y="1503"/>
                  </a:cubicBezTo>
                  <a:lnTo>
                    <a:pt x="106" y="733"/>
                  </a:lnTo>
                  <a:cubicBezTo>
                    <a:pt x="42" y="648"/>
                    <a:pt x="15" y="553"/>
                    <a:pt x="15" y="462"/>
                  </a:cubicBezTo>
                  <a:cubicBezTo>
                    <a:pt x="15" y="346"/>
                    <a:pt x="59" y="235"/>
                    <a:pt x="140" y="153"/>
                  </a:cubicBezTo>
                  <a:cubicBezTo>
                    <a:pt x="218" y="69"/>
                    <a:pt x="330" y="14"/>
                    <a:pt x="463" y="14"/>
                  </a:cubicBezTo>
                  <a:lnTo>
                    <a:pt x="1332" y="14"/>
                  </a:lnTo>
                  <a:lnTo>
                    <a:pt x="1332" y="1082"/>
                  </a:lnTo>
                  <a:cubicBezTo>
                    <a:pt x="1332" y="1218"/>
                    <a:pt x="1443" y="1331"/>
                    <a:pt x="1582" y="1331"/>
                  </a:cubicBezTo>
                  <a:lnTo>
                    <a:pt x="1589" y="1331"/>
                  </a:lnTo>
                  <a:cubicBezTo>
                    <a:pt x="1725" y="1327"/>
                    <a:pt x="1830" y="1212"/>
                    <a:pt x="1830" y="1076"/>
                  </a:cubicBezTo>
                  <a:lnTo>
                    <a:pt x="1830" y="14"/>
                  </a:lnTo>
                  <a:close/>
                  <a:moveTo>
                    <a:pt x="463" y="0"/>
                  </a:moveTo>
                  <a:cubicBezTo>
                    <a:pt x="327" y="0"/>
                    <a:pt x="212" y="55"/>
                    <a:pt x="130" y="143"/>
                  </a:cubicBezTo>
                  <a:cubicBezTo>
                    <a:pt x="49" y="227"/>
                    <a:pt x="1" y="343"/>
                    <a:pt x="1" y="462"/>
                  </a:cubicBezTo>
                  <a:cubicBezTo>
                    <a:pt x="1" y="557"/>
                    <a:pt x="29" y="655"/>
                    <a:pt x="93" y="740"/>
                  </a:cubicBezTo>
                  <a:lnTo>
                    <a:pt x="680" y="1514"/>
                  </a:lnTo>
                  <a:cubicBezTo>
                    <a:pt x="737" y="1591"/>
                    <a:pt x="771" y="1687"/>
                    <a:pt x="771" y="1782"/>
                  </a:cubicBezTo>
                  <a:lnTo>
                    <a:pt x="771" y="2670"/>
                  </a:lnTo>
                  <a:cubicBezTo>
                    <a:pt x="771" y="2925"/>
                    <a:pt x="978" y="3132"/>
                    <a:pt x="1233" y="3132"/>
                  </a:cubicBezTo>
                  <a:lnTo>
                    <a:pt x="1922" y="3132"/>
                  </a:lnTo>
                  <a:cubicBezTo>
                    <a:pt x="2176" y="3132"/>
                    <a:pt x="2383" y="2925"/>
                    <a:pt x="2383" y="2670"/>
                  </a:cubicBezTo>
                  <a:lnTo>
                    <a:pt x="2383" y="1775"/>
                  </a:lnTo>
                  <a:cubicBezTo>
                    <a:pt x="2383" y="1683"/>
                    <a:pt x="2414" y="1591"/>
                    <a:pt x="2468" y="1517"/>
                  </a:cubicBezTo>
                  <a:lnTo>
                    <a:pt x="3028" y="730"/>
                  </a:lnTo>
                  <a:cubicBezTo>
                    <a:pt x="3086" y="645"/>
                    <a:pt x="3112" y="553"/>
                    <a:pt x="3112" y="462"/>
                  </a:cubicBezTo>
                  <a:cubicBezTo>
                    <a:pt x="3112" y="343"/>
                    <a:pt x="3065" y="227"/>
                    <a:pt x="2984" y="143"/>
                  </a:cubicBezTo>
                  <a:cubicBezTo>
                    <a:pt x="2902" y="55"/>
                    <a:pt x="2787" y="0"/>
                    <a:pt x="2651" y="0"/>
                  </a:cubicBezTo>
                  <a:lnTo>
                    <a:pt x="1823" y="0"/>
                  </a:lnTo>
                  <a:cubicBezTo>
                    <a:pt x="1820" y="0"/>
                    <a:pt x="1820" y="0"/>
                    <a:pt x="1816" y="4"/>
                  </a:cubicBezTo>
                  <a:lnTo>
                    <a:pt x="1816" y="8"/>
                  </a:lnTo>
                  <a:lnTo>
                    <a:pt x="1816" y="1076"/>
                  </a:lnTo>
                  <a:cubicBezTo>
                    <a:pt x="1816" y="1205"/>
                    <a:pt x="1714" y="1314"/>
                    <a:pt x="1589" y="1317"/>
                  </a:cubicBezTo>
                  <a:lnTo>
                    <a:pt x="1582" y="1317"/>
                  </a:lnTo>
                  <a:cubicBezTo>
                    <a:pt x="1518" y="1317"/>
                    <a:pt x="1457" y="1290"/>
                    <a:pt x="1416" y="1249"/>
                  </a:cubicBezTo>
                  <a:cubicBezTo>
                    <a:pt x="1372" y="1205"/>
                    <a:pt x="1345" y="1148"/>
                    <a:pt x="1345" y="1082"/>
                  </a:cubicBezTo>
                  <a:lnTo>
                    <a:pt x="1345" y="8"/>
                  </a:lnTo>
                  <a:lnTo>
                    <a:pt x="1345" y="4"/>
                  </a:lnTo>
                  <a:cubicBezTo>
                    <a:pt x="1341" y="0"/>
                    <a:pt x="1341" y="0"/>
                    <a:pt x="1338" y="0"/>
                  </a:cubicBezTo>
                  <a:close/>
                </a:path>
              </a:pathLst>
            </a:custGeom>
            <a:solidFill>
              <a:srgbClr val="1919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605;p44">
              <a:extLst>
                <a:ext uri="{FF2B5EF4-FFF2-40B4-BE49-F238E27FC236}">
                  <a16:creationId xmlns:a16="http://schemas.microsoft.com/office/drawing/2014/main" id="{531A5F2F-5CF8-9550-8364-936876505B29}"/>
                </a:ext>
              </a:extLst>
            </p:cNvPr>
            <p:cNvSpPr/>
            <p:nvPr/>
          </p:nvSpPr>
          <p:spPr>
            <a:xfrm>
              <a:off x="4112118" y="1974670"/>
              <a:ext cx="91882" cy="23396"/>
            </a:xfrm>
            <a:custGeom>
              <a:avLst/>
              <a:gdLst/>
              <a:ahLst/>
              <a:cxnLst/>
              <a:rect l="l" t="t" r="r" b="b"/>
              <a:pathLst>
                <a:path w="1457" h="371" extrusionOk="0">
                  <a:moveTo>
                    <a:pt x="1" y="1"/>
                  </a:moveTo>
                  <a:lnTo>
                    <a:pt x="1" y="1"/>
                  </a:lnTo>
                  <a:cubicBezTo>
                    <a:pt x="42" y="211"/>
                    <a:pt x="229" y="370"/>
                    <a:pt x="456" y="370"/>
                  </a:cubicBezTo>
                  <a:lnTo>
                    <a:pt x="1145" y="370"/>
                  </a:lnTo>
                  <a:cubicBezTo>
                    <a:pt x="1267" y="370"/>
                    <a:pt x="1375" y="323"/>
                    <a:pt x="1457" y="245"/>
                  </a:cubicBezTo>
                  <a:lnTo>
                    <a:pt x="1457" y="245"/>
                  </a:lnTo>
                  <a:cubicBezTo>
                    <a:pt x="1375" y="323"/>
                    <a:pt x="1267" y="367"/>
                    <a:pt x="1145" y="367"/>
                  </a:cubicBezTo>
                  <a:lnTo>
                    <a:pt x="456" y="367"/>
                  </a:lnTo>
                  <a:cubicBezTo>
                    <a:pt x="232" y="367"/>
                    <a:pt x="46" y="211"/>
                    <a:pt x="1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606;p44">
              <a:extLst>
                <a:ext uri="{FF2B5EF4-FFF2-40B4-BE49-F238E27FC236}">
                  <a16:creationId xmlns:a16="http://schemas.microsoft.com/office/drawing/2014/main" id="{1051A6FE-5A8F-33F3-502F-32825DBE5BD5}"/>
                </a:ext>
              </a:extLst>
            </p:cNvPr>
            <p:cNvSpPr/>
            <p:nvPr/>
          </p:nvSpPr>
          <p:spPr>
            <a:xfrm>
              <a:off x="4112622" y="1825341"/>
              <a:ext cx="137225" cy="171657"/>
            </a:xfrm>
            <a:custGeom>
              <a:avLst/>
              <a:gdLst/>
              <a:ahLst/>
              <a:cxnLst/>
              <a:rect l="l" t="t" r="r" b="b"/>
              <a:pathLst>
                <a:path w="2176" h="2722" extrusionOk="0">
                  <a:moveTo>
                    <a:pt x="1710" y="1"/>
                  </a:moveTo>
                  <a:cubicBezTo>
                    <a:pt x="1520" y="146"/>
                    <a:pt x="1292" y="248"/>
                    <a:pt x="1045" y="286"/>
                  </a:cubicBezTo>
                  <a:lnTo>
                    <a:pt x="1045" y="492"/>
                  </a:lnTo>
                  <a:lnTo>
                    <a:pt x="1109" y="580"/>
                  </a:lnTo>
                  <a:cubicBezTo>
                    <a:pt x="1198" y="580"/>
                    <a:pt x="1341" y="486"/>
                    <a:pt x="1459" y="486"/>
                  </a:cubicBezTo>
                  <a:cubicBezTo>
                    <a:pt x="1507" y="486"/>
                    <a:pt x="1547" y="499"/>
                    <a:pt x="1585" y="540"/>
                  </a:cubicBezTo>
                  <a:cubicBezTo>
                    <a:pt x="1707" y="672"/>
                    <a:pt x="1245" y="1133"/>
                    <a:pt x="1245" y="1133"/>
                  </a:cubicBezTo>
                  <a:cubicBezTo>
                    <a:pt x="1205" y="1191"/>
                    <a:pt x="1170" y="1290"/>
                    <a:pt x="1170" y="1361"/>
                  </a:cubicBezTo>
                  <a:lnTo>
                    <a:pt x="1164" y="1877"/>
                  </a:lnTo>
                  <a:cubicBezTo>
                    <a:pt x="1164" y="2067"/>
                    <a:pt x="1007" y="2220"/>
                    <a:pt x="818" y="2220"/>
                  </a:cubicBezTo>
                  <a:lnTo>
                    <a:pt x="295" y="2220"/>
                  </a:lnTo>
                  <a:cubicBezTo>
                    <a:pt x="173" y="2220"/>
                    <a:pt x="68" y="2159"/>
                    <a:pt x="7" y="2067"/>
                  </a:cubicBezTo>
                  <a:lnTo>
                    <a:pt x="0" y="2148"/>
                  </a:lnTo>
                  <a:lnTo>
                    <a:pt x="0" y="2273"/>
                  </a:lnTo>
                  <a:cubicBezTo>
                    <a:pt x="0" y="2400"/>
                    <a:pt x="47" y="2511"/>
                    <a:pt x="129" y="2593"/>
                  </a:cubicBezTo>
                  <a:cubicBezTo>
                    <a:pt x="210" y="2674"/>
                    <a:pt x="323" y="2721"/>
                    <a:pt x="448" y="2721"/>
                  </a:cubicBezTo>
                  <a:lnTo>
                    <a:pt x="1137" y="2721"/>
                  </a:lnTo>
                  <a:cubicBezTo>
                    <a:pt x="1259" y="2721"/>
                    <a:pt x="1374" y="2674"/>
                    <a:pt x="1452" y="2593"/>
                  </a:cubicBezTo>
                  <a:cubicBezTo>
                    <a:pt x="1533" y="2511"/>
                    <a:pt x="1585" y="2400"/>
                    <a:pt x="1585" y="2273"/>
                  </a:cubicBezTo>
                  <a:lnTo>
                    <a:pt x="1585" y="1378"/>
                  </a:lnTo>
                  <a:cubicBezTo>
                    <a:pt x="1585" y="1283"/>
                    <a:pt x="1615" y="1188"/>
                    <a:pt x="1669" y="1110"/>
                  </a:cubicBezTo>
                  <a:lnTo>
                    <a:pt x="2175" y="405"/>
                  </a:lnTo>
                  <a:cubicBezTo>
                    <a:pt x="1981" y="316"/>
                    <a:pt x="1822" y="177"/>
                    <a:pt x="171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607;p44">
              <a:extLst>
                <a:ext uri="{FF2B5EF4-FFF2-40B4-BE49-F238E27FC236}">
                  <a16:creationId xmlns:a16="http://schemas.microsoft.com/office/drawing/2014/main" id="{51E48CDB-3FBD-D64F-2665-39EA42702EE8}"/>
                </a:ext>
              </a:extLst>
            </p:cNvPr>
            <p:cNvSpPr/>
            <p:nvPr/>
          </p:nvSpPr>
          <p:spPr>
            <a:xfrm>
              <a:off x="4111740" y="1843313"/>
              <a:ext cx="138297" cy="154567"/>
            </a:xfrm>
            <a:custGeom>
              <a:avLst/>
              <a:gdLst/>
              <a:ahLst/>
              <a:cxnLst/>
              <a:rect l="l" t="t" r="r" b="b"/>
              <a:pathLst>
                <a:path w="2193" h="2451" extrusionOk="0">
                  <a:moveTo>
                    <a:pt x="1052" y="1"/>
                  </a:moveTo>
                  <a:lnTo>
                    <a:pt x="1052" y="197"/>
                  </a:lnTo>
                  <a:lnTo>
                    <a:pt x="1059" y="207"/>
                  </a:lnTo>
                  <a:lnTo>
                    <a:pt x="1059" y="1"/>
                  </a:lnTo>
                  <a:close/>
                  <a:moveTo>
                    <a:pt x="2189" y="120"/>
                  </a:moveTo>
                  <a:lnTo>
                    <a:pt x="1683" y="825"/>
                  </a:lnTo>
                  <a:cubicBezTo>
                    <a:pt x="1629" y="903"/>
                    <a:pt x="1599" y="998"/>
                    <a:pt x="1599" y="1093"/>
                  </a:cubicBezTo>
                  <a:lnTo>
                    <a:pt x="1599" y="1988"/>
                  </a:lnTo>
                  <a:cubicBezTo>
                    <a:pt x="1599" y="2115"/>
                    <a:pt x="1547" y="2226"/>
                    <a:pt x="1466" y="2308"/>
                  </a:cubicBezTo>
                  <a:cubicBezTo>
                    <a:pt x="1388" y="2389"/>
                    <a:pt x="1273" y="2436"/>
                    <a:pt x="1151" y="2436"/>
                  </a:cubicBezTo>
                  <a:lnTo>
                    <a:pt x="462" y="2436"/>
                  </a:lnTo>
                  <a:cubicBezTo>
                    <a:pt x="337" y="2436"/>
                    <a:pt x="224" y="2389"/>
                    <a:pt x="143" y="2308"/>
                  </a:cubicBezTo>
                  <a:cubicBezTo>
                    <a:pt x="61" y="2226"/>
                    <a:pt x="14" y="2115"/>
                    <a:pt x="14" y="1988"/>
                  </a:cubicBezTo>
                  <a:lnTo>
                    <a:pt x="14" y="1863"/>
                  </a:lnTo>
                  <a:lnTo>
                    <a:pt x="0" y="1996"/>
                  </a:lnTo>
                  <a:cubicBezTo>
                    <a:pt x="0" y="2026"/>
                    <a:pt x="4" y="2054"/>
                    <a:pt x="7" y="2084"/>
                  </a:cubicBezTo>
                  <a:cubicBezTo>
                    <a:pt x="52" y="2294"/>
                    <a:pt x="238" y="2450"/>
                    <a:pt x="462" y="2450"/>
                  </a:cubicBezTo>
                  <a:lnTo>
                    <a:pt x="1151" y="2450"/>
                  </a:lnTo>
                  <a:cubicBezTo>
                    <a:pt x="1273" y="2450"/>
                    <a:pt x="1381" y="2406"/>
                    <a:pt x="1463" y="2328"/>
                  </a:cubicBezTo>
                  <a:cubicBezTo>
                    <a:pt x="1551" y="2246"/>
                    <a:pt x="1605" y="2128"/>
                    <a:pt x="1605" y="1999"/>
                  </a:cubicBezTo>
                  <a:lnTo>
                    <a:pt x="1605" y="1100"/>
                  </a:lnTo>
                  <a:cubicBezTo>
                    <a:pt x="1605" y="1005"/>
                    <a:pt x="1635" y="909"/>
                    <a:pt x="1690" y="835"/>
                  </a:cubicBezTo>
                  <a:lnTo>
                    <a:pt x="2192" y="120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608;p44">
              <a:extLst>
                <a:ext uri="{FF2B5EF4-FFF2-40B4-BE49-F238E27FC236}">
                  <a16:creationId xmlns:a16="http://schemas.microsoft.com/office/drawing/2014/main" id="{BAB74C21-0373-638B-531A-5CACB473BA27}"/>
                </a:ext>
              </a:extLst>
            </p:cNvPr>
            <p:cNvSpPr/>
            <p:nvPr/>
          </p:nvSpPr>
          <p:spPr>
            <a:xfrm>
              <a:off x="4074092" y="1825341"/>
              <a:ext cx="73027" cy="45405"/>
            </a:xfrm>
            <a:custGeom>
              <a:avLst/>
              <a:gdLst/>
              <a:ahLst/>
              <a:cxnLst/>
              <a:rect l="l" t="t" r="r" b="b"/>
              <a:pathLst>
                <a:path w="1158" h="720" extrusionOk="0">
                  <a:moveTo>
                    <a:pt x="522" y="1"/>
                  </a:moveTo>
                  <a:cubicBezTo>
                    <a:pt x="400" y="194"/>
                    <a:pt x="217" y="347"/>
                    <a:pt x="0" y="428"/>
                  </a:cubicBezTo>
                  <a:lnTo>
                    <a:pt x="221" y="720"/>
                  </a:lnTo>
                  <a:cubicBezTo>
                    <a:pt x="339" y="519"/>
                    <a:pt x="543" y="466"/>
                    <a:pt x="730" y="466"/>
                  </a:cubicBezTo>
                  <a:cubicBezTo>
                    <a:pt x="954" y="466"/>
                    <a:pt x="1158" y="547"/>
                    <a:pt x="1158" y="547"/>
                  </a:cubicBezTo>
                  <a:lnTo>
                    <a:pt x="1158" y="356"/>
                  </a:lnTo>
                  <a:lnTo>
                    <a:pt x="896" y="207"/>
                  </a:lnTo>
                  <a:cubicBezTo>
                    <a:pt x="763" y="156"/>
                    <a:pt x="638" y="85"/>
                    <a:pt x="5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609;p44">
              <a:extLst>
                <a:ext uri="{FF2B5EF4-FFF2-40B4-BE49-F238E27FC236}">
                  <a16:creationId xmlns:a16="http://schemas.microsoft.com/office/drawing/2014/main" id="{27078589-37B2-9741-0E0B-A682B62C4F8A}"/>
                </a:ext>
              </a:extLst>
            </p:cNvPr>
            <p:cNvSpPr/>
            <p:nvPr/>
          </p:nvSpPr>
          <p:spPr>
            <a:xfrm>
              <a:off x="4073650" y="1852331"/>
              <a:ext cx="14441" cy="18856"/>
            </a:xfrm>
            <a:custGeom>
              <a:avLst/>
              <a:gdLst/>
              <a:ahLst/>
              <a:cxnLst/>
              <a:rect l="l" t="t" r="r" b="b"/>
              <a:pathLst>
                <a:path w="229" h="299" extrusionOk="0">
                  <a:moveTo>
                    <a:pt x="7" y="0"/>
                  </a:moveTo>
                  <a:cubicBezTo>
                    <a:pt x="7" y="0"/>
                    <a:pt x="4" y="3"/>
                    <a:pt x="0" y="3"/>
                  </a:cubicBezTo>
                  <a:lnTo>
                    <a:pt x="224" y="298"/>
                  </a:lnTo>
                  <a:cubicBezTo>
                    <a:pt x="224" y="295"/>
                    <a:pt x="228" y="292"/>
                    <a:pt x="228" y="292"/>
                  </a:cubicBezTo>
                  <a:lnTo>
                    <a:pt x="7" y="0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610;p44">
              <a:extLst>
                <a:ext uri="{FF2B5EF4-FFF2-40B4-BE49-F238E27FC236}">
                  <a16:creationId xmlns:a16="http://schemas.microsoft.com/office/drawing/2014/main" id="{B22AA817-488D-6ACD-5E6C-944BB60C7573}"/>
                </a:ext>
              </a:extLst>
            </p:cNvPr>
            <p:cNvSpPr/>
            <p:nvPr/>
          </p:nvSpPr>
          <p:spPr>
            <a:xfrm>
              <a:off x="3983157" y="1658669"/>
              <a:ext cx="361223" cy="197765"/>
            </a:xfrm>
            <a:custGeom>
              <a:avLst/>
              <a:gdLst/>
              <a:ahLst/>
              <a:cxnLst/>
              <a:rect l="l" t="t" r="r" b="b"/>
              <a:pathLst>
                <a:path w="5728" h="3136" extrusionOk="0">
                  <a:moveTo>
                    <a:pt x="2864" y="0"/>
                  </a:moveTo>
                  <a:cubicBezTo>
                    <a:pt x="2188" y="0"/>
                    <a:pt x="1615" y="458"/>
                    <a:pt x="1446" y="1083"/>
                  </a:cubicBezTo>
                  <a:cubicBezTo>
                    <a:pt x="1327" y="1039"/>
                    <a:pt x="1198" y="1012"/>
                    <a:pt x="1062" y="1012"/>
                  </a:cubicBezTo>
                  <a:cubicBezTo>
                    <a:pt x="478" y="1012"/>
                    <a:pt x="0" y="1487"/>
                    <a:pt x="0" y="2074"/>
                  </a:cubicBezTo>
                  <a:cubicBezTo>
                    <a:pt x="0" y="2661"/>
                    <a:pt x="478" y="3135"/>
                    <a:pt x="1062" y="3135"/>
                  </a:cubicBezTo>
                  <a:cubicBezTo>
                    <a:pt x="1446" y="3135"/>
                    <a:pt x="1778" y="2935"/>
                    <a:pt x="1964" y="2633"/>
                  </a:cubicBezTo>
                  <a:cubicBezTo>
                    <a:pt x="2213" y="2827"/>
                    <a:pt x="2525" y="2942"/>
                    <a:pt x="2864" y="2942"/>
                  </a:cubicBezTo>
                  <a:cubicBezTo>
                    <a:pt x="3203" y="2942"/>
                    <a:pt x="3516" y="2827"/>
                    <a:pt x="3763" y="2633"/>
                  </a:cubicBezTo>
                  <a:cubicBezTo>
                    <a:pt x="3953" y="2935"/>
                    <a:pt x="4285" y="3135"/>
                    <a:pt x="4665" y="3135"/>
                  </a:cubicBezTo>
                  <a:cubicBezTo>
                    <a:pt x="5253" y="3135"/>
                    <a:pt x="5727" y="2661"/>
                    <a:pt x="5727" y="2074"/>
                  </a:cubicBezTo>
                  <a:cubicBezTo>
                    <a:pt x="5727" y="1487"/>
                    <a:pt x="5253" y="1012"/>
                    <a:pt x="4665" y="1012"/>
                  </a:cubicBezTo>
                  <a:cubicBezTo>
                    <a:pt x="4529" y="1012"/>
                    <a:pt x="4401" y="1039"/>
                    <a:pt x="4282" y="1083"/>
                  </a:cubicBezTo>
                  <a:cubicBezTo>
                    <a:pt x="4113" y="458"/>
                    <a:pt x="3543" y="0"/>
                    <a:pt x="286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611;p44">
              <a:extLst>
                <a:ext uri="{FF2B5EF4-FFF2-40B4-BE49-F238E27FC236}">
                  <a16:creationId xmlns:a16="http://schemas.microsoft.com/office/drawing/2014/main" id="{408A3AA2-D095-4304-07C0-CC8D573FCCAF}"/>
                </a:ext>
              </a:extLst>
            </p:cNvPr>
            <p:cNvSpPr/>
            <p:nvPr/>
          </p:nvSpPr>
          <p:spPr>
            <a:xfrm>
              <a:off x="3982716" y="1658227"/>
              <a:ext cx="362106" cy="198585"/>
            </a:xfrm>
            <a:custGeom>
              <a:avLst/>
              <a:gdLst/>
              <a:ahLst/>
              <a:cxnLst/>
              <a:rect l="l" t="t" r="r" b="b"/>
              <a:pathLst>
                <a:path w="5742" h="3149" extrusionOk="0">
                  <a:moveTo>
                    <a:pt x="2871" y="14"/>
                  </a:moveTo>
                  <a:cubicBezTo>
                    <a:pt x="3546" y="14"/>
                    <a:pt x="4113" y="472"/>
                    <a:pt x="4282" y="1093"/>
                  </a:cubicBezTo>
                  <a:lnTo>
                    <a:pt x="4286" y="1096"/>
                  </a:lnTo>
                  <a:lnTo>
                    <a:pt x="4292" y="1096"/>
                  </a:lnTo>
                  <a:cubicBezTo>
                    <a:pt x="4411" y="1052"/>
                    <a:pt x="4541" y="1025"/>
                    <a:pt x="4672" y="1025"/>
                  </a:cubicBezTo>
                  <a:cubicBezTo>
                    <a:pt x="4964" y="1025"/>
                    <a:pt x="5229" y="1144"/>
                    <a:pt x="5419" y="1334"/>
                  </a:cubicBezTo>
                  <a:cubicBezTo>
                    <a:pt x="5609" y="1524"/>
                    <a:pt x="5728" y="1788"/>
                    <a:pt x="5728" y="2081"/>
                  </a:cubicBezTo>
                  <a:cubicBezTo>
                    <a:pt x="5728" y="2372"/>
                    <a:pt x="5609" y="2634"/>
                    <a:pt x="5419" y="2827"/>
                  </a:cubicBezTo>
                  <a:cubicBezTo>
                    <a:pt x="5229" y="3017"/>
                    <a:pt x="4964" y="3136"/>
                    <a:pt x="4672" y="3136"/>
                  </a:cubicBezTo>
                  <a:cubicBezTo>
                    <a:pt x="4296" y="3136"/>
                    <a:pt x="3963" y="2936"/>
                    <a:pt x="3777" y="2637"/>
                  </a:cubicBezTo>
                  <a:cubicBezTo>
                    <a:pt x="3777" y="2634"/>
                    <a:pt x="3773" y="2634"/>
                    <a:pt x="3773" y="2634"/>
                  </a:cubicBezTo>
                  <a:lnTo>
                    <a:pt x="3767" y="2634"/>
                  </a:lnTo>
                  <a:cubicBezTo>
                    <a:pt x="3519" y="2827"/>
                    <a:pt x="3210" y="2942"/>
                    <a:pt x="2871" y="2942"/>
                  </a:cubicBezTo>
                  <a:cubicBezTo>
                    <a:pt x="2535" y="2942"/>
                    <a:pt x="2223" y="2827"/>
                    <a:pt x="1975" y="2634"/>
                  </a:cubicBezTo>
                  <a:lnTo>
                    <a:pt x="1971" y="2634"/>
                  </a:lnTo>
                  <a:cubicBezTo>
                    <a:pt x="1968" y="2634"/>
                    <a:pt x="1968" y="2634"/>
                    <a:pt x="1965" y="2637"/>
                  </a:cubicBezTo>
                  <a:cubicBezTo>
                    <a:pt x="1778" y="2936"/>
                    <a:pt x="1449" y="3136"/>
                    <a:pt x="1069" y="3136"/>
                  </a:cubicBezTo>
                  <a:cubicBezTo>
                    <a:pt x="778" y="3136"/>
                    <a:pt x="516" y="3017"/>
                    <a:pt x="322" y="2827"/>
                  </a:cubicBezTo>
                  <a:cubicBezTo>
                    <a:pt x="133" y="2634"/>
                    <a:pt x="14" y="2372"/>
                    <a:pt x="14" y="2081"/>
                  </a:cubicBezTo>
                  <a:cubicBezTo>
                    <a:pt x="14" y="1788"/>
                    <a:pt x="133" y="1524"/>
                    <a:pt x="322" y="1334"/>
                  </a:cubicBezTo>
                  <a:cubicBezTo>
                    <a:pt x="516" y="1144"/>
                    <a:pt x="778" y="1025"/>
                    <a:pt x="1069" y="1025"/>
                  </a:cubicBezTo>
                  <a:cubicBezTo>
                    <a:pt x="1205" y="1025"/>
                    <a:pt x="1334" y="1052"/>
                    <a:pt x="1453" y="1096"/>
                  </a:cubicBezTo>
                  <a:lnTo>
                    <a:pt x="1456" y="1096"/>
                  </a:lnTo>
                  <a:cubicBezTo>
                    <a:pt x="1459" y="1096"/>
                    <a:pt x="1459" y="1093"/>
                    <a:pt x="1459" y="1093"/>
                  </a:cubicBezTo>
                  <a:cubicBezTo>
                    <a:pt x="1629" y="472"/>
                    <a:pt x="2195" y="14"/>
                    <a:pt x="2871" y="14"/>
                  </a:cubicBezTo>
                  <a:close/>
                  <a:moveTo>
                    <a:pt x="2871" y="1"/>
                  </a:moveTo>
                  <a:cubicBezTo>
                    <a:pt x="2195" y="1"/>
                    <a:pt x="1624" y="457"/>
                    <a:pt x="1449" y="1080"/>
                  </a:cubicBezTo>
                  <a:lnTo>
                    <a:pt x="1449" y="1080"/>
                  </a:lnTo>
                  <a:cubicBezTo>
                    <a:pt x="1332" y="1038"/>
                    <a:pt x="1202" y="1011"/>
                    <a:pt x="1069" y="1011"/>
                  </a:cubicBezTo>
                  <a:cubicBezTo>
                    <a:pt x="479" y="1011"/>
                    <a:pt x="1" y="1490"/>
                    <a:pt x="1" y="2081"/>
                  </a:cubicBezTo>
                  <a:cubicBezTo>
                    <a:pt x="1" y="2671"/>
                    <a:pt x="479" y="3149"/>
                    <a:pt x="1069" y="3149"/>
                  </a:cubicBezTo>
                  <a:cubicBezTo>
                    <a:pt x="1450" y="3149"/>
                    <a:pt x="1784" y="2948"/>
                    <a:pt x="1975" y="2649"/>
                  </a:cubicBezTo>
                  <a:lnTo>
                    <a:pt x="1975" y="2649"/>
                  </a:lnTo>
                  <a:cubicBezTo>
                    <a:pt x="2222" y="2843"/>
                    <a:pt x="2535" y="2956"/>
                    <a:pt x="2871" y="2956"/>
                  </a:cubicBezTo>
                  <a:cubicBezTo>
                    <a:pt x="3210" y="2956"/>
                    <a:pt x="3520" y="2842"/>
                    <a:pt x="3770" y="2648"/>
                  </a:cubicBezTo>
                  <a:lnTo>
                    <a:pt x="3770" y="2648"/>
                  </a:lnTo>
                  <a:cubicBezTo>
                    <a:pt x="3957" y="2948"/>
                    <a:pt x="4291" y="3149"/>
                    <a:pt x="4672" y="3149"/>
                  </a:cubicBezTo>
                  <a:cubicBezTo>
                    <a:pt x="5263" y="3149"/>
                    <a:pt x="5742" y="2671"/>
                    <a:pt x="5742" y="2081"/>
                  </a:cubicBezTo>
                  <a:cubicBezTo>
                    <a:pt x="5742" y="1490"/>
                    <a:pt x="5263" y="1011"/>
                    <a:pt x="4672" y="1011"/>
                  </a:cubicBezTo>
                  <a:cubicBezTo>
                    <a:pt x="4539" y="1011"/>
                    <a:pt x="4413" y="1038"/>
                    <a:pt x="4294" y="1080"/>
                  </a:cubicBezTo>
                  <a:lnTo>
                    <a:pt x="4294" y="1080"/>
                  </a:lnTo>
                  <a:cubicBezTo>
                    <a:pt x="4120" y="457"/>
                    <a:pt x="3549" y="1"/>
                    <a:pt x="2871" y="1"/>
                  </a:cubicBezTo>
                  <a:close/>
                </a:path>
              </a:pathLst>
            </a:custGeom>
            <a:solidFill>
              <a:srgbClr val="1919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612;p44">
              <a:extLst>
                <a:ext uri="{FF2B5EF4-FFF2-40B4-BE49-F238E27FC236}">
                  <a16:creationId xmlns:a16="http://schemas.microsoft.com/office/drawing/2014/main" id="{843FC153-5672-5C5D-6155-FD4E154FE180}"/>
                </a:ext>
              </a:extLst>
            </p:cNvPr>
            <p:cNvSpPr/>
            <p:nvPr/>
          </p:nvSpPr>
          <p:spPr>
            <a:xfrm>
              <a:off x="3984229" y="1659047"/>
              <a:ext cx="359710" cy="196945"/>
            </a:xfrm>
            <a:custGeom>
              <a:avLst/>
              <a:gdLst/>
              <a:ahLst/>
              <a:cxnLst/>
              <a:rect l="l" t="t" r="r" b="b"/>
              <a:pathLst>
                <a:path w="5704" h="3123" extrusionOk="0">
                  <a:moveTo>
                    <a:pt x="2847" y="1"/>
                  </a:moveTo>
                  <a:cubicBezTo>
                    <a:pt x="2206" y="1"/>
                    <a:pt x="1659" y="415"/>
                    <a:pt x="1463" y="992"/>
                  </a:cubicBezTo>
                  <a:lnTo>
                    <a:pt x="1466" y="992"/>
                  </a:lnTo>
                  <a:cubicBezTo>
                    <a:pt x="1618" y="544"/>
                    <a:pt x="2144" y="82"/>
                    <a:pt x="2741" y="82"/>
                  </a:cubicBezTo>
                  <a:cubicBezTo>
                    <a:pt x="2779" y="82"/>
                    <a:pt x="2813" y="86"/>
                    <a:pt x="2847" y="90"/>
                  </a:cubicBezTo>
                  <a:cubicBezTo>
                    <a:pt x="3499" y="147"/>
                    <a:pt x="3845" y="887"/>
                    <a:pt x="4008" y="1362"/>
                  </a:cubicBezTo>
                  <a:cubicBezTo>
                    <a:pt x="4044" y="1348"/>
                    <a:pt x="4102" y="1341"/>
                    <a:pt x="4166" y="1341"/>
                  </a:cubicBezTo>
                  <a:cubicBezTo>
                    <a:pt x="4285" y="1341"/>
                    <a:pt x="4438" y="1368"/>
                    <a:pt x="4567" y="1429"/>
                  </a:cubicBezTo>
                  <a:cubicBezTo>
                    <a:pt x="4842" y="1559"/>
                    <a:pt x="4899" y="1861"/>
                    <a:pt x="4838" y="2047"/>
                  </a:cubicBezTo>
                  <a:cubicBezTo>
                    <a:pt x="4733" y="2362"/>
                    <a:pt x="4537" y="2498"/>
                    <a:pt x="4221" y="2498"/>
                  </a:cubicBezTo>
                  <a:lnTo>
                    <a:pt x="4160" y="2498"/>
                  </a:lnTo>
                  <a:cubicBezTo>
                    <a:pt x="3970" y="2488"/>
                    <a:pt x="3814" y="2318"/>
                    <a:pt x="3671" y="2173"/>
                  </a:cubicBezTo>
                  <a:cubicBezTo>
                    <a:pt x="3438" y="2322"/>
                    <a:pt x="3139" y="2410"/>
                    <a:pt x="2816" y="2410"/>
                  </a:cubicBezTo>
                  <a:cubicBezTo>
                    <a:pt x="2494" y="2410"/>
                    <a:pt x="2121" y="2379"/>
                    <a:pt x="1886" y="2234"/>
                  </a:cubicBezTo>
                  <a:cubicBezTo>
                    <a:pt x="1707" y="2464"/>
                    <a:pt x="1351" y="2777"/>
                    <a:pt x="987" y="2777"/>
                  </a:cubicBezTo>
                  <a:cubicBezTo>
                    <a:pt x="489" y="2777"/>
                    <a:pt x="82" y="2569"/>
                    <a:pt x="0" y="2207"/>
                  </a:cubicBezTo>
                  <a:lnTo>
                    <a:pt x="0" y="2207"/>
                  </a:lnTo>
                  <a:cubicBezTo>
                    <a:pt x="31" y="2441"/>
                    <a:pt x="140" y="2655"/>
                    <a:pt x="298" y="2814"/>
                  </a:cubicBezTo>
                  <a:cubicBezTo>
                    <a:pt x="492" y="3004"/>
                    <a:pt x="754" y="3123"/>
                    <a:pt x="1045" y="3123"/>
                  </a:cubicBezTo>
                  <a:cubicBezTo>
                    <a:pt x="1425" y="3123"/>
                    <a:pt x="1754" y="2923"/>
                    <a:pt x="1941" y="2624"/>
                  </a:cubicBezTo>
                  <a:cubicBezTo>
                    <a:pt x="1944" y="2621"/>
                    <a:pt x="1944" y="2621"/>
                    <a:pt x="1947" y="2621"/>
                  </a:cubicBezTo>
                  <a:lnTo>
                    <a:pt x="1951" y="2621"/>
                  </a:lnTo>
                  <a:cubicBezTo>
                    <a:pt x="2199" y="2814"/>
                    <a:pt x="2511" y="2929"/>
                    <a:pt x="2847" y="2929"/>
                  </a:cubicBezTo>
                  <a:cubicBezTo>
                    <a:pt x="3186" y="2929"/>
                    <a:pt x="3495" y="2814"/>
                    <a:pt x="3743" y="2621"/>
                  </a:cubicBezTo>
                  <a:lnTo>
                    <a:pt x="3749" y="2621"/>
                  </a:lnTo>
                  <a:cubicBezTo>
                    <a:pt x="3749" y="2621"/>
                    <a:pt x="3753" y="2621"/>
                    <a:pt x="3753" y="2624"/>
                  </a:cubicBezTo>
                  <a:cubicBezTo>
                    <a:pt x="3939" y="2923"/>
                    <a:pt x="4272" y="3123"/>
                    <a:pt x="4648" y="3123"/>
                  </a:cubicBezTo>
                  <a:cubicBezTo>
                    <a:pt x="4940" y="3123"/>
                    <a:pt x="5205" y="3004"/>
                    <a:pt x="5395" y="2814"/>
                  </a:cubicBezTo>
                  <a:cubicBezTo>
                    <a:pt x="5585" y="2621"/>
                    <a:pt x="5704" y="2359"/>
                    <a:pt x="5704" y="2068"/>
                  </a:cubicBezTo>
                  <a:cubicBezTo>
                    <a:pt x="5704" y="1775"/>
                    <a:pt x="5585" y="1511"/>
                    <a:pt x="5395" y="1321"/>
                  </a:cubicBezTo>
                  <a:cubicBezTo>
                    <a:pt x="5205" y="1131"/>
                    <a:pt x="4940" y="1012"/>
                    <a:pt x="4648" y="1012"/>
                  </a:cubicBezTo>
                  <a:cubicBezTo>
                    <a:pt x="4517" y="1012"/>
                    <a:pt x="4387" y="1039"/>
                    <a:pt x="4268" y="1083"/>
                  </a:cubicBezTo>
                  <a:lnTo>
                    <a:pt x="4262" y="1083"/>
                  </a:lnTo>
                  <a:lnTo>
                    <a:pt x="4258" y="1080"/>
                  </a:lnTo>
                  <a:cubicBezTo>
                    <a:pt x="4089" y="459"/>
                    <a:pt x="3522" y="1"/>
                    <a:pt x="284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613;p44">
              <a:extLst>
                <a:ext uri="{FF2B5EF4-FFF2-40B4-BE49-F238E27FC236}">
                  <a16:creationId xmlns:a16="http://schemas.microsoft.com/office/drawing/2014/main" id="{7287CED4-4D67-FAC8-0242-EF0122E07988}"/>
                </a:ext>
              </a:extLst>
            </p:cNvPr>
            <p:cNvSpPr/>
            <p:nvPr/>
          </p:nvSpPr>
          <p:spPr>
            <a:xfrm>
              <a:off x="3983346" y="1658669"/>
              <a:ext cx="361034" cy="197765"/>
            </a:xfrm>
            <a:custGeom>
              <a:avLst/>
              <a:gdLst/>
              <a:ahLst/>
              <a:cxnLst/>
              <a:rect l="l" t="t" r="r" b="b"/>
              <a:pathLst>
                <a:path w="5725" h="3136" extrusionOk="0">
                  <a:moveTo>
                    <a:pt x="2861" y="0"/>
                  </a:moveTo>
                  <a:cubicBezTo>
                    <a:pt x="2216" y="0"/>
                    <a:pt x="1667" y="417"/>
                    <a:pt x="1470" y="998"/>
                  </a:cubicBezTo>
                  <a:lnTo>
                    <a:pt x="1477" y="998"/>
                  </a:lnTo>
                  <a:cubicBezTo>
                    <a:pt x="1673" y="421"/>
                    <a:pt x="2220" y="7"/>
                    <a:pt x="2861" y="7"/>
                  </a:cubicBezTo>
                  <a:cubicBezTo>
                    <a:pt x="3536" y="7"/>
                    <a:pt x="4103" y="465"/>
                    <a:pt x="4272" y="1086"/>
                  </a:cubicBezTo>
                  <a:lnTo>
                    <a:pt x="4276" y="1089"/>
                  </a:lnTo>
                  <a:lnTo>
                    <a:pt x="4282" y="1089"/>
                  </a:lnTo>
                  <a:cubicBezTo>
                    <a:pt x="4401" y="1045"/>
                    <a:pt x="4531" y="1018"/>
                    <a:pt x="4662" y="1018"/>
                  </a:cubicBezTo>
                  <a:cubicBezTo>
                    <a:pt x="4954" y="1018"/>
                    <a:pt x="5219" y="1137"/>
                    <a:pt x="5409" y="1327"/>
                  </a:cubicBezTo>
                  <a:cubicBezTo>
                    <a:pt x="5599" y="1517"/>
                    <a:pt x="5718" y="1781"/>
                    <a:pt x="5718" y="2074"/>
                  </a:cubicBezTo>
                  <a:cubicBezTo>
                    <a:pt x="5718" y="2365"/>
                    <a:pt x="5599" y="2627"/>
                    <a:pt x="5409" y="2820"/>
                  </a:cubicBezTo>
                  <a:cubicBezTo>
                    <a:pt x="5219" y="3010"/>
                    <a:pt x="4954" y="3129"/>
                    <a:pt x="4662" y="3129"/>
                  </a:cubicBezTo>
                  <a:cubicBezTo>
                    <a:pt x="4286" y="3129"/>
                    <a:pt x="3953" y="2929"/>
                    <a:pt x="3767" y="2630"/>
                  </a:cubicBezTo>
                  <a:cubicBezTo>
                    <a:pt x="3767" y="2627"/>
                    <a:pt x="3763" y="2627"/>
                    <a:pt x="3763" y="2627"/>
                  </a:cubicBezTo>
                  <a:lnTo>
                    <a:pt x="3757" y="2627"/>
                  </a:lnTo>
                  <a:cubicBezTo>
                    <a:pt x="3509" y="2820"/>
                    <a:pt x="3200" y="2935"/>
                    <a:pt x="2861" y="2935"/>
                  </a:cubicBezTo>
                  <a:cubicBezTo>
                    <a:pt x="2525" y="2935"/>
                    <a:pt x="2213" y="2820"/>
                    <a:pt x="1965" y="2627"/>
                  </a:cubicBezTo>
                  <a:lnTo>
                    <a:pt x="1961" y="2627"/>
                  </a:lnTo>
                  <a:cubicBezTo>
                    <a:pt x="1958" y="2627"/>
                    <a:pt x="1958" y="2627"/>
                    <a:pt x="1955" y="2630"/>
                  </a:cubicBezTo>
                  <a:cubicBezTo>
                    <a:pt x="1768" y="2929"/>
                    <a:pt x="1439" y="3129"/>
                    <a:pt x="1059" y="3129"/>
                  </a:cubicBezTo>
                  <a:cubicBezTo>
                    <a:pt x="768" y="3129"/>
                    <a:pt x="506" y="3010"/>
                    <a:pt x="312" y="2820"/>
                  </a:cubicBezTo>
                  <a:cubicBezTo>
                    <a:pt x="154" y="2661"/>
                    <a:pt x="45" y="2447"/>
                    <a:pt x="14" y="2213"/>
                  </a:cubicBezTo>
                  <a:cubicBezTo>
                    <a:pt x="4" y="2168"/>
                    <a:pt x="1" y="2121"/>
                    <a:pt x="1" y="2074"/>
                  </a:cubicBezTo>
                  <a:lnTo>
                    <a:pt x="1" y="2074"/>
                  </a:lnTo>
                  <a:cubicBezTo>
                    <a:pt x="1" y="2661"/>
                    <a:pt x="476" y="3135"/>
                    <a:pt x="1059" y="3135"/>
                  </a:cubicBezTo>
                  <a:cubicBezTo>
                    <a:pt x="1443" y="3135"/>
                    <a:pt x="1775" y="2935"/>
                    <a:pt x="1961" y="2633"/>
                  </a:cubicBezTo>
                  <a:cubicBezTo>
                    <a:pt x="2210" y="2827"/>
                    <a:pt x="2522" y="2942"/>
                    <a:pt x="2861" y="2942"/>
                  </a:cubicBezTo>
                  <a:cubicBezTo>
                    <a:pt x="3200" y="2942"/>
                    <a:pt x="3513" y="2827"/>
                    <a:pt x="3763" y="2633"/>
                  </a:cubicBezTo>
                  <a:cubicBezTo>
                    <a:pt x="3950" y="2935"/>
                    <a:pt x="4282" y="3135"/>
                    <a:pt x="4662" y="3135"/>
                  </a:cubicBezTo>
                  <a:cubicBezTo>
                    <a:pt x="5250" y="3135"/>
                    <a:pt x="5724" y="2661"/>
                    <a:pt x="5724" y="2074"/>
                  </a:cubicBezTo>
                  <a:cubicBezTo>
                    <a:pt x="5724" y="1487"/>
                    <a:pt x="5250" y="1012"/>
                    <a:pt x="4662" y="1012"/>
                  </a:cubicBezTo>
                  <a:cubicBezTo>
                    <a:pt x="4526" y="1012"/>
                    <a:pt x="4398" y="1039"/>
                    <a:pt x="4279" y="1083"/>
                  </a:cubicBezTo>
                  <a:cubicBezTo>
                    <a:pt x="4110" y="458"/>
                    <a:pt x="3540" y="0"/>
                    <a:pt x="2861" y="0"/>
                  </a:cubicBez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614;p44">
              <a:extLst>
                <a:ext uri="{FF2B5EF4-FFF2-40B4-BE49-F238E27FC236}">
                  <a16:creationId xmlns:a16="http://schemas.microsoft.com/office/drawing/2014/main" id="{1D1A2FD0-C255-2119-8DCB-C74BA1D279C9}"/>
                </a:ext>
              </a:extLst>
            </p:cNvPr>
            <p:cNvSpPr/>
            <p:nvPr/>
          </p:nvSpPr>
          <p:spPr>
            <a:xfrm>
              <a:off x="3989148" y="1624237"/>
              <a:ext cx="54802" cy="60603"/>
            </a:xfrm>
            <a:custGeom>
              <a:avLst/>
              <a:gdLst/>
              <a:ahLst/>
              <a:cxnLst/>
              <a:rect l="l" t="t" r="r" b="b"/>
              <a:pathLst>
                <a:path w="869" h="961" extrusionOk="0">
                  <a:moveTo>
                    <a:pt x="435" y="0"/>
                  </a:moveTo>
                  <a:cubicBezTo>
                    <a:pt x="421" y="0"/>
                    <a:pt x="404" y="11"/>
                    <a:pt x="397" y="31"/>
                  </a:cubicBezTo>
                  <a:lnTo>
                    <a:pt x="299" y="302"/>
                  </a:lnTo>
                  <a:cubicBezTo>
                    <a:pt x="295" y="312"/>
                    <a:pt x="289" y="322"/>
                    <a:pt x="278" y="329"/>
                  </a:cubicBezTo>
                  <a:lnTo>
                    <a:pt x="34" y="438"/>
                  </a:lnTo>
                  <a:cubicBezTo>
                    <a:pt x="1" y="454"/>
                    <a:pt x="1" y="509"/>
                    <a:pt x="34" y="523"/>
                  </a:cubicBezTo>
                  <a:lnTo>
                    <a:pt x="278" y="631"/>
                  </a:lnTo>
                  <a:cubicBezTo>
                    <a:pt x="289" y="638"/>
                    <a:pt x="295" y="648"/>
                    <a:pt x="299" y="658"/>
                  </a:cubicBezTo>
                  <a:lnTo>
                    <a:pt x="397" y="933"/>
                  </a:lnTo>
                  <a:cubicBezTo>
                    <a:pt x="404" y="950"/>
                    <a:pt x="421" y="960"/>
                    <a:pt x="435" y="960"/>
                  </a:cubicBezTo>
                  <a:cubicBezTo>
                    <a:pt x="452" y="960"/>
                    <a:pt x="465" y="950"/>
                    <a:pt x="475" y="933"/>
                  </a:cubicBezTo>
                  <a:lnTo>
                    <a:pt x="571" y="658"/>
                  </a:lnTo>
                  <a:cubicBezTo>
                    <a:pt x="574" y="648"/>
                    <a:pt x="584" y="638"/>
                    <a:pt x="594" y="631"/>
                  </a:cubicBezTo>
                  <a:lnTo>
                    <a:pt x="835" y="523"/>
                  </a:lnTo>
                  <a:cubicBezTo>
                    <a:pt x="869" y="509"/>
                    <a:pt x="869" y="454"/>
                    <a:pt x="835" y="438"/>
                  </a:cubicBezTo>
                  <a:lnTo>
                    <a:pt x="594" y="329"/>
                  </a:lnTo>
                  <a:cubicBezTo>
                    <a:pt x="584" y="322"/>
                    <a:pt x="574" y="312"/>
                    <a:pt x="571" y="302"/>
                  </a:cubicBezTo>
                  <a:lnTo>
                    <a:pt x="475" y="31"/>
                  </a:lnTo>
                  <a:cubicBezTo>
                    <a:pt x="469" y="11"/>
                    <a:pt x="452" y="0"/>
                    <a:pt x="4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615;p44">
              <a:extLst>
                <a:ext uri="{FF2B5EF4-FFF2-40B4-BE49-F238E27FC236}">
                  <a16:creationId xmlns:a16="http://schemas.microsoft.com/office/drawing/2014/main" id="{0F401138-0BF7-F190-1443-F32E8D466A5E}"/>
                </a:ext>
              </a:extLst>
            </p:cNvPr>
            <p:cNvSpPr/>
            <p:nvPr/>
          </p:nvSpPr>
          <p:spPr>
            <a:xfrm>
              <a:off x="4300231" y="1653750"/>
              <a:ext cx="40928" cy="45153"/>
            </a:xfrm>
            <a:custGeom>
              <a:avLst/>
              <a:gdLst/>
              <a:ahLst/>
              <a:cxnLst/>
              <a:rect l="l" t="t" r="r" b="b"/>
              <a:pathLst>
                <a:path w="649" h="716" extrusionOk="0">
                  <a:moveTo>
                    <a:pt x="326" y="0"/>
                  </a:moveTo>
                  <a:cubicBezTo>
                    <a:pt x="312" y="0"/>
                    <a:pt x="303" y="7"/>
                    <a:pt x="295" y="24"/>
                  </a:cubicBezTo>
                  <a:lnTo>
                    <a:pt x="225" y="224"/>
                  </a:lnTo>
                  <a:cubicBezTo>
                    <a:pt x="221" y="235"/>
                    <a:pt x="214" y="241"/>
                    <a:pt x="207" y="245"/>
                  </a:cubicBezTo>
                  <a:lnTo>
                    <a:pt x="27" y="326"/>
                  </a:lnTo>
                  <a:cubicBezTo>
                    <a:pt x="1" y="340"/>
                    <a:pt x="1" y="377"/>
                    <a:pt x="27" y="390"/>
                  </a:cubicBezTo>
                  <a:lnTo>
                    <a:pt x="207" y="472"/>
                  </a:lnTo>
                  <a:cubicBezTo>
                    <a:pt x="214" y="475"/>
                    <a:pt x="221" y="482"/>
                    <a:pt x="225" y="489"/>
                  </a:cubicBezTo>
                  <a:lnTo>
                    <a:pt x="295" y="692"/>
                  </a:lnTo>
                  <a:cubicBezTo>
                    <a:pt x="303" y="706"/>
                    <a:pt x="312" y="716"/>
                    <a:pt x="326" y="716"/>
                  </a:cubicBezTo>
                  <a:cubicBezTo>
                    <a:pt x="336" y="716"/>
                    <a:pt x="347" y="706"/>
                    <a:pt x="353" y="692"/>
                  </a:cubicBezTo>
                  <a:lnTo>
                    <a:pt x="425" y="489"/>
                  </a:lnTo>
                  <a:cubicBezTo>
                    <a:pt x="428" y="482"/>
                    <a:pt x="435" y="475"/>
                    <a:pt x="442" y="472"/>
                  </a:cubicBezTo>
                  <a:lnTo>
                    <a:pt x="621" y="390"/>
                  </a:lnTo>
                  <a:cubicBezTo>
                    <a:pt x="649" y="377"/>
                    <a:pt x="649" y="340"/>
                    <a:pt x="621" y="326"/>
                  </a:cubicBezTo>
                  <a:lnTo>
                    <a:pt x="442" y="245"/>
                  </a:lnTo>
                  <a:cubicBezTo>
                    <a:pt x="435" y="241"/>
                    <a:pt x="428" y="235"/>
                    <a:pt x="425" y="224"/>
                  </a:cubicBezTo>
                  <a:lnTo>
                    <a:pt x="353" y="24"/>
                  </a:lnTo>
                  <a:cubicBezTo>
                    <a:pt x="347" y="7"/>
                    <a:pt x="336" y="0"/>
                    <a:pt x="3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616;p44">
              <a:extLst>
                <a:ext uri="{FF2B5EF4-FFF2-40B4-BE49-F238E27FC236}">
                  <a16:creationId xmlns:a16="http://schemas.microsoft.com/office/drawing/2014/main" id="{CA5C16F2-20CC-F13C-3CB1-0DF7AFC5B3CA}"/>
                </a:ext>
              </a:extLst>
            </p:cNvPr>
            <p:cNvSpPr/>
            <p:nvPr/>
          </p:nvSpPr>
          <p:spPr>
            <a:xfrm>
              <a:off x="4260060" y="1642840"/>
              <a:ext cx="22261" cy="21441"/>
            </a:xfrm>
            <a:custGeom>
              <a:avLst/>
              <a:gdLst/>
              <a:ahLst/>
              <a:cxnLst/>
              <a:rect l="l" t="t" r="r" b="b"/>
              <a:pathLst>
                <a:path w="353" h="340" extrusionOk="0">
                  <a:moveTo>
                    <a:pt x="176" y="1"/>
                  </a:moveTo>
                  <a:cubicBezTo>
                    <a:pt x="91" y="1"/>
                    <a:pt x="16" y="68"/>
                    <a:pt x="7" y="156"/>
                  </a:cubicBezTo>
                  <a:cubicBezTo>
                    <a:pt x="0" y="248"/>
                    <a:pt x="71" y="330"/>
                    <a:pt x="163" y="336"/>
                  </a:cubicBezTo>
                  <a:cubicBezTo>
                    <a:pt x="166" y="339"/>
                    <a:pt x="173" y="339"/>
                    <a:pt x="176" y="339"/>
                  </a:cubicBezTo>
                  <a:cubicBezTo>
                    <a:pt x="265" y="339"/>
                    <a:pt x="336" y="272"/>
                    <a:pt x="342" y="184"/>
                  </a:cubicBezTo>
                  <a:cubicBezTo>
                    <a:pt x="353" y="92"/>
                    <a:pt x="281" y="10"/>
                    <a:pt x="190" y="4"/>
                  </a:cubicBezTo>
                  <a:cubicBezTo>
                    <a:pt x="186" y="1"/>
                    <a:pt x="179" y="1"/>
                    <a:pt x="1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617;p44">
              <a:extLst>
                <a:ext uri="{FF2B5EF4-FFF2-40B4-BE49-F238E27FC236}">
                  <a16:creationId xmlns:a16="http://schemas.microsoft.com/office/drawing/2014/main" id="{A542010D-68F1-DDE6-9360-39FD92BF2537}"/>
                </a:ext>
              </a:extLst>
            </p:cNvPr>
            <p:cNvSpPr/>
            <p:nvPr/>
          </p:nvSpPr>
          <p:spPr>
            <a:xfrm>
              <a:off x="3966446" y="1651354"/>
              <a:ext cx="384998" cy="353971"/>
            </a:xfrm>
            <a:custGeom>
              <a:avLst/>
              <a:gdLst/>
              <a:ahLst/>
              <a:cxnLst/>
              <a:rect l="l" t="t" r="r" b="b"/>
              <a:pathLst>
                <a:path w="6105" h="5613" extrusionOk="0">
                  <a:moveTo>
                    <a:pt x="3129" y="235"/>
                  </a:moveTo>
                  <a:cubicBezTo>
                    <a:pt x="3736" y="235"/>
                    <a:pt x="4272" y="646"/>
                    <a:pt x="4432" y="1230"/>
                  </a:cubicBezTo>
                  <a:lnTo>
                    <a:pt x="4469" y="1358"/>
                  </a:lnTo>
                  <a:lnTo>
                    <a:pt x="4591" y="1311"/>
                  </a:lnTo>
                  <a:cubicBezTo>
                    <a:pt x="4700" y="1266"/>
                    <a:pt x="4815" y="1246"/>
                    <a:pt x="4930" y="1246"/>
                  </a:cubicBezTo>
                  <a:cubicBezTo>
                    <a:pt x="5450" y="1246"/>
                    <a:pt x="5873" y="1670"/>
                    <a:pt x="5873" y="2190"/>
                  </a:cubicBezTo>
                  <a:cubicBezTo>
                    <a:pt x="5873" y="2708"/>
                    <a:pt x="5450" y="3133"/>
                    <a:pt x="4930" y="3133"/>
                  </a:cubicBezTo>
                  <a:cubicBezTo>
                    <a:pt x="4605" y="3133"/>
                    <a:pt x="4303" y="2966"/>
                    <a:pt x="4130" y="2688"/>
                  </a:cubicBezTo>
                  <a:lnTo>
                    <a:pt x="4062" y="2576"/>
                  </a:lnTo>
                  <a:lnTo>
                    <a:pt x="3957" y="2655"/>
                  </a:lnTo>
                  <a:cubicBezTo>
                    <a:pt x="3720" y="2841"/>
                    <a:pt x="3430" y="2940"/>
                    <a:pt x="3129" y="2940"/>
                  </a:cubicBezTo>
                  <a:cubicBezTo>
                    <a:pt x="2827" y="2940"/>
                    <a:pt x="2542" y="2841"/>
                    <a:pt x="2304" y="2655"/>
                  </a:cubicBezTo>
                  <a:lnTo>
                    <a:pt x="2199" y="2576"/>
                  </a:lnTo>
                  <a:lnTo>
                    <a:pt x="2128" y="2688"/>
                  </a:lnTo>
                  <a:cubicBezTo>
                    <a:pt x="1955" y="2966"/>
                    <a:pt x="1656" y="3133"/>
                    <a:pt x="1327" y="3133"/>
                  </a:cubicBezTo>
                  <a:cubicBezTo>
                    <a:pt x="808" y="3133"/>
                    <a:pt x="384" y="2708"/>
                    <a:pt x="384" y="2190"/>
                  </a:cubicBezTo>
                  <a:cubicBezTo>
                    <a:pt x="384" y="1670"/>
                    <a:pt x="808" y="1246"/>
                    <a:pt x="1327" y="1246"/>
                  </a:cubicBezTo>
                  <a:cubicBezTo>
                    <a:pt x="1446" y="1246"/>
                    <a:pt x="1562" y="1266"/>
                    <a:pt x="1670" y="1311"/>
                  </a:cubicBezTo>
                  <a:lnTo>
                    <a:pt x="1792" y="1358"/>
                  </a:lnTo>
                  <a:lnTo>
                    <a:pt x="1826" y="1230"/>
                  </a:lnTo>
                  <a:cubicBezTo>
                    <a:pt x="1985" y="646"/>
                    <a:pt x="2522" y="235"/>
                    <a:pt x="3129" y="235"/>
                  </a:cubicBezTo>
                  <a:close/>
                  <a:moveTo>
                    <a:pt x="2990" y="3167"/>
                  </a:moveTo>
                  <a:cubicBezTo>
                    <a:pt x="3037" y="3170"/>
                    <a:pt x="3084" y="3173"/>
                    <a:pt x="3132" y="3173"/>
                  </a:cubicBezTo>
                  <a:cubicBezTo>
                    <a:pt x="3170" y="3173"/>
                    <a:pt x="3203" y="3173"/>
                    <a:pt x="3241" y="3170"/>
                  </a:cubicBezTo>
                  <a:lnTo>
                    <a:pt x="3241" y="3444"/>
                  </a:lnTo>
                  <a:cubicBezTo>
                    <a:pt x="3241" y="3502"/>
                    <a:pt x="3200" y="3557"/>
                    <a:pt x="3145" y="3571"/>
                  </a:cubicBezTo>
                  <a:cubicBezTo>
                    <a:pt x="3136" y="3571"/>
                    <a:pt x="3125" y="3574"/>
                    <a:pt x="3115" y="3574"/>
                  </a:cubicBezTo>
                  <a:cubicBezTo>
                    <a:pt x="3044" y="3574"/>
                    <a:pt x="2990" y="3516"/>
                    <a:pt x="2990" y="3449"/>
                  </a:cubicBezTo>
                  <a:close/>
                  <a:moveTo>
                    <a:pt x="4001" y="2912"/>
                  </a:moveTo>
                  <a:cubicBezTo>
                    <a:pt x="4093" y="3031"/>
                    <a:pt x="4204" y="3129"/>
                    <a:pt x="4330" y="3204"/>
                  </a:cubicBezTo>
                  <a:lnTo>
                    <a:pt x="3899" y="3808"/>
                  </a:lnTo>
                  <a:cubicBezTo>
                    <a:pt x="3831" y="3906"/>
                    <a:pt x="3794" y="4019"/>
                    <a:pt x="3794" y="4141"/>
                  </a:cubicBezTo>
                  <a:lnTo>
                    <a:pt x="3794" y="5036"/>
                  </a:lnTo>
                  <a:cubicBezTo>
                    <a:pt x="3794" y="5223"/>
                    <a:pt x="3641" y="5372"/>
                    <a:pt x="3458" y="5372"/>
                  </a:cubicBezTo>
                  <a:lnTo>
                    <a:pt x="2773" y="5372"/>
                  </a:lnTo>
                  <a:cubicBezTo>
                    <a:pt x="2586" y="5372"/>
                    <a:pt x="2437" y="5223"/>
                    <a:pt x="2437" y="5036"/>
                  </a:cubicBezTo>
                  <a:lnTo>
                    <a:pt x="2437" y="4147"/>
                  </a:lnTo>
                  <a:cubicBezTo>
                    <a:pt x="2437" y="4022"/>
                    <a:pt x="2392" y="3900"/>
                    <a:pt x="2321" y="3801"/>
                  </a:cubicBezTo>
                  <a:lnTo>
                    <a:pt x="1894" y="3228"/>
                  </a:lnTo>
                  <a:cubicBezTo>
                    <a:pt x="2036" y="3153"/>
                    <a:pt x="2162" y="3045"/>
                    <a:pt x="2264" y="2912"/>
                  </a:cubicBezTo>
                  <a:cubicBezTo>
                    <a:pt x="2413" y="3014"/>
                    <a:pt x="2575" y="3085"/>
                    <a:pt x="2749" y="3129"/>
                  </a:cubicBezTo>
                  <a:lnTo>
                    <a:pt x="2749" y="3441"/>
                  </a:lnTo>
                  <a:cubicBezTo>
                    <a:pt x="2749" y="3621"/>
                    <a:pt x="2878" y="3778"/>
                    <a:pt x="3054" y="3804"/>
                  </a:cubicBezTo>
                  <a:cubicBezTo>
                    <a:pt x="3075" y="3808"/>
                    <a:pt x="3092" y="3808"/>
                    <a:pt x="3109" y="3808"/>
                  </a:cubicBezTo>
                  <a:cubicBezTo>
                    <a:pt x="3308" y="3808"/>
                    <a:pt x="3471" y="3645"/>
                    <a:pt x="3471" y="3444"/>
                  </a:cubicBezTo>
                  <a:lnTo>
                    <a:pt x="3471" y="3136"/>
                  </a:lnTo>
                  <a:cubicBezTo>
                    <a:pt x="3662" y="3095"/>
                    <a:pt x="3838" y="3021"/>
                    <a:pt x="4001" y="2912"/>
                  </a:cubicBezTo>
                  <a:close/>
                  <a:moveTo>
                    <a:pt x="3125" y="1"/>
                  </a:moveTo>
                  <a:cubicBezTo>
                    <a:pt x="2453" y="1"/>
                    <a:pt x="1856" y="428"/>
                    <a:pt x="1633" y="1053"/>
                  </a:cubicBezTo>
                  <a:cubicBezTo>
                    <a:pt x="1534" y="1026"/>
                    <a:pt x="1432" y="1012"/>
                    <a:pt x="1327" y="1012"/>
                  </a:cubicBezTo>
                  <a:cubicBezTo>
                    <a:pt x="585" y="1012"/>
                    <a:pt x="1" y="1701"/>
                    <a:pt x="181" y="2475"/>
                  </a:cubicBezTo>
                  <a:cubicBezTo>
                    <a:pt x="279" y="2888"/>
                    <a:pt x="598" y="3221"/>
                    <a:pt x="1008" y="3330"/>
                  </a:cubicBezTo>
                  <a:cubicBezTo>
                    <a:pt x="1117" y="3357"/>
                    <a:pt x="1222" y="3370"/>
                    <a:pt x="1327" y="3370"/>
                  </a:cubicBezTo>
                  <a:cubicBezTo>
                    <a:pt x="1440" y="3370"/>
                    <a:pt x="1551" y="3357"/>
                    <a:pt x="1656" y="3326"/>
                  </a:cubicBezTo>
                  <a:lnTo>
                    <a:pt x="2124" y="3947"/>
                  </a:lnTo>
                  <a:cubicBezTo>
                    <a:pt x="2168" y="4008"/>
                    <a:pt x="2193" y="4080"/>
                    <a:pt x="2193" y="4150"/>
                  </a:cubicBezTo>
                  <a:lnTo>
                    <a:pt x="2193" y="5040"/>
                  </a:lnTo>
                  <a:cubicBezTo>
                    <a:pt x="2193" y="5358"/>
                    <a:pt x="2450" y="5613"/>
                    <a:pt x="2766" y="5613"/>
                  </a:cubicBezTo>
                  <a:lnTo>
                    <a:pt x="3451" y="5613"/>
                  </a:lnTo>
                  <a:cubicBezTo>
                    <a:pt x="3770" y="5613"/>
                    <a:pt x="4028" y="5358"/>
                    <a:pt x="4028" y="5040"/>
                  </a:cubicBezTo>
                  <a:lnTo>
                    <a:pt x="4028" y="4144"/>
                  </a:lnTo>
                  <a:cubicBezTo>
                    <a:pt x="4028" y="4072"/>
                    <a:pt x="4049" y="4005"/>
                    <a:pt x="4089" y="3950"/>
                  </a:cubicBezTo>
                  <a:lnTo>
                    <a:pt x="4544" y="3309"/>
                  </a:lnTo>
                  <a:cubicBezTo>
                    <a:pt x="4666" y="3350"/>
                    <a:pt x="4794" y="3370"/>
                    <a:pt x="4927" y="3370"/>
                  </a:cubicBezTo>
                  <a:cubicBezTo>
                    <a:pt x="5575" y="3370"/>
                    <a:pt x="6105" y="2841"/>
                    <a:pt x="6105" y="2193"/>
                  </a:cubicBezTo>
                  <a:cubicBezTo>
                    <a:pt x="6105" y="1541"/>
                    <a:pt x="5575" y="1012"/>
                    <a:pt x="4927" y="1012"/>
                  </a:cubicBezTo>
                  <a:cubicBezTo>
                    <a:pt x="4822" y="1012"/>
                    <a:pt x="4720" y="1026"/>
                    <a:pt x="4622" y="1053"/>
                  </a:cubicBezTo>
                  <a:cubicBezTo>
                    <a:pt x="4398" y="428"/>
                    <a:pt x="3801" y="1"/>
                    <a:pt x="31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618;p44">
              <a:extLst>
                <a:ext uri="{FF2B5EF4-FFF2-40B4-BE49-F238E27FC236}">
                  <a16:creationId xmlns:a16="http://schemas.microsoft.com/office/drawing/2014/main" id="{D5CCFB87-2EF0-24B5-9E6D-9ECEA98DC51B}"/>
                </a:ext>
              </a:extLst>
            </p:cNvPr>
            <p:cNvSpPr/>
            <p:nvPr/>
          </p:nvSpPr>
          <p:spPr>
            <a:xfrm>
              <a:off x="4006679" y="1761775"/>
              <a:ext cx="23838" cy="56756"/>
            </a:xfrm>
            <a:custGeom>
              <a:avLst/>
              <a:gdLst/>
              <a:ahLst/>
              <a:cxnLst/>
              <a:rect l="l" t="t" r="r" b="b"/>
              <a:pathLst>
                <a:path w="378" h="900" extrusionOk="0">
                  <a:moveTo>
                    <a:pt x="241" y="1"/>
                  </a:moveTo>
                  <a:cubicBezTo>
                    <a:pt x="201" y="1"/>
                    <a:pt x="160" y="24"/>
                    <a:pt x="140" y="65"/>
                  </a:cubicBezTo>
                  <a:cubicBezTo>
                    <a:pt x="41" y="245"/>
                    <a:pt x="0" y="496"/>
                    <a:pt x="28" y="791"/>
                  </a:cubicBezTo>
                  <a:cubicBezTo>
                    <a:pt x="31" y="852"/>
                    <a:pt x="82" y="900"/>
                    <a:pt x="143" y="900"/>
                  </a:cubicBezTo>
                  <a:lnTo>
                    <a:pt x="153" y="900"/>
                  </a:lnTo>
                  <a:cubicBezTo>
                    <a:pt x="221" y="893"/>
                    <a:pt x="268" y="835"/>
                    <a:pt x="262" y="771"/>
                  </a:cubicBezTo>
                  <a:cubicBezTo>
                    <a:pt x="241" y="523"/>
                    <a:pt x="272" y="316"/>
                    <a:pt x="346" y="177"/>
                  </a:cubicBezTo>
                  <a:cubicBezTo>
                    <a:pt x="377" y="119"/>
                    <a:pt x="357" y="49"/>
                    <a:pt x="299" y="14"/>
                  </a:cubicBezTo>
                  <a:cubicBezTo>
                    <a:pt x="282" y="8"/>
                    <a:pt x="262" y="1"/>
                    <a:pt x="2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619;p44">
              <a:extLst>
                <a:ext uri="{FF2B5EF4-FFF2-40B4-BE49-F238E27FC236}">
                  <a16:creationId xmlns:a16="http://schemas.microsoft.com/office/drawing/2014/main" id="{7E6469B0-9D16-C231-239D-9F789053DAE1}"/>
                </a:ext>
              </a:extLst>
            </p:cNvPr>
            <p:cNvSpPr/>
            <p:nvPr/>
          </p:nvSpPr>
          <p:spPr>
            <a:xfrm>
              <a:off x="4029129" y="1741721"/>
              <a:ext cx="21063" cy="19045"/>
            </a:xfrm>
            <a:custGeom>
              <a:avLst/>
              <a:gdLst/>
              <a:ahLst/>
              <a:cxnLst/>
              <a:rect l="l" t="t" r="r" b="b"/>
              <a:pathLst>
                <a:path w="334" h="302" extrusionOk="0">
                  <a:moveTo>
                    <a:pt x="208" y="0"/>
                  </a:moveTo>
                  <a:lnTo>
                    <a:pt x="191" y="0"/>
                  </a:lnTo>
                  <a:cubicBezTo>
                    <a:pt x="156" y="7"/>
                    <a:pt x="130" y="24"/>
                    <a:pt x="92" y="57"/>
                  </a:cubicBezTo>
                  <a:cubicBezTo>
                    <a:pt x="51" y="95"/>
                    <a:pt x="42" y="112"/>
                    <a:pt x="34" y="122"/>
                  </a:cubicBezTo>
                  <a:cubicBezTo>
                    <a:pt x="1" y="176"/>
                    <a:pt x="21" y="251"/>
                    <a:pt x="75" y="281"/>
                  </a:cubicBezTo>
                  <a:cubicBezTo>
                    <a:pt x="95" y="295"/>
                    <a:pt x="116" y="301"/>
                    <a:pt x="136" y="301"/>
                  </a:cubicBezTo>
                  <a:cubicBezTo>
                    <a:pt x="174" y="301"/>
                    <a:pt x="211" y="281"/>
                    <a:pt x="235" y="251"/>
                  </a:cubicBezTo>
                  <a:cubicBezTo>
                    <a:pt x="242" y="244"/>
                    <a:pt x="255" y="227"/>
                    <a:pt x="266" y="220"/>
                  </a:cubicBezTo>
                  <a:cubicBezTo>
                    <a:pt x="310" y="196"/>
                    <a:pt x="333" y="149"/>
                    <a:pt x="327" y="98"/>
                  </a:cubicBezTo>
                  <a:cubicBezTo>
                    <a:pt x="316" y="41"/>
                    <a:pt x="266" y="0"/>
                    <a:pt x="2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620;p44">
              <a:extLst>
                <a:ext uri="{FF2B5EF4-FFF2-40B4-BE49-F238E27FC236}">
                  <a16:creationId xmlns:a16="http://schemas.microsoft.com/office/drawing/2014/main" id="{D6C3C6DB-5156-A123-B7DA-72C4A195739F}"/>
                </a:ext>
              </a:extLst>
            </p:cNvPr>
            <p:cNvSpPr/>
            <p:nvPr/>
          </p:nvSpPr>
          <p:spPr>
            <a:xfrm>
              <a:off x="4097803" y="1691146"/>
              <a:ext cx="44585" cy="55495"/>
            </a:xfrm>
            <a:custGeom>
              <a:avLst/>
              <a:gdLst/>
              <a:ahLst/>
              <a:cxnLst/>
              <a:rect l="l" t="t" r="r" b="b"/>
              <a:pathLst>
                <a:path w="707" h="880" extrusionOk="0">
                  <a:moveTo>
                    <a:pt x="574" y="1"/>
                  </a:moveTo>
                  <a:cubicBezTo>
                    <a:pt x="547" y="1"/>
                    <a:pt x="523" y="11"/>
                    <a:pt x="500" y="29"/>
                  </a:cubicBezTo>
                  <a:cubicBezTo>
                    <a:pt x="269" y="212"/>
                    <a:pt x="96" y="459"/>
                    <a:pt x="18" y="727"/>
                  </a:cubicBezTo>
                  <a:cubicBezTo>
                    <a:pt x="1" y="792"/>
                    <a:pt x="38" y="856"/>
                    <a:pt x="99" y="873"/>
                  </a:cubicBezTo>
                  <a:cubicBezTo>
                    <a:pt x="110" y="876"/>
                    <a:pt x="123" y="879"/>
                    <a:pt x="133" y="879"/>
                  </a:cubicBezTo>
                  <a:cubicBezTo>
                    <a:pt x="184" y="879"/>
                    <a:pt x="232" y="846"/>
                    <a:pt x="245" y="792"/>
                  </a:cubicBezTo>
                  <a:cubicBezTo>
                    <a:pt x="309" y="571"/>
                    <a:pt x="452" y="364"/>
                    <a:pt x="649" y="212"/>
                  </a:cubicBezTo>
                  <a:cubicBezTo>
                    <a:pt x="700" y="174"/>
                    <a:pt x="707" y="99"/>
                    <a:pt x="666" y="45"/>
                  </a:cubicBezTo>
                  <a:cubicBezTo>
                    <a:pt x="646" y="18"/>
                    <a:pt x="608" y="1"/>
                    <a:pt x="5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621;p44">
              <a:extLst>
                <a:ext uri="{FF2B5EF4-FFF2-40B4-BE49-F238E27FC236}">
                  <a16:creationId xmlns:a16="http://schemas.microsoft.com/office/drawing/2014/main" id="{C4F64A85-F435-2D06-BE6C-ABF57F96F15C}"/>
                </a:ext>
              </a:extLst>
            </p:cNvPr>
            <p:cNvSpPr/>
            <p:nvPr/>
          </p:nvSpPr>
          <p:spPr>
            <a:xfrm>
              <a:off x="4145541" y="1679416"/>
              <a:ext cx="21631" cy="16333"/>
            </a:xfrm>
            <a:custGeom>
              <a:avLst/>
              <a:gdLst/>
              <a:ahLst/>
              <a:cxnLst/>
              <a:rect l="l" t="t" r="r" b="b"/>
              <a:pathLst>
                <a:path w="343" h="259" extrusionOk="0">
                  <a:moveTo>
                    <a:pt x="218" y="0"/>
                  </a:moveTo>
                  <a:cubicBezTo>
                    <a:pt x="211" y="0"/>
                    <a:pt x="204" y="0"/>
                    <a:pt x="197" y="4"/>
                  </a:cubicBezTo>
                  <a:cubicBezTo>
                    <a:pt x="167" y="7"/>
                    <a:pt x="133" y="17"/>
                    <a:pt x="99" y="24"/>
                  </a:cubicBezTo>
                  <a:cubicBezTo>
                    <a:pt x="38" y="44"/>
                    <a:pt x="0" y="109"/>
                    <a:pt x="20" y="174"/>
                  </a:cubicBezTo>
                  <a:cubicBezTo>
                    <a:pt x="34" y="224"/>
                    <a:pt x="82" y="259"/>
                    <a:pt x="133" y="259"/>
                  </a:cubicBezTo>
                  <a:cubicBezTo>
                    <a:pt x="143" y="259"/>
                    <a:pt x="156" y="255"/>
                    <a:pt x="167" y="251"/>
                  </a:cubicBezTo>
                  <a:cubicBezTo>
                    <a:pt x="191" y="245"/>
                    <a:pt x="214" y="241"/>
                    <a:pt x="238" y="238"/>
                  </a:cubicBezTo>
                  <a:cubicBezTo>
                    <a:pt x="302" y="228"/>
                    <a:pt x="343" y="166"/>
                    <a:pt x="333" y="102"/>
                  </a:cubicBezTo>
                  <a:cubicBezTo>
                    <a:pt x="323" y="41"/>
                    <a:pt x="275" y="0"/>
                    <a:pt x="2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622;p44">
              <a:extLst>
                <a:ext uri="{FF2B5EF4-FFF2-40B4-BE49-F238E27FC236}">
                  <a16:creationId xmlns:a16="http://schemas.microsoft.com/office/drawing/2014/main" id="{D0F75F0D-9272-453D-419A-433A3C409D20}"/>
                </a:ext>
              </a:extLst>
            </p:cNvPr>
            <p:cNvSpPr/>
            <p:nvPr/>
          </p:nvSpPr>
          <p:spPr>
            <a:xfrm>
              <a:off x="4249781" y="1779558"/>
              <a:ext cx="9018" cy="17405"/>
            </a:xfrm>
            <a:custGeom>
              <a:avLst/>
              <a:gdLst/>
              <a:ahLst/>
              <a:cxnLst/>
              <a:rect l="l" t="t" r="r" b="b"/>
              <a:pathLst>
                <a:path w="143" h="276" extrusionOk="0">
                  <a:moveTo>
                    <a:pt x="68" y="0"/>
                  </a:moveTo>
                  <a:lnTo>
                    <a:pt x="54" y="0"/>
                  </a:lnTo>
                  <a:cubicBezTo>
                    <a:pt x="21" y="11"/>
                    <a:pt x="0" y="38"/>
                    <a:pt x="0" y="72"/>
                  </a:cubicBezTo>
                  <a:lnTo>
                    <a:pt x="0" y="201"/>
                  </a:lnTo>
                  <a:cubicBezTo>
                    <a:pt x="0" y="235"/>
                    <a:pt x="21" y="265"/>
                    <a:pt x="54" y="271"/>
                  </a:cubicBezTo>
                  <a:cubicBezTo>
                    <a:pt x="57" y="276"/>
                    <a:pt x="64" y="276"/>
                    <a:pt x="68" y="276"/>
                  </a:cubicBezTo>
                  <a:cubicBezTo>
                    <a:pt x="108" y="276"/>
                    <a:pt x="143" y="241"/>
                    <a:pt x="143" y="204"/>
                  </a:cubicBezTo>
                  <a:lnTo>
                    <a:pt x="143" y="72"/>
                  </a:lnTo>
                  <a:cubicBezTo>
                    <a:pt x="143" y="31"/>
                    <a:pt x="108" y="0"/>
                    <a:pt x="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623;p44">
              <a:extLst>
                <a:ext uri="{FF2B5EF4-FFF2-40B4-BE49-F238E27FC236}">
                  <a16:creationId xmlns:a16="http://schemas.microsoft.com/office/drawing/2014/main" id="{E7A04111-D525-2152-5B15-24B06B07058D}"/>
                </a:ext>
              </a:extLst>
            </p:cNvPr>
            <p:cNvSpPr/>
            <p:nvPr/>
          </p:nvSpPr>
          <p:spPr>
            <a:xfrm>
              <a:off x="4270529" y="1760955"/>
              <a:ext cx="9018" cy="17342"/>
            </a:xfrm>
            <a:custGeom>
              <a:avLst/>
              <a:gdLst/>
              <a:ahLst/>
              <a:cxnLst/>
              <a:rect l="l" t="t" r="r" b="b"/>
              <a:pathLst>
                <a:path w="143" h="275" extrusionOk="0">
                  <a:moveTo>
                    <a:pt x="71" y="0"/>
                  </a:moveTo>
                  <a:cubicBezTo>
                    <a:pt x="64" y="0"/>
                    <a:pt x="61" y="4"/>
                    <a:pt x="54" y="4"/>
                  </a:cubicBezTo>
                  <a:cubicBezTo>
                    <a:pt x="20" y="10"/>
                    <a:pt x="0" y="41"/>
                    <a:pt x="0" y="75"/>
                  </a:cubicBezTo>
                  <a:lnTo>
                    <a:pt x="0" y="204"/>
                  </a:lnTo>
                  <a:cubicBezTo>
                    <a:pt x="0" y="237"/>
                    <a:pt x="20" y="268"/>
                    <a:pt x="54" y="275"/>
                  </a:cubicBezTo>
                  <a:lnTo>
                    <a:pt x="71" y="275"/>
                  </a:lnTo>
                  <a:cubicBezTo>
                    <a:pt x="112" y="275"/>
                    <a:pt x="143" y="245"/>
                    <a:pt x="143" y="204"/>
                  </a:cubicBezTo>
                  <a:lnTo>
                    <a:pt x="143" y="71"/>
                  </a:lnTo>
                  <a:cubicBezTo>
                    <a:pt x="143" y="34"/>
                    <a:pt x="112" y="0"/>
                    <a:pt x="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624;p44">
              <a:extLst>
                <a:ext uri="{FF2B5EF4-FFF2-40B4-BE49-F238E27FC236}">
                  <a16:creationId xmlns:a16="http://schemas.microsoft.com/office/drawing/2014/main" id="{C233D0B2-39A3-7DE0-567C-6EB16295DA24}"/>
                </a:ext>
              </a:extLst>
            </p:cNvPr>
            <p:cNvSpPr/>
            <p:nvPr/>
          </p:nvSpPr>
          <p:spPr>
            <a:xfrm>
              <a:off x="4277718" y="1796458"/>
              <a:ext cx="9081" cy="17405"/>
            </a:xfrm>
            <a:custGeom>
              <a:avLst/>
              <a:gdLst/>
              <a:ahLst/>
              <a:cxnLst/>
              <a:rect l="l" t="t" r="r" b="b"/>
              <a:pathLst>
                <a:path w="144" h="276" extrusionOk="0">
                  <a:moveTo>
                    <a:pt x="73" y="0"/>
                  </a:moveTo>
                  <a:cubicBezTo>
                    <a:pt x="69" y="0"/>
                    <a:pt x="62" y="0"/>
                    <a:pt x="56" y="3"/>
                  </a:cubicBezTo>
                  <a:cubicBezTo>
                    <a:pt x="25" y="11"/>
                    <a:pt x="1" y="41"/>
                    <a:pt x="1" y="75"/>
                  </a:cubicBezTo>
                  <a:lnTo>
                    <a:pt x="1" y="204"/>
                  </a:lnTo>
                  <a:cubicBezTo>
                    <a:pt x="1" y="235"/>
                    <a:pt x="25" y="268"/>
                    <a:pt x="56" y="275"/>
                  </a:cubicBezTo>
                  <a:lnTo>
                    <a:pt x="73" y="275"/>
                  </a:lnTo>
                  <a:cubicBezTo>
                    <a:pt x="113" y="275"/>
                    <a:pt x="143" y="244"/>
                    <a:pt x="143" y="204"/>
                  </a:cubicBezTo>
                  <a:lnTo>
                    <a:pt x="143" y="72"/>
                  </a:lnTo>
                  <a:cubicBezTo>
                    <a:pt x="143" y="34"/>
                    <a:pt x="113" y="0"/>
                    <a:pt x="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625;p44">
              <a:extLst>
                <a:ext uri="{FF2B5EF4-FFF2-40B4-BE49-F238E27FC236}">
                  <a16:creationId xmlns:a16="http://schemas.microsoft.com/office/drawing/2014/main" id="{B214DA34-A165-3797-D758-A3CCDB4AAF57}"/>
                </a:ext>
              </a:extLst>
            </p:cNvPr>
            <p:cNvSpPr/>
            <p:nvPr/>
          </p:nvSpPr>
          <p:spPr>
            <a:xfrm>
              <a:off x="4194981" y="1736298"/>
              <a:ext cx="9018" cy="17405"/>
            </a:xfrm>
            <a:custGeom>
              <a:avLst/>
              <a:gdLst/>
              <a:ahLst/>
              <a:cxnLst/>
              <a:rect l="l" t="t" r="r" b="b"/>
              <a:pathLst>
                <a:path w="143" h="276" extrusionOk="0">
                  <a:moveTo>
                    <a:pt x="71" y="1"/>
                  </a:moveTo>
                  <a:lnTo>
                    <a:pt x="55" y="1"/>
                  </a:lnTo>
                  <a:cubicBezTo>
                    <a:pt x="21" y="11"/>
                    <a:pt x="0" y="41"/>
                    <a:pt x="0" y="72"/>
                  </a:cubicBezTo>
                  <a:lnTo>
                    <a:pt x="0" y="201"/>
                  </a:lnTo>
                  <a:cubicBezTo>
                    <a:pt x="0" y="235"/>
                    <a:pt x="21" y="265"/>
                    <a:pt x="55" y="273"/>
                  </a:cubicBezTo>
                  <a:cubicBezTo>
                    <a:pt x="61" y="276"/>
                    <a:pt x="65" y="276"/>
                    <a:pt x="71" y="276"/>
                  </a:cubicBezTo>
                  <a:cubicBezTo>
                    <a:pt x="109" y="276"/>
                    <a:pt x="143" y="242"/>
                    <a:pt x="143" y="204"/>
                  </a:cubicBezTo>
                  <a:lnTo>
                    <a:pt x="143" y="72"/>
                  </a:lnTo>
                  <a:cubicBezTo>
                    <a:pt x="143" y="32"/>
                    <a:pt x="109" y="1"/>
                    <a:pt x="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626;p44">
              <a:extLst>
                <a:ext uri="{FF2B5EF4-FFF2-40B4-BE49-F238E27FC236}">
                  <a16:creationId xmlns:a16="http://schemas.microsoft.com/office/drawing/2014/main" id="{9AF19256-1B66-01FB-2CCF-13028A19E8E0}"/>
                </a:ext>
              </a:extLst>
            </p:cNvPr>
            <p:cNvSpPr/>
            <p:nvPr/>
          </p:nvSpPr>
          <p:spPr>
            <a:xfrm>
              <a:off x="4178080" y="1765243"/>
              <a:ext cx="9018" cy="17342"/>
            </a:xfrm>
            <a:custGeom>
              <a:avLst/>
              <a:gdLst/>
              <a:ahLst/>
              <a:cxnLst/>
              <a:rect l="l" t="t" r="r" b="b"/>
              <a:pathLst>
                <a:path w="143" h="275" extrusionOk="0">
                  <a:moveTo>
                    <a:pt x="71" y="0"/>
                  </a:moveTo>
                  <a:lnTo>
                    <a:pt x="54" y="0"/>
                  </a:lnTo>
                  <a:cubicBezTo>
                    <a:pt x="21" y="7"/>
                    <a:pt x="0" y="38"/>
                    <a:pt x="0" y="71"/>
                  </a:cubicBezTo>
                  <a:lnTo>
                    <a:pt x="0" y="200"/>
                  </a:lnTo>
                  <a:cubicBezTo>
                    <a:pt x="0" y="234"/>
                    <a:pt x="21" y="265"/>
                    <a:pt x="54" y="271"/>
                  </a:cubicBezTo>
                  <a:cubicBezTo>
                    <a:pt x="61" y="271"/>
                    <a:pt x="65" y="275"/>
                    <a:pt x="71" y="275"/>
                  </a:cubicBezTo>
                  <a:cubicBezTo>
                    <a:pt x="109" y="275"/>
                    <a:pt x="143" y="241"/>
                    <a:pt x="143" y="200"/>
                  </a:cubicBezTo>
                  <a:lnTo>
                    <a:pt x="143" y="71"/>
                  </a:lnTo>
                  <a:cubicBezTo>
                    <a:pt x="143" y="30"/>
                    <a:pt x="109" y="0"/>
                    <a:pt x="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1" name="TextBox 130">
            <a:extLst>
              <a:ext uri="{FF2B5EF4-FFF2-40B4-BE49-F238E27FC236}">
                <a16:creationId xmlns:a16="http://schemas.microsoft.com/office/drawing/2014/main" id="{CBA25B6B-A15C-9128-DC94-A55CB711EDC7}"/>
              </a:ext>
            </a:extLst>
          </p:cNvPr>
          <p:cNvSpPr txBox="1"/>
          <p:nvPr/>
        </p:nvSpPr>
        <p:spPr>
          <a:xfrm>
            <a:off x="8586856" y="4792436"/>
            <a:ext cx="4183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7841327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p37"/>
          <p:cNvSpPr txBox="1">
            <a:spLocks noGrp="1"/>
          </p:cNvSpPr>
          <p:nvPr>
            <p:ph type="title"/>
          </p:nvPr>
        </p:nvSpPr>
        <p:spPr>
          <a:xfrm>
            <a:off x="1714497" y="1326437"/>
            <a:ext cx="5523900" cy="12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THANKS!</a:t>
            </a:r>
            <a:br>
              <a:rPr lang="en" sz="3600" dirty="0"/>
            </a:br>
            <a:br>
              <a:rPr lang="en" dirty="0"/>
            </a:b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ANY QUESTION?</a:t>
            </a:r>
            <a:b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89" name="Google Shape;1189;p37"/>
          <p:cNvSpPr/>
          <p:nvPr/>
        </p:nvSpPr>
        <p:spPr>
          <a:xfrm>
            <a:off x="4402700" y="3231213"/>
            <a:ext cx="147495" cy="144779"/>
          </a:xfrm>
          <a:custGeom>
            <a:avLst/>
            <a:gdLst/>
            <a:ahLst/>
            <a:cxnLst/>
            <a:rect l="l" t="t" r="r" b="b"/>
            <a:pathLst>
              <a:path w="2172" h="2132" extrusionOk="0">
                <a:moveTo>
                  <a:pt x="1087" y="0"/>
                </a:moveTo>
                <a:cubicBezTo>
                  <a:pt x="874" y="0"/>
                  <a:pt x="703" y="172"/>
                  <a:pt x="703" y="385"/>
                </a:cubicBezTo>
                <a:lnTo>
                  <a:pt x="703" y="401"/>
                </a:lnTo>
                <a:cubicBezTo>
                  <a:pt x="703" y="556"/>
                  <a:pt x="577" y="682"/>
                  <a:pt x="423" y="682"/>
                </a:cubicBezTo>
                <a:cubicBezTo>
                  <a:pt x="221" y="682"/>
                  <a:pt x="42" y="828"/>
                  <a:pt x="23" y="1028"/>
                </a:cubicBezTo>
                <a:cubicBezTo>
                  <a:pt x="1" y="1257"/>
                  <a:pt x="181" y="1451"/>
                  <a:pt x="405" y="1451"/>
                </a:cubicBezTo>
                <a:lnTo>
                  <a:pt x="422" y="1451"/>
                </a:lnTo>
                <a:cubicBezTo>
                  <a:pt x="577" y="1451"/>
                  <a:pt x="702" y="1576"/>
                  <a:pt x="702" y="1731"/>
                </a:cubicBezTo>
                <a:cubicBezTo>
                  <a:pt x="702" y="1931"/>
                  <a:pt x="850" y="2110"/>
                  <a:pt x="1049" y="2130"/>
                </a:cubicBezTo>
                <a:cubicBezTo>
                  <a:pt x="1062" y="2131"/>
                  <a:pt x="1074" y="2132"/>
                  <a:pt x="1086" y="2132"/>
                </a:cubicBezTo>
                <a:cubicBezTo>
                  <a:pt x="1298" y="2132"/>
                  <a:pt x="1471" y="1959"/>
                  <a:pt x="1471" y="1747"/>
                </a:cubicBezTo>
                <a:lnTo>
                  <a:pt x="1471" y="1731"/>
                </a:lnTo>
                <a:cubicBezTo>
                  <a:pt x="1471" y="1576"/>
                  <a:pt x="1596" y="1451"/>
                  <a:pt x="1751" y="1451"/>
                </a:cubicBezTo>
                <a:lnTo>
                  <a:pt x="1767" y="1451"/>
                </a:lnTo>
                <a:cubicBezTo>
                  <a:pt x="1993" y="1451"/>
                  <a:pt x="2172" y="1257"/>
                  <a:pt x="2150" y="1028"/>
                </a:cubicBezTo>
                <a:cubicBezTo>
                  <a:pt x="2132" y="828"/>
                  <a:pt x="1952" y="682"/>
                  <a:pt x="1751" y="682"/>
                </a:cubicBezTo>
                <a:cubicBezTo>
                  <a:pt x="1596" y="682"/>
                  <a:pt x="1471" y="556"/>
                  <a:pt x="1471" y="401"/>
                </a:cubicBezTo>
                <a:cubicBezTo>
                  <a:pt x="1471" y="201"/>
                  <a:pt x="1324" y="22"/>
                  <a:pt x="1125" y="2"/>
                </a:cubicBezTo>
                <a:cubicBezTo>
                  <a:pt x="1112" y="1"/>
                  <a:pt x="1100" y="0"/>
                  <a:pt x="108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0" name="Google Shape;1190;p37"/>
          <p:cNvSpPr/>
          <p:nvPr/>
        </p:nvSpPr>
        <p:spPr>
          <a:xfrm>
            <a:off x="2563748" y="2643886"/>
            <a:ext cx="147427" cy="144779"/>
          </a:xfrm>
          <a:custGeom>
            <a:avLst/>
            <a:gdLst/>
            <a:ahLst/>
            <a:cxnLst/>
            <a:rect l="l" t="t" r="r" b="b"/>
            <a:pathLst>
              <a:path w="2171" h="2132" extrusionOk="0">
                <a:moveTo>
                  <a:pt x="1086" y="1"/>
                </a:moveTo>
                <a:cubicBezTo>
                  <a:pt x="874" y="1"/>
                  <a:pt x="701" y="172"/>
                  <a:pt x="701" y="385"/>
                </a:cubicBezTo>
                <a:lnTo>
                  <a:pt x="701" y="401"/>
                </a:lnTo>
                <a:cubicBezTo>
                  <a:pt x="701" y="557"/>
                  <a:pt x="576" y="682"/>
                  <a:pt x="421" y="682"/>
                </a:cubicBezTo>
                <a:cubicBezTo>
                  <a:pt x="220" y="682"/>
                  <a:pt x="40" y="828"/>
                  <a:pt x="22" y="1028"/>
                </a:cubicBezTo>
                <a:cubicBezTo>
                  <a:pt x="0" y="1258"/>
                  <a:pt x="179" y="1451"/>
                  <a:pt x="405" y="1451"/>
                </a:cubicBezTo>
                <a:lnTo>
                  <a:pt x="421" y="1451"/>
                </a:lnTo>
                <a:cubicBezTo>
                  <a:pt x="576" y="1451"/>
                  <a:pt x="701" y="1576"/>
                  <a:pt x="701" y="1730"/>
                </a:cubicBezTo>
                <a:cubicBezTo>
                  <a:pt x="701" y="1932"/>
                  <a:pt x="848" y="2111"/>
                  <a:pt x="1048" y="2130"/>
                </a:cubicBezTo>
                <a:cubicBezTo>
                  <a:pt x="1060" y="2131"/>
                  <a:pt x="1073" y="2132"/>
                  <a:pt x="1085" y="2132"/>
                </a:cubicBezTo>
                <a:cubicBezTo>
                  <a:pt x="1298" y="2132"/>
                  <a:pt x="1469" y="1959"/>
                  <a:pt x="1469" y="1747"/>
                </a:cubicBezTo>
                <a:lnTo>
                  <a:pt x="1469" y="1730"/>
                </a:lnTo>
                <a:cubicBezTo>
                  <a:pt x="1469" y="1576"/>
                  <a:pt x="1595" y="1451"/>
                  <a:pt x="1750" y="1451"/>
                </a:cubicBezTo>
                <a:lnTo>
                  <a:pt x="1766" y="1451"/>
                </a:lnTo>
                <a:cubicBezTo>
                  <a:pt x="1991" y="1451"/>
                  <a:pt x="2170" y="1258"/>
                  <a:pt x="2149" y="1028"/>
                </a:cubicBezTo>
                <a:cubicBezTo>
                  <a:pt x="2130" y="828"/>
                  <a:pt x="1951" y="682"/>
                  <a:pt x="1750" y="682"/>
                </a:cubicBezTo>
                <a:cubicBezTo>
                  <a:pt x="1595" y="682"/>
                  <a:pt x="1469" y="557"/>
                  <a:pt x="1469" y="401"/>
                </a:cubicBezTo>
                <a:cubicBezTo>
                  <a:pt x="1469" y="201"/>
                  <a:pt x="1323" y="22"/>
                  <a:pt x="1123" y="2"/>
                </a:cubicBezTo>
                <a:cubicBezTo>
                  <a:pt x="1110" y="1"/>
                  <a:pt x="1098" y="1"/>
                  <a:pt x="1086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1" name="Google Shape;1191;p37"/>
          <p:cNvSpPr/>
          <p:nvPr/>
        </p:nvSpPr>
        <p:spPr>
          <a:xfrm>
            <a:off x="8192038" y="2404062"/>
            <a:ext cx="147427" cy="144779"/>
          </a:xfrm>
          <a:custGeom>
            <a:avLst/>
            <a:gdLst/>
            <a:ahLst/>
            <a:cxnLst/>
            <a:rect l="l" t="t" r="r" b="b"/>
            <a:pathLst>
              <a:path w="2171" h="2132" extrusionOk="0">
                <a:moveTo>
                  <a:pt x="1086" y="1"/>
                </a:moveTo>
                <a:cubicBezTo>
                  <a:pt x="873" y="1"/>
                  <a:pt x="702" y="173"/>
                  <a:pt x="702" y="385"/>
                </a:cubicBezTo>
                <a:lnTo>
                  <a:pt x="702" y="401"/>
                </a:lnTo>
                <a:cubicBezTo>
                  <a:pt x="702" y="557"/>
                  <a:pt x="575" y="682"/>
                  <a:pt x="421" y="682"/>
                </a:cubicBezTo>
                <a:cubicBezTo>
                  <a:pt x="220" y="682"/>
                  <a:pt x="41" y="830"/>
                  <a:pt x="22" y="1029"/>
                </a:cubicBezTo>
                <a:cubicBezTo>
                  <a:pt x="1" y="1258"/>
                  <a:pt x="180" y="1451"/>
                  <a:pt x="405" y="1451"/>
                </a:cubicBezTo>
                <a:lnTo>
                  <a:pt x="421" y="1451"/>
                </a:lnTo>
                <a:cubicBezTo>
                  <a:pt x="575" y="1451"/>
                  <a:pt x="702" y="1576"/>
                  <a:pt x="702" y="1731"/>
                </a:cubicBezTo>
                <a:cubicBezTo>
                  <a:pt x="702" y="1932"/>
                  <a:pt x="848" y="2111"/>
                  <a:pt x="1048" y="2130"/>
                </a:cubicBezTo>
                <a:cubicBezTo>
                  <a:pt x="1060" y="2131"/>
                  <a:pt x="1073" y="2132"/>
                  <a:pt x="1085" y="2132"/>
                </a:cubicBezTo>
                <a:cubicBezTo>
                  <a:pt x="1297" y="2132"/>
                  <a:pt x="1469" y="1960"/>
                  <a:pt x="1469" y="1747"/>
                </a:cubicBezTo>
                <a:lnTo>
                  <a:pt x="1469" y="1731"/>
                </a:lnTo>
                <a:cubicBezTo>
                  <a:pt x="1469" y="1576"/>
                  <a:pt x="1595" y="1451"/>
                  <a:pt x="1750" y="1451"/>
                </a:cubicBezTo>
                <a:lnTo>
                  <a:pt x="1766" y="1451"/>
                </a:lnTo>
                <a:cubicBezTo>
                  <a:pt x="1991" y="1451"/>
                  <a:pt x="2170" y="1258"/>
                  <a:pt x="2149" y="1029"/>
                </a:cubicBezTo>
                <a:cubicBezTo>
                  <a:pt x="2131" y="830"/>
                  <a:pt x="1950" y="682"/>
                  <a:pt x="1750" y="682"/>
                </a:cubicBezTo>
                <a:cubicBezTo>
                  <a:pt x="1595" y="682"/>
                  <a:pt x="1469" y="557"/>
                  <a:pt x="1469" y="401"/>
                </a:cubicBezTo>
                <a:cubicBezTo>
                  <a:pt x="1469" y="201"/>
                  <a:pt x="1323" y="22"/>
                  <a:pt x="1123" y="2"/>
                </a:cubicBezTo>
                <a:cubicBezTo>
                  <a:pt x="1111" y="1"/>
                  <a:pt x="1098" y="1"/>
                  <a:pt x="108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2" name="Google Shape;1192;p37"/>
          <p:cNvSpPr/>
          <p:nvPr/>
        </p:nvSpPr>
        <p:spPr>
          <a:xfrm>
            <a:off x="5813577" y="2716275"/>
            <a:ext cx="147427" cy="144779"/>
          </a:xfrm>
          <a:custGeom>
            <a:avLst/>
            <a:gdLst/>
            <a:ahLst/>
            <a:cxnLst/>
            <a:rect l="l" t="t" r="r" b="b"/>
            <a:pathLst>
              <a:path w="2171" h="2132" extrusionOk="0">
                <a:moveTo>
                  <a:pt x="1086" y="1"/>
                </a:moveTo>
                <a:cubicBezTo>
                  <a:pt x="873" y="1"/>
                  <a:pt x="702" y="173"/>
                  <a:pt x="702" y="385"/>
                </a:cubicBezTo>
                <a:lnTo>
                  <a:pt x="702" y="401"/>
                </a:lnTo>
                <a:cubicBezTo>
                  <a:pt x="702" y="557"/>
                  <a:pt x="575" y="682"/>
                  <a:pt x="421" y="682"/>
                </a:cubicBezTo>
                <a:cubicBezTo>
                  <a:pt x="220" y="682"/>
                  <a:pt x="41" y="830"/>
                  <a:pt x="22" y="1029"/>
                </a:cubicBezTo>
                <a:cubicBezTo>
                  <a:pt x="1" y="1258"/>
                  <a:pt x="180" y="1451"/>
                  <a:pt x="405" y="1451"/>
                </a:cubicBezTo>
                <a:lnTo>
                  <a:pt x="421" y="1451"/>
                </a:lnTo>
                <a:cubicBezTo>
                  <a:pt x="575" y="1451"/>
                  <a:pt x="702" y="1576"/>
                  <a:pt x="702" y="1731"/>
                </a:cubicBezTo>
                <a:cubicBezTo>
                  <a:pt x="702" y="1932"/>
                  <a:pt x="848" y="2111"/>
                  <a:pt x="1048" y="2130"/>
                </a:cubicBezTo>
                <a:cubicBezTo>
                  <a:pt x="1060" y="2131"/>
                  <a:pt x="1073" y="2132"/>
                  <a:pt x="1085" y="2132"/>
                </a:cubicBezTo>
                <a:cubicBezTo>
                  <a:pt x="1297" y="2132"/>
                  <a:pt x="1469" y="1960"/>
                  <a:pt x="1469" y="1747"/>
                </a:cubicBezTo>
                <a:lnTo>
                  <a:pt x="1469" y="1731"/>
                </a:lnTo>
                <a:cubicBezTo>
                  <a:pt x="1469" y="1576"/>
                  <a:pt x="1595" y="1451"/>
                  <a:pt x="1750" y="1451"/>
                </a:cubicBezTo>
                <a:lnTo>
                  <a:pt x="1766" y="1451"/>
                </a:lnTo>
                <a:cubicBezTo>
                  <a:pt x="1991" y="1451"/>
                  <a:pt x="2170" y="1258"/>
                  <a:pt x="2149" y="1029"/>
                </a:cubicBezTo>
                <a:cubicBezTo>
                  <a:pt x="2131" y="830"/>
                  <a:pt x="1950" y="682"/>
                  <a:pt x="1750" y="682"/>
                </a:cubicBezTo>
                <a:cubicBezTo>
                  <a:pt x="1595" y="682"/>
                  <a:pt x="1469" y="557"/>
                  <a:pt x="1469" y="401"/>
                </a:cubicBezTo>
                <a:cubicBezTo>
                  <a:pt x="1469" y="201"/>
                  <a:pt x="1323" y="22"/>
                  <a:pt x="1123" y="2"/>
                </a:cubicBezTo>
                <a:cubicBezTo>
                  <a:pt x="1111" y="1"/>
                  <a:pt x="1098" y="1"/>
                  <a:pt x="108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93" name="Google Shape;1193;p37"/>
          <p:cNvGrpSpPr/>
          <p:nvPr/>
        </p:nvGrpSpPr>
        <p:grpSpPr>
          <a:xfrm>
            <a:off x="1513228" y="324681"/>
            <a:ext cx="296832" cy="293019"/>
            <a:chOff x="4155928" y="313681"/>
            <a:chExt cx="296832" cy="293019"/>
          </a:xfrm>
        </p:grpSpPr>
        <p:sp>
          <p:nvSpPr>
            <p:cNvPr id="1194" name="Google Shape;1194;p37"/>
            <p:cNvSpPr/>
            <p:nvPr/>
          </p:nvSpPr>
          <p:spPr>
            <a:xfrm>
              <a:off x="4158145" y="315942"/>
              <a:ext cx="292399" cy="288608"/>
            </a:xfrm>
            <a:custGeom>
              <a:avLst/>
              <a:gdLst/>
              <a:ahLst/>
              <a:cxnLst/>
              <a:rect l="l" t="t" r="r" b="b"/>
              <a:pathLst>
                <a:path w="13456" h="13280" extrusionOk="0">
                  <a:moveTo>
                    <a:pt x="6729" y="0"/>
                  </a:moveTo>
                  <a:cubicBezTo>
                    <a:pt x="4929" y="0"/>
                    <a:pt x="3408" y="1214"/>
                    <a:pt x="2941" y="2868"/>
                  </a:cubicBezTo>
                  <a:cubicBezTo>
                    <a:pt x="1410" y="3311"/>
                    <a:pt x="262" y="4623"/>
                    <a:pt x="105" y="6261"/>
                  </a:cubicBezTo>
                  <a:cubicBezTo>
                    <a:pt x="1" y="7366"/>
                    <a:pt x="367" y="8468"/>
                    <a:pt x="1112" y="9286"/>
                  </a:cubicBezTo>
                  <a:cubicBezTo>
                    <a:pt x="1610" y="9835"/>
                    <a:pt x="2254" y="10228"/>
                    <a:pt x="2956" y="10427"/>
                  </a:cubicBezTo>
                  <a:cubicBezTo>
                    <a:pt x="3399" y="11959"/>
                    <a:pt x="4712" y="13105"/>
                    <a:pt x="6349" y="13261"/>
                  </a:cubicBezTo>
                  <a:cubicBezTo>
                    <a:pt x="6476" y="13274"/>
                    <a:pt x="6603" y="13280"/>
                    <a:pt x="6729" y="13280"/>
                  </a:cubicBezTo>
                  <a:cubicBezTo>
                    <a:pt x="8525" y="13280"/>
                    <a:pt x="10043" y="12071"/>
                    <a:pt x="10512" y="10423"/>
                  </a:cubicBezTo>
                  <a:cubicBezTo>
                    <a:pt x="11211" y="10223"/>
                    <a:pt x="11848" y="9832"/>
                    <a:pt x="12344" y="9286"/>
                  </a:cubicBezTo>
                  <a:cubicBezTo>
                    <a:pt x="13088" y="8467"/>
                    <a:pt x="13455" y="7365"/>
                    <a:pt x="13351" y="6260"/>
                  </a:cubicBezTo>
                  <a:cubicBezTo>
                    <a:pt x="13194" y="4618"/>
                    <a:pt x="12041" y="3303"/>
                    <a:pt x="10505" y="2863"/>
                  </a:cubicBezTo>
                  <a:cubicBezTo>
                    <a:pt x="10064" y="1326"/>
                    <a:pt x="8749" y="174"/>
                    <a:pt x="7108" y="17"/>
                  </a:cubicBezTo>
                  <a:cubicBezTo>
                    <a:pt x="6982" y="5"/>
                    <a:pt x="6854" y="0"/>
                    <a:pt x="67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37"/>
            <p:cNvSpPr/>
            <p:nvPr/>
          </p:nvSpPr>
          <p:spPr>
            <a:xfrm>
              <a:off x="4155928" y="313681"/>
              <a:ext cx="296832" cy="293019"/>
            </a:xfrm>
            <a:custGeom>
              <a:avLst/>
              <a:gdLst/>
              <a:ahLst/>
              <a:cxnLst/>
              <a:rect l="l" t="t" r="r" b="b"/>
              <a:pathLst>
                <a:path w="13660" h="13483" extrusionOk="0">
                  <a:moveTo>
                    <a:pt x="6831" y="203"/>
                  </a:moveTo>
                  <a:cubicBezTo>
                    <a:pt x="6953" y="203"/>
                    <a:pt x="7077" y="210"/>
                    <a:pt x="7200" y="224"/>
                  </a:cubicBezTo>
                  <a:cubicBezTo>
                    <a:pt x="8770" y="374"/>
                    <a:pt x="10070" y="1463"/>
                    <a:pt x="10510" y="2996"/>
                  </a:cubicBezTo>
                  <a:lnTo>
                    <a:pt x="10525" y="3050"/>
                  </a:lnTo>
                  <a:lnTo>
                    <a:pt x="10579" y="3065"/>
                  </a:lnTo>
                  <a:cubicBezTo>
                    <a:pt x="12112" y="3505"/>
                    <a:pt x="13201" y="4805"/>
                    <a:pt x="13351" y="6375"/>
                  </a:cubicBezTo>
                  <a:cubicBezTo>
                    <a:pt x="13454" y="7450"/>
                    <a:pt x="13098" y="8525"/>
                    <a:pt x="12372" y="9321"/>
                  </a:cubicBezTo>
                  <a:cubicBezTo>
                    <a:pt x="11894" y="9849"/>
                    <a:pt x="11276" y="10231"/>
                    <a:pt x="10587" y="10429"/>
                  </a:cubicBezTo>
                  <a:lnTo>
                    <a:pt x="10533" y="10444"/>
                  </a:lnTo>
                  <a:lnTo>
                    <a:pt x="10519" y="10498"/>
                  </a:lnTo>
                  <a:cubicBezTo>
                    <a:pt x="10052" y="12137"/>
                    <a:pt x="8536" y="13281"/>
                    <a:pt x="6832" y="13281"/>
                  </a:cubicBezTo>
                  <a:cubicBezTo>
                    <a:pt x="6709" y="13281"/>
                    <a:pt x="6585" y="13276"/>
                    <a:pt x="6462" y="13264"/>
                  </a:cubicBezTo>
                  <a:cubicBezTo>
                    <a:pt x="4896" y="13114"/>
                    <a:pt x="3598" y="12029"/>
                    <a:pt x="3156" y="10500"/>
                  </a:cubicBezTo>
                  <a:lnTo>
                    <a:pt x="3140" y="10446"/>
                  </a:lnTo>
                  <a:lnTo>
                    <a:pt x="3086" y="10431"/>
                  </a:lnTo>
                  <a:cubicBezTo>
                    <a:pt x="2393" y="10236"/>
                    <a:pt x="1771" y="9852"/>
                    <a:pt x="1289" y="9320"/>
                  </a:cubicBezTo>
                  <a:cubicBezTo>
                    <a:pt x="565" y="8523"/>
                    <a:pt x="207" y="7449"/>
                    <a:pt x="310" y="6374"/>
                  </a:cubicBezTo>
                  <a:cubicBezTo>
                    <a:pt x="460" y="4807"/>
                    <a:pt x="1544" y="3511"/>
                    <a:pt x="3073" y="3066"/>
                  </a:cubicBezTo>
                  <a:lnTo>
                    <a:pt x="3127" y="3050"/>
                  </a:lnTo>
                  <a:lnTo>
                    <a:pt x="3141" y="2996"/>
                  </a:lnTo>
                  <a:cubicBezTo>
                    <a:pt x="3604" y="1352"/>
                    <a:pt x="5123" y="203"/>
                    <a:pt x="6831" y="203"/>
                  </a:cubicBezTo>
                  <a:close/>
                  <a:moveTo>
                    <a:pt x="6829" y="0"/>
                  </a:moveTo>
                  <a:cubicBezTo>
                    <a:pt x="5934" y="0"/>
                    <a:pt x="5085" y="288"/>
                    <a:pt x="4374" y="835"/>
                  </a:cubicBezTo>
                  <a:cubicBezTo>
                    <a:pt x="3701" y="1351"/>
                    <a:pt x="3200" y="2079"/>
                    <a:pt x="2961" y="2886"/>
                  </a:cubicBezTo>
                  <a:cubicBezTo>
                    <a:pt x="2205" y="3115"/>
                    <a:pt x="1539" y="3553"/>
                    <a:pt x="1032" y="4151"/>
                  </a:cubicBezTo>
                  <a:cubicBezTo>
                    <a:pt x="506" y="4775"/>
                    <a:pt x="186" y="5535"/>
                    <a:pt x="108" y="6352"/>
                  </a:cubicBezTo>
                  <a:cubicBezTo>
                    <a:pt x="0" y="7486"/>
                    <a:pt x="377" y="8615"/>
                    <a:pt x="1139" y="9455"/>
                  </a:cubicBezTo>
                  <a:cubicBezTo>
                    <a:pt x="1635" y="10002"/>
                    <a:pt x="2269" y="10399"/>
                    <a:pt x="2977" y="10609"/>
                  </a:cubicBezTo>
                  <a:cubicBezTo>
                    <a:pt x="3205" y="11366"/>
                    <a:pt x="3642" y="12031"/>
                    <a:pt x="4241" y="12538"/>
                  </a:cubicBezTo>
                  <a:cubicBezTo>
                    <a:pt x="4865" y="13067"/>
                    <a:pt x="5625" y="13386"/>
                    <a:pt x="6443" y="13465"/>
                  </a:cubicBezTo>
                  <a:cubicBezTo>
                    <a:pt x="6572" y="13476"/>
                    <a:pt x="6702" y="13483"/>
                    <a:pt x="6831" y="13483"/>
                  </a:cubicBezTo>
                  <a:cubicBezTo>
                    <a:pt x="7724" y="13483"/>
                    <a:pt x="8573" y="13196"/>
                    <a:pt x="9280" y="12651"/>
                  </a:cubicBezTo>
                  <a:cubicBezTo>
                    <a:pt x="9953" y="12137"/>
                    <a:pt x="10452" y="11411"/>
                    <a:pt x="10695" y="10607"/>
                  </a:cubicBezTo>
                  <a:cubicBezTo>
                    <a:pt x="11398" y="10395"/>
                    <a:pt x="12029" y="9999"/>
                    <a:pt x="12521" y="9457"/>
                  </a:cubicBezTo>
                  <a:cubicBezTo>
                    <a:pt x="13283" y="8617"/>
                    <a:pt x="13660" y="7486"/>
                    <a:pt x="13552" y="6353"/>
                  </a:cubicBezTo>
                  <a:cubicBezTo>
                    <a:pt x="13473" y="5535"/>
                    <a:pt x="13153" y="4773"/>
                    <a:pt x="12623" y="4148"/>
                  </a:cubicBezTo>
                  <a:cubicBezTo>
                    <a:pt x="12115" y="3549"/>
                    <a:pt x="11447" y="3113"/>
                    <a:pt x="10687" y="2884"/>
                  </a:cubicBezTo>
                  <a:cubicBezTo>
                    <a:pt x="10458" y="2125"/>
                    <a:pt x="10023" y="1456"/>
                    <a:pt x="9422" y="947"/>
                  </a:cubicBezTo>
                  <a:cubicBezTo>
                    <a:pt x="8799" y="418"/>
                    <a:pt x="8036" y="98"/>
                    <a:pt x="7217" y="19"/>
                  </a:cubicBezTo>
                  <a:cubicBezTo>
                    <a:pt x="7088" y="7"/>
                    <a:pt x="6957" y="0"/>
                    <a:pt x="68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37"/>
            <p:cNvSpPr/>
            <p:nvPr/>
          </p:nvSpPr>
          <p:spPr>
            <a:xfrm>
              <a:off x="4178093" y="335566"/>
              <a:ext cx="252850" cy="249554"/>
            </a:xfrm>
            <a:custGeom>
              <a:avLst/>
              <a:gdLst/>
              <a:ahLst/>
              <a:cxnLst/>
              <a:rect l="l" t="t" r="r" b="b"/>
              <a:pathLst>
                <a:path w="11636" h="11483" extrusionOk="0">
                  <a:moveTo>
                    <a:pt x="5818" y="2083"/>
                  </a:moveTo>
                  <a:cubicBezTo>
                    <a:pt x="5861" y="2083"/>
                    <a:pt x="5904" y="2084"/>
                    <a:pt x="5947" y="2090"/>
                  </a:cubicBezTo>
                  <a:cubicBezTo>
                    <a:pt x="6633" y="2155"/>
                    <a:pt x="7138" y="2770"/>
                    <a:pt x="7138" y="3460"/>
                  </a:cubicBezTo>
                  <a:cubicBezTo>
                    <a:pt x="7138" y="3992"/>
                    <a:pt x="7569" y="4423"/>
                    <a:pt x="8099" y="4423"/>
                  </a:cubicBezTo>
                  <a:cubicBezTo>
                    <a:pt x="8789" y="4423"/>
                    <a:pt x="9404" y="4927"/>
                    <a:pt x="9470" y="5613"/>
                  </a:cubicBezTo>
                  <a:cubicBezTo>
                    <a:pt x="9546" y="6400"/>
                    <a:pt x="8929" y="7062"/>
                    <a:pt x="8157" y="7062"/>
                  </a:cubicBezTo>
                  <a:lnTo>
                    <a:pt x="8099" y="7062"/>
                  </a:lnTo>
                  <a:cubicBezTo>
                    <a:pt x="7569" y="7062"/>
                    <a:pt x="7138" y="7494"/>
                    <a:pt x="7138" y="8025"/>
                  </a:cubicBezTo>
                  <a:lnTo>
                    <a:pt x="7138" y="8081"/>
                  </a:lnTo>
                  <a:cubicBezTo>
                    <a:pt x="7138" y="8810"/>
                    <a:pt x="6547" y="9401"/>
                    <a:pt x="5818" y="9401"/>
                  </a:cubicBezTo>
                  <a:cubicBezTo>
                    <a:pt x="5774" y="9401"/>
                    <a:pt x="5731" y="9400"/>
                    <a:pt x="5688" y="9395"/>
                  </a:cubicBezTo>
                  <a:cubicBezTo>
                    <a:pt x="5001" y="9328"/>
                    <a:pt x="4498" y="8713"/>
                    <a:pt x="4498" y="8023"/>
                  </a:cubicBezTo>
                  <a:cubicBezTo>
                    <a:pt x="4498" y="7493"/>
                    <a:pt x="4066" y="7061"/>
                    <a:pt x="3535" y="7061"/>
                  </a:cubicBezTo>
                  <a:lnTo>
                    <a:pt x="3478" y="7061"/>
                  </a:lnTo>
                  <a:cubicBezTo>
                    <a:pt x="2706" y="7061"/>
                    <a:pt x="2089" y="6399"/>
                    <a:pt x="2164" y="5612"/>
                  </a:cubicBezTo>
                  <a:cubicBezTo>
                    <a:pt x="2230" y="4926"/>
                    <a:pt x="2844" y="4421"/>
                    <a:pt x="3535" y="4421"/>
                  </a:cubicBezTo>
                  <a:cubicBezTo>
                    <a:pt x="4066" y="4421"/>
                    <a:pt x="4498" y="3990"/>
                    <a:pt x="4498" y="3459"/>
                  </a:cubicBezTo>
                  <a:lnTo>
                    <a:pt x="4498" y="3402"/>
                  </a:lnTo>
                  <a:cubicBezTo>
                    <a:pt x="4498" y="2673"/>
                    <a:pt x="5089" y="2083"/>
                    <a:pt x="5818" y="2083"/>
                  </a:cubicBezTo>
                  <a:close/>
                  <a:moveTo>
                    <a:pt x="5818" y="1"/>
                  </a:moveTo>
                  <a:cubicBezTo>
                    <a:pt x="4261" y="1"/>
                    <a:pt x="2946" y="1050"/>
                    <a:pt x="2543" y="2479"/>
                  </a:cubicBezTo>
                  <a:cubicBezTo>
                    <a:pt x="1219" y="2863"/>
                    <a:pt x="227" y="3998"/>
                    <a:pt x="92" y="5413"/>
                  </a:cubicBezTo>
                  <a:cubicBezTo>
                    <a:pt x="1" y="6368"/>
                    <a:pt x="318" y="7323"/>
                    <a:pt x="961" y="8029"/>
                  </a:cubicBezTo>
                  <a:cubicBezTo>
                    <a:pt x="1393" y="8503"/>
                    <a:pt x="1948" y="8843"/>
                    <a:pt x="2556" y="9014"/>
                  </a:cubicBezTo>
                  <a:cubicBezTo>
                    <a:pt x="2939" y="10338"/>
                    <a:pt x="4076" y="11332"/>
                    <a:pt x="5491" y="11467"/>
                  </a:cubicBezTo>
                  <a:cubicBezTo>
                    <a:pt x="5600" y="11477"/>
                    <a:pt x="5710" y="11483"/>
                    <a:pt x="5819" y="11483"/>
                  </a:cubicBezTo>
                  <a:cubicBezTo>
                    <a:pt x="7372" y="11483"/>
                    <a:pt x="8684" y="10437"/>
                    <a:pt x="9092" y="9012"/>
                  </a:cubicBezTo>
                  <a:cubicBezTo>
                    <a:pt x="9696" y="8839"/>
                    <a:pt x="10247" y="8501"/>
                    <a:pt x="10676" y="8029"/>
                  </a:cubicBezTo>
                  <a:cubicBezTo>
                    <a:pt x="11319" y="7321"/>
                    <a:pt x="11636" y="6368"/>
                    <a:pt x="11545" y="5413"/>
                  </a:cubicBezTo>
                  <a:cubicBezTo>
                    <a:pt x="11410" y="3994"/>
                    <a:pt x="10413" y="2856"/>
                    <a:pt x="9085" y="2477"/>
                  </a:cubicBezTo>
                  <a:cubicBezTo>
                    <a:pt x="8703" y="1149"/>
                    <a:pt x="7567" y="152"/>
                    <a:pt x="6148" y="17"/>
                  </a:cubicBezTo>
                  <a:cubicBezTo>
                    <a:pt x="6035" y="5"/>
                    <a:pt x="5925" y="1"/>
                    <a:pt x="58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97" name="Google Shape;1197;p37"/>
          <p:cNvGrpSpPr/>
          <p:nvPr/>
        </p:nvGrpSpPr>
        <p:grpSpPr>
          <a:xfrm>
            <a:off x="7504203" y="246481"/>
            <a:ext cx="296832" cy="293019"/>
            <a:chOff x="4155928" y="313681"/>
            <a:chExt cx="296832" cy="293019"/>
          </a:xfrm>
        </p:grpSpPr>
        <p:sp>
          <p:nvSpPr>
            <p:cNvPr id="1198" name="Google Shape;1198;p37"/>
            <p:cNvSpPr/>
            <p:nvPr/>
          </p:nvSpPr>
          <p:spPr>
            <a:xfrm>
              <a:off x="4158145" y="315942"/>
              <a:ext cx="292399" cy="288608"/>
            </a:xfrm>
            <a:custGeom>
              <a:avLst/>
              <a:gdLst/>
              <a:ahLst/>
              <a:cxnLst/>
              <a:rect l="l" t="t" r="r" b="b"/>
              <a:pathLst>
                <a:path w="13456" h="13280" extrusionOk="0">
                  <a:moveTo>
                    <a:pt x="6729" y="0"/>
                  </a:moveTo>
                  <a:cubicBezTo>
                    <a:pt x="4929" y="0"/>
                    <a:pt x="3408" y="1214"/>
                    <a:pt x="2941" y="2868"/>
                  </a:cubicBezTo>
                  <a:cubicBezTo>
                    <a:pt x="1410" y="3311"/>
                    <a:pt x="262" y="4623"/>
                    <a:pt x="105" y="6261"/>
                  </a:cubicBezTo>
                  <a:cubicBezTo>
                    <a:pt x="1" y="7366"/>
                    <a:pt x="367" y="8468"/>
                    <a:pt x="1112" y="9286"/>
                  </a:cubicBezTo>
                  <a:cubicBezTo>
                    <a:pt x="1610" y="9835"/>
                    <a:pt x="2254" y="10228"/>
                    <a:pt x="2956" y="10427"/>
                  </a:cubicBezTo>
                  <a:cubicBezTo>
                    <a:pt x="3399" y="11959"/>
                    <a:pt x="4712" y="13105"/>
                    <a:pt x="6349" y="13261"/>
                  </a:cubicBezTo>
                  <a:cubicBezTo>
                    <a:pt x="6476" y="13274"/>
                    <a:pt x="6603" y="13280"/>
                    <a:pt x="6729" y="13280"/>
                  </a:cubicBezTo>
                  <a:cubicBezTo>
                    <a:pt x="8525" y="13280"/>
                    <a:pt x="10043" y="12071"/>
                    <a:pt x="10512" y="10423"/>
                  </a:cubicBezTo>
                  <a:cubicBezTo>
                    <a:pt x="11211" y="10223"/>
                    <a:pt x="11848" y="9832"/>
                    <a:pt x="12344" y="9286"/>
                  </a:cubicBezTo>
                  <a:cubicBezTo>
                    <a:pt x="13088" y="8467"/>
                    <a:pt x="13455" y="7365"/>
                    <a:pt x="13351" y="6260"/>
                  </a:cubicBezTo>
                  <a:cubicBezTo>
                    <a:pt x="13194" y="4618"/>
                    <a:pt x="12041" y="3303"/>
                    <a:pt x="10505" y="2863"/>
                  </a:cubicBezTo>
                  <a:cubicBezTo>
                    <a:pt x="10064" y="1326"/>
                    <a:pt x="8749" y="174"/>
                    <a:pt x="7108" y="17"/>
                  </a:cubicBezTo>
                  <a:cubicBezTo>
                    <a:pt x="6982" y="5"/>
                    <a:pt x="6854" y="0"/>
                    <a:pt x="67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37"/>
            <p:cNvSpPr/>
            <p:nvPr/>
          </p:nvSpPr>
          <p:spPr>
            <a:xfrm>
              <a:off x="4155928" y="313681"/>
              <a:ext cx="296832" cy="293019"/>
            </a:xfrm>
            <a:custGeom>
              <a:avLst/>
              <a:gdLst/>
              <a:ahLst/>
              <a:cxnLst/>
              <a:rect l="l" t="t" r="r" b="b"/>
              <a:pathLst>
                <a:path w="13660" h="13483" extrusionOk="0">
                  <a:moveTo>
                    <a:pt x="6831" y="203"/>
                  </a:moveTo>
                  <a:cubicBezTo>
                    <a:pt x="6953" y="203"/>
                    <a:pt x="7077" y="210"/>
                    <a:pt x="7200" y="224"/>
                  </a:cubicBezTo>
                  <a:cubicBezTo>
                    <a:pt x="8770" y="374"/>
                    <a:pt x="10070" y="1463"/>
                    <a:pt x="10510" y="2996"/>
                  </a:cubicBezTo>
                  <a:lnTo>
                    <a:pt x="10525" y="3050"/>
                  </a:lnTo>
                  <a:lnTo>
                    <a:pt x="10579" y="3065"/>
                  </a:lnTo>
                  <a:cubicBezTo>
                    <a:pt x="12112" y="3505"/>
                    <a:pt x="13201" y="4805"/>
                    <a:pt x="13351" y="6375"/>
                  </a:cubicBezTo>
                  <a:cubicBezTo>
                    <a:pt x="13454" y="7450"/>
                    <a:pt x="13098" y="8525"/>
                    <a:pt x="12372" y="9321"/>
                  </a:cubicBezTo>
                  <a:cubicBezTo>
                    <a:pt x="11894" y="9849"/>
                    <a:pt x="11276" y="10231"/>
                    <a:pt x="10587" y="10429"/>
                  </a:cubicBezTo>
                  <a:lnTo>
                    <a:pt x="10533" y="10444"/>
                  </a:lnTo>
                  <a:lnTo>
                    <a:pt x="10519" y="10498"/>
                  </a:lnTo>
                  <a:cubicBezTo>
                    <a:pt x="10052" y="12137"/>
                    <a:pt x="8536" y="13281"/>
                    <a:pt x="6832" y="13281"/>
                  </a:cubicBezTo>
                  <a:cubicBezTo>
                    <a:pt x="6709" y="13281"/>
                    <a:pt x="6585" y="13276"/>
                    <a:pt x="6462" y="13264"/>
                  </a:cubicBezTo>
                  <a:cubicBezTo>
                    <a:pt x="4896" y="13114"/>
                    <a:pt x="3598" y="12029"/>
                    <a:pt x="3156" y="10500"/>
                  </a:cubicBezTo>
                  <a:lnTo>
                    <a:pt x="3140" y="10446"/>
                  </a:lnTo>
                  <a:lnTo>
                    <a:pt x="3086" y="10431"/>
                  </a:lnTo>
                  <a:cubicBezTo>
                    <a:pt x="2393" y="10236"/>
                    <a:pt x="1771" y="9852"/>
                    <a:pt x="1289" y="9320"/>
                  </a:cubicBezTo>
                  <a:cubicBezTo>
                    <a:pt x="565" y="8523"/>
                    <a:pt x="207" y="7449"/>
                    <a:pt x="310" y="6374"/>
                  </a:cubicBezTo>
                  <a:cubicBezTo>
                    <a:pt x="460" y="4807"/>
                    <a:pt x="1544" y="3511"/>
                    <a:pt x="3073" y="3066"/>
                  </a:cubicBezTo>
                  <a:lnTo>
                    <a:pt x="3127" y="3050"/>
                  </a:lnTo>
                  <a:lnTo>
                    <a:pt x="3141" y="2996"/>
                  </a:lnTo>
                  <a:cubicBezTo>
                    <a:pt x="3604" y="1352"/>
                    <a:pt x="5123" y="203"/>
                    <a:pt x="6831" y="203"/>
                  </a:cubicBezTo>
                  <a:close/>
                  <a:moveTo>
                    <a:pt x="6829" y="0"/>
                  </a:moveTo>
                  <a:cubicBezTo>
                    <a:pt x="5934" y="0"/>
                    <a:pt x="5085" y="288"/>
                    <a:pt x="4374" y="835"/>
                  </a:cubicBezTo>
                  <a:cubicBezTo>
                    <a:pt x="3701" y="1351"/>
                    <a:pt x="3200" y="2079"/>
                    <a:pt x="2961" y="2886"/>
                  </a:cubicBezTo>
                  <a:cubicBezTo>
                    <a:pt x="2205" y="3115"/>
                    <a:pt x="1539" y="3553"/>
                    <a:pt x="1032" y="4151"/>
                  </a:cubicBezTo>
                  <a:cubicBezTo>
                    <a:pt x="506" y="4775"/>
                    <a:pt x="186" y="5535"/>
                    <a:pt x="108" y="6352"/>
                  </a:cubicBezTo>
                  <a:cubicBezTo>
                    <a:pt x="0" y="7486"/>
                    <a:pt x="377" y="8615"/>
                    <a:pt x="1139" y="9455"/>
                  </a:cubicBezTo>
                  <a:cubicBezTo>
                    <a:pt x="1635" y="10002"/>
                    <a:pt x="2269" y="10399"/>
                    <a:pt x="2977" y="10609"/>
                  </a:cubicBezTo>
                  <a:cubicBezTo>
                    <a:pt x="3205" y="11366"/>
                    <a:pt x="3642" y="12031"/>
                    <a:pt x="4241" y="12538"/>
                  </a:cubicBezTo>
                  <a:cubicBezTo>
                    <a:pt x="4865" y="13067"/>
                    <a:pt x="5625" y="13386"/>
                    <a:pt x="6443" y="13465"/>
                  </a:cubicBezTo>
                  <a:cubicBezTo>
                    <a:pt x="6572" y="13476"/>
                    <a:pt x="6702" y="13483"/>
                    <a:pt x="6831" y="13483"/>
                  </a:cubicBezTo>
                  <a:cubicBezTo>
                    <a:pt x="7724" y="13483"/>
                    <a:pt x="8573" y="13196"/>
                    <a:pt x="9280" y="12651"/>
                  </a:cubicBezTo>
                  <a:cubicBezTo>
                    <a:pt x="9953" y="12137"/>
                    <a:pt x="10452" y="11411"/>
                    <a:pt x="10695" y="10607"/>
                  </a:cubicBezTo>
                  <a:cubicBezTo>
                    <a:pt x="11398" y="10395"/>
                    <a:pt x="12029" y="9999"/>
                    <a:pt x="12521" y="9457"/>
                  </a:cubicBezTo>
                  <a:cubicBezTo>
                    <a:pt x="13283" y="8617"/>
                    <a:pt x="13660" y="7486"/>
                    <a:pt x="13552" y="6353"/>
                  </a:cubicBezTo>
                  <a:cubicBezTo>
                    <a:pt x="13473" y="5535"/>
                    <a:pt x="13153" y="4773"/>
                    <a:pt x="12623" y="4148"/>
                  </a:cubicBezTo>
                  <a:cubicBezTo>
                    <a:pt x="12115" y="3549"/>
                    <a:pt x="11447" y="3113"/>
                    <a:pt x="10687" y="2884"/>
                  </a:cubicBezTo>
                  <a:cubicBezTo>
                    <a:pt x="10458" y="2125"/>
                    <a:pt x="10023" y="1456"/>
                    <a:pt x="9422" y="947"/>
                  </a:cubicBezTo>
                  <a:cubicBezTo>
                    <a:pt x="8799" y="418"/>
                    <a:pt x="8036" y="98"/>
                    <a:pt x="7217" y="19"/>
                  </a:cubicBezTo>
                  <a:cubicBezTo>
                    <a:pt x="7088" y="7"/>
                    <a:pt x="6957" y="0"/>
                    <a:pt x="68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37"/>
            <p:cNvSpPr/>
            <p:nvPr/>
          </p:nvSpPr>
          <p:spPr>
            <a:xfrm>
              <a:off x="4178093" y="335566"/>
              <a:ext cx="252850" cy="249554"/>
            </a:xfrm>
            <a:custGeom>
              <a:avLst/>
              <a:gdLst/>
              <a:ahLst/>
              <a:cxnLst/>
              <a:rect l="l" t="t" r="r" b="b"/>
              <a:pathLst>
                <a:path w="11636" h="11483" extrusionOk="0">
                  <a:moveTo>
                    <a:pt x="5818" y="2083"/>
                  </a:moveTo>
                  <a:cubicBezTo>
                    <a:pt x="5861" y="2083"/>
                    <a:pt x="5904" y="2084"/>
                    <a:pt x="5947" y="2090"/>
                  </a:cubicBezTo>
                  <a:cubicBezTo>
                    <a:pt x="6633" y="2155"/>
                    <a:pt x="7138" y="2770"/>
                    <a:pt x="7138" y="3460"/>
                  </a:cubicBezTo>
                  <a:cubicBezTo>
                    <a:pt x="7138" y="3992"/>
                    <a:pt x="7569" y="4423"/>
                    <a:pt x="8099" y="4423"/>
                  </a:cubicBezTo>
                  <a:cubicBezTo>
                    <a:pt x="8789" y="4423"/>
                    <a:pt x="9404" y="4927"/>
                    <a:pt x="9470" y="5613"/>
                  </a:cubicBezTo>
                  <a:cubicBezTo>
                    <a:pt x="9546" y="6400"/>
                    <a:pt x="8929" y="7062"/>
                    <a:pt x="8157" y="7062"/>
                  </a:cubicBezTo>
                  <a:lnTo>
                    <a:pt x="8099" y="7062"/>
                  </a:lnTo>
                  <a:cubicBezTo>
                    <a:pt x="7569" y="7062"/>
                    <a:pt x="7138" y="7494"/>
                    <a:pt x="7138" y="8025"/>
                  </a:cubicBezTo>
                  <a:lnTo>
                    <a:pt x="7138" y="8081"/>
                  </a:lnTo>
                  <a:cubicBezTo>
                    <a:pt x="7138" y="8810"/>
                    <a:pt x="6547" y="9401"/>
                    <a:pt x="5818" y="9401"/>
                  </a:cubicBezTo>
                  <a:cubicBezTo>
                    <a:pt x="5774" y="9401"/>
                    <a:pt x="5731" y="9400"/>
                    <a:pt x="5688" y="9395"/>
                  </a:cubicBezTo>
                  <a:cubicBezTo>
                    <a:pt x="5001" y="9328"/>
                    <a:pt x="4498" y="8713"/>
                    <a:pt x="4498" y="8023"/>
                  </a:cubicBezTo>
                  <a:cubicBezTo>
                    <a:pt x="4498" y="7493"/>
                    <a:pt x="4066" y="7061"/>
                    <a:pt x="3535" y="7061"/>
                  </a:cubicBezTo>
                  <a:lnTo>
                    <a:pt x="3478" y="7061"/>
                  </a:lnTo>
                  <a:cubicBezTo>
                    <a:pt x="2706" y="7061"/>
                    <a:pt x="2089" y="6399"/>
                    <a:pt x="2164" y="5612"/>
                  </a:cubicBezTo>
                  <a:cubicBezTo>
                    <a:pt x="2230" y="4926"/>
                    <a:pt x="2844" y="4421"/>
                    <a:pt x="3535" y="4421"/>
                  </a:cubicBezTo>
                  <a:cubicBezTo>
                    <a:pt x="4066" y="4421"/>
                    <a:pt x="4498" y="3990"/>
                    <a:pt x="4498" y="3459"/>
                  </a:cubicBezTo>
                  <a:lnTo>
                    <a:pt x="4498" y="3402"/>
                  </a:lnTo>
                  <a:cubicBezTo>
                    <a:pt x="4498" y="2673"/>
                    <a:pt x="5089" y="2083"/>
                    <a:pt x="5818" y="2083"/>
                  </a:cubicBezTo>
                  <a:close/>
                  <a:moveTo>
                    <a:pt x="5818" y="1"/>
                  </a:moveTo>
                  <a:cubicBezTo>
                    <a:pt x="4261" y="1"/>
                    <a:pt x="2946" y="1050"/>
                    <a:pt x="2543" y="2479"/>
                  </a:cubicBezTo>
                  <a:cubicBezTo>
                    <a:pt x="1219" y="2863"/>
                    <a:pt x="227" y="3998"/>
                    <a:pt x="92" y="5413"/>
                  </a:cubicBezTo>
                  <a:cubicBezTo>
                    <a:pt x="1" y="6368"/>
                    <a:pt x="318" y="7323"/>
                    <a:pt x="961" y="8029"/>
                  </a:cubicBezTo>
                  <a:cubicBezTo>
                    <a:pt x="1393" y="8503"/>
                    <a:pt x="1948" y="8843"/>
                    <a:pt x="2556" y="9014"/>
                  </a:cubicBezTo>
                  <a:cubicBezTo>
                    <a:pt x="2939" y="10338"/>
                    <a:pt x="4076" y="11332"/>
                    <a:pt x="5491" y="11467"/>
                  </a:cubicBezTo>
                  <a:cubicBezTo>
                    <a:pt x="5600" y="11477"/>
                    <a:pt x="5710" y="11483"/>
                    <a:pt x="5819" y="11483"/>
                  </a:cubicBezTo>
                  <a:cubicBezTo>
                    <a:pt x="7372" y="11483"/>
                    <a:pt x="8684" y="10437"/>
                    <a:pt x="9092" y="9012"/>
                  </a:cubicBezTo>
                  <a:cubicBezTo>
                    <a:pt x="9696" y="8839"/>
                    <a:pt x="10247" y="8501"/>
                    <a:pt x="10676" y="8029"/>
                  </a:cubicBezTo>
                  <a:cubicBezTo>
                    <a:pt x="11319" y="7321"/>
                    <a:pt x="11636" y="6368"/>
                    <a:pt x="11545" y="5413"/>
                  </a:cubicBezTo>
                  <a:cubicBezTo>
                    <a:pt x="11410" y="3994"/>
                    <a:pt x="10413" y="2856"/>
                    <a:pt x="9085" y="2477"/>
                  </a:cubicBezTo>
                  <a:cubicBezTo>
                    <a:pt x="8703" y="1149"/>
                    <a:pt x="7567" y="152"/>
                    <a:pt x="6148" y="17"/>
                  </a:cubicBezTo>
                  <a:cubicBezTo>
                    <a:pt x="6035" y="5"/>
                    <a:pt x="5925" y="1"/>
                    <a:pt x="58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01" name="Google Shape;1201;p37"/>
          <p:cNvSpPr/>
          <p:nvPr/>
        </p:nvSpPr>
        <p:spPr>
          <a:xfrm>
            <a:off x="4856688" y="246475"/>
            <a:ext cx="147427" cy="144779"/>
          </a:xfrm>
          <a:custGeom>
            <a:avLst/>
            <a:gdLst/>
            <a:ahLst/>
            <a:cxnLst/>
            <a:rect l="l" t="t" r="r" b="b"/>
            <a:pathLst>
              <a:path w="2171" h="2132" extrusionOk="0">
                <a:moveTo>
                  <a:pt x="1086" y="1"/>
                </a:moveTo>
                <a:cubicBezTo>
                  <a:pt x="873" y="1"/>
                  <a:pt x="702" y="173"/>
                  <a:pt x="702" y="385"/>
                </a:cubicBezTo>
                <a:lnTo>
                  <a:pt x="702" y="401"/>
                </a:lnTo>
                <a:cubicBezTo>
                  <a:pt x="702" y="557"/>
                  <a:pt x="575" y="682"/>
                  <a:pt x="421" y="682"/>
                </a:cubicBezTo>
                <a:cubicBezTo>
                  <a:pt x="220" y="682"/>
                  <a:pt x="41" y="830"/>
                  <a:pt x="22" y="1029"/>
                </a:cubicBezTo>
                <a:cubicBezTo>
                  <a:pt x="1" y="1258"/>
                  <a:pt x="180" y="1451"/>
                  <a:pt x="405" y="1451"/>
                </a:cubicBezTo>
                <a:lnTo>
                  <a:pt x="421" y="1451"/>
                </a:lnTo>
                <a:cubicBezTo>
                  <a:pt x="575" y="1451"/>
                  <a:pt x="702" y="1576"/>
                  <a:pt x="702" y="1731"/>
                </a:cubicBezTo>
                <a:cubicBezTo>
                  <a:pt x="702" y="1932"/>
                  <a:pt x="848" y="2111"/>
                  <a:pt x="1048" y="2130"/>
                </a:cubicBezTo>
                <a:cubicBezTo>
                  <a:pt x="1060" y="2131"/>
                  <a:pt x="1073" y="2132"/>
                  <a:pt x="1085" y="2132"/>
                </a:cubicBezTo>
                <a:cubicBezTo>
                  <a:pt x="1297" y="2132"/>
                  <a:pt x="1469" y="1960"/>
                  <a:pt x="1469" y="1747"/>
                </a:cubicBezTo>
                <a:lnTo>
                  <a:pt x="1469" y="1731"/>
                </a:lnTo>
                <a:cubicBezTo>
                  <a:pt x="1469" y="1576"/>
                  <a:pt x="1595" y="1451"/>
                  <a:pt x="1750" y="1451"/>
                </a:cubicBezTo>
                <a:lnTo>
                  <a:pt x="1766" y="1451"/>
                </a:lnTo>
                <a:cubicBezTo>
                  <a:pt x="1991" y="1451"/>
                  <a:pt x="2170" y="1258"/>
                  <a:pt x="2149" y="1029"/>
                </a:cubicBezTo>
                <a:cubicBezTo>
                  <a:pt x="2131" y="830"/>
                  <a:pt x="1950" y="682"/>
                  <a:pt x="1750" y="682"/>
                </a:cubicBezTo>
                <a:cubicBezTo>
                  <a:pt x="1595" y="682"/>
                  <a:pt x="1469" y="557"/>
                  <a:pt x="1469" y="401"/>
                </a:cubicBezTo>
                <a:cubicBezTo>
                  <a:pt x="1469" y="201"/>
                  <a:pt x="1323" y="22"/>
                  <a:pt x="1123" y="2"/>
                </a:cubicBezTo>
                <a:cubicBezTo>
                  <a:pt x="1111" y="1"/>
                  <a:pt x="1098" y="1"/>
                  <a:pt x="108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224E09-6BF5-7E3C-8C32-7FD43E5AA42C}"/>
              </a:ext>
            </a:extLst>
          </p:cNvPr>
          <p:cNvSpPr txBox="1"/>
          <p:nvPr/>
        </p:nvSpPr>
        <p:spPr>
          <a:xfrm>
            <a:off x="8613321" y="4547507"/>
            <a:ext cx="5306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resh Veggies Day Minitheme by Slidesgo">
  <a:themeElements>
    <a:clrScheme name="Simple Light">
      <a:dk1>
        <a:srgbClr val="4E2943"/>
      </a:dk1>
      <a:lt1>
        <a:srgbClr val="FFFFFF"/>
      </a:lt1>
      <a:dk2>
        <a:srgbClr val="CFBDFF"/>
      </a:dk2>
      <a:lt2>
        <a:srgbClr val="ECECFF"/>
      </a:lt2>
      <a:accent1>
        <a:srgbClr val="FF68A3"/>
      </a:accent1>
      <a:accent2>
        <a:srgbClr val="00BB9E"/>
      </a:accent2>
      <a:accent3>
        <a:srgbClr val="E347C2"/>
      </a:accent3>
      <a:accent4>
        <a:srgbClr val="F7ED6F"/>
      </a:accent4>
      <a:accent5>
        <a:srgbClr val="FFAB56"/>
      </a:accent5>
      <a:accent6>
        <a:srgbClr val="FFFFFF"/>
      </a:accent6>
      <a:hlink>
        <a:srgbClr val="4E294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551</TotalTime>
  <Words>440</Words>
  <Application>Microsoft Office PowerPoint</Application>
  <PresentationFormat>On-screen Show (16:9)</PresentationFormat>
  <Paragraphs>105</Paragraphs>
  <Slides>15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Darker Grotesque SemiBold</vt:lpstr>
      <vt:lpstr>Black Han Sans</vt:lpstr>
      <vt:lpstr>Arial</vt:lpstr>
      <vt:lpstr>Nanum Gothic</vt:lpstr>
      <vt:lpstr>Times New Roman</vt:lpstr>
      <vt:lpstr>Bebas Neue</vt:lpstr>
      <vt:lpstr>Wingdings</vt:lpstr>
      <vt:lpstr>Fresh Veggies Day Minitheme by Slidesgo</vt:lpstr>
      <vt:lpstr>Smart Scan for Healthy Vegetables</vt:lpstr>
      <vt:lpstr>GROUP MEMBERS</vt:lpstr>
      <vt:lpstr>CONTENTS</vt:lpstr>
      <vt:lpstr>INTRODUCTION </vt:lpstr>
      <vt:lpstr>OBJECTIVES</vt:lpstr>
      <vt:lpstr>SYSTEM FLOW DIAGRAM</vt:lpstr>
      <vt:lpstr>SYSTEM REQUIREMENT </vt:lpstr>
      <vt:lpstr>IMPLEMENTATION</vt:lpstr>
      <vt:lpstr>CONT’D</vt:lpstr>
      <vt:lpstr>ADVANTAGES</vt:lpstr>
      <vt:lpstr>LIMITATION</vt:lpstr>
      <vt:lpstr>CONCLUSION</vt:lpstr>
      <vt:lpstr>FUTURE WORKS</vt:lpstr>
      <vt:lpstr>REFERENCE</vt:lpstr>
      <vt:lpstr>THANKS!  HAVE ANY QUESTION?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May Thiri Paing</dc:creator>
  <cp:lastModifiedBy>May Thiri Paing</cp:lastModifiedBy>
  <cp:revision>158</cp:revision>
  <dcterms:modified xsi:type="dcterms:W3CDTF">2026-02-23T06:30:46Z</dcterms:modified>
</cp:coreProperties>
</file>